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3.xml" ContentType="application/vnd.openxmlformats-officedocument.theme+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4.xml" ContentType="application/vnd.openxmlformats-officedocument.theme+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5.xml" ContentType="application/vnd.openxmlformats-officedocument.theme+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theme/theme6.xml" ContentType="application/vnd.openxmlformats-officedocument.theme+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7.xml" ContentType="application/vnd.openxmlformats-officedocument.theme+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theme/theme8.xml" ContentType="application/vnd.openxmlformats-officedocument.theme+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theme/theme9.xml" ContentType="application/vnd.openxmlformats-officedocument.theme+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notesSlides/notesSlide2.xml" ContentType="application/vnd.openxmlformats-officedocument.presentationml.notesSlide+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notesSlides/notesSlide3.xml" ContentType="application/vnd.openxmlformats-officedocument.presentationml.notesSlide+xml"/>
  <Override PartName="/ppt/tags/tag121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notesSlides/notesSlide7.xml" ContentType="application/vnd.openxmlformats-officedocument.presentationml.notesSlide+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notesSlides/notesSlide8.xml" ContentType="application/vnd.openxmlformats-officedocument.presentationml.notesSlide+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5" r:id="rId2"/>
    <p:sldMasterId id="2147483748" r:id="rId3"/>
    <p:sldMasterId id="2147483786" r:id="rId4"/>
    <p:sldMasterId id="2147483825" r:id="rId5"/>
    <p:sldMasterId id="2147483862" r:id="rId6"/>
    <p:sldMasterId id="2147483878" r:id="rId7"/>
    <p:sldMasterId id="2147483919" r:id="rId8"/>
    <p:sldMasterId id="2147483970" r:id="rId9"/>
  </p:sldMasterIdLst>
  <p:notesMasterIdLst>
    <p:notesMasterId r:id="rId45"/>
  </p:notesMasterIdLst>
  <p:handoutMasterIdLst>
    <p:handoutMasterId r:id="rId46"/>
  </p:handoutMasterIdLst>
  <p:sldIdLst>
    <p:sldId id="5291" r:id="rId10"/>
    <p:sldId id="4972" r:id="rId11"/>
    <p:sldId id="5203" r:id="rId12"/>
    <p:sldId id="5508" r:id="rId13"/>
    <p:sldId id="5509" r:id="rId14"/>
    <p:sldId id="5514" r:id="rId15"/>
    <p:sldId id="5516" r:id="rId16"/>
    <p:sldId id="5519" r:id="rId17"/>
    <p:sldId id="5521" r:id="rId18"/>
    <p:sldId id="5522" r:id="rId19"/>
    <p:sldId id="5392" r:id="rId20"/>
    <p:sldId id="5393" r:id="rId21"/>
    <p:sldId id="5524" r:id="rId22"/>
    <p:sldId id="6650" r:id="rId23"/>
    <p:sldId id="5441" r:id="rId24"/>
    <p:sldId id="5442" r:id="rId25"/>
    <p:sldId id="5443" r:id="rId26"/>
    <p:sldId id="5469" r:id="rId27"/>
    <p:sldId id="5525" r:id="rId28"/>
    <p:sldId id="5446" r:id="rId29"/>
    <p:sldId id="5483" r:id="rId30"/>
    <p:sldId id="5485" r:id="rId31"/>
    <p:sldId id="5486" r:id="rId32"/>
    <p:sldId id="5487" r:id="rId33"/>
    <p:sldId id="5488" r:id="rId34"/>
    <p:sldId id="5322" r:id="rId35"/>
    <p:sldId id="5323" r:id="rId36"/>
    <p:sldId id="5324" r:id="rId37"/>
    <p:sldId id="5333" r:id="rId38"/>
    <p:sldId id="5326" r:id="rId39"/>
    <p:sldId id="5334" r:id="rId40"/>
    <p:sldId id="5329" r:id="rId41"/>
    <p:sldId id="5335" r:id="rId42"/>
    <p:sldId id="5844" r:id="rId43"/>
    <p:sldId id="2796" r:id="rId44"/>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rosoft Office 用户" initials="" lastIdx="6" clrIdx="0"/>
  <p:cmAuthor id="3287" name="Unknown User24" initials="U" lastIdx="0" clrIdx="3286"/>
  <p:cmAuthor id="1" name="袁海晨" initials="袁" lastIdx="2" clrIdx="0"/>
  <p:cmAuthor id="3288" name="Unknown User25" initials="U" lastIdx="0" clrIdx="3287"/>
  <p:cmAuthor id="2" name="周明" initials="周" lastIdx="1" clrIdx="0"/>
  <p:cmAuthor id="3289" name="Unknown User26" initials="U" lastIdx="0" clrIdx="3288"/>
  <p:cmAuthor id="3" name="张旆旆" initials="张" lastIdx="3" clrIdx="2"/>
  <p:cmAuthor id="3290" name="Unknown User27" initials="U" lastIdx="0" clrIdx="3289"/>
  <p:cmAuthor id="4" name="Xin Wang (IB)" initials="X" lastIdx="7" clrIdx="0"/>
  <p:cmAuthor id="3291" name="Unknown User28" initials="U" lastIdx="0" clrIdx="3290"/>
  <p:cmAuthor id="5" name="刘现民" initials="刘" lastIdx="2" clrIdx="0"/>
  <p:cmAuthor id="3292" name="Unknown User11" initials="U" lastIdx="0" clrIdx="3291"/>
  <p:cmAuthor id="6" name="Lingjing Zheng (IB)" initials="L" lastIdx="4" clrIdx="1"/>
  <p:cmAuthor id="3293" name="Unknown User22" initials="U" lastIdx="0" clrIdx="3292"/>
  <p:cmAuthor id="7" name="Haiyang Wang" initials="H" lastIdx="4" clrIdx="2"/>
  <p:cmAuthor id="3294" name="Unknown User23" initials="U" lastIdx="0" clrIdx="3293"/>
  <p:cmAuthor id="8" name="周逸翰" initials="周" lastIdx="1" clrIdx="3"/>
  <p:cmAuthor id="3295" name="未知的使用者112" initials="未" lastIdx="0" clrIdx="3294"/>
  <p:cmAuthor id="9" name="作者" initials="作" lastIdx="0" clrIdx="1"/>
  <p:cmAuthor id="3296" name="未知的使用者98" initials="未" lastIdx="0" clrIdx="3295"/>
  <p:cmAuthor id="10" name="meixin hu" initials="m" lastIdx="1" clrIdx="0"/>
  <p:cmAuthor id="3297" name="未知的使用者145" initials="未" lastIdx="0" clrIdx="3296"/>
  <p:cmAuthor id="11" name="Saunter" initials="S" lastIdx="13" clrIdx="1"/>
  <p:cmAuthor id="3298" name="未知的使用者147" initials="未" lastIdx="0" clrIdx="3297"/>
  <p:cmAuthor id="12" name="王瑶" initials="王" lastIdx="2" clrIdx="0"/>
  <p:cmAuthor id="3299" name="未知的使用者133" initials="未" lastIdx="0" clrIdx="3298"/>
  <p:cmAuthor id="13" name="秦维维" initials="秦" lastIdx="23" clrIdx="0"/>
  <p:cmAuthor id="3300" name="未知的使用者134" initials="未" lastIdx="0" clrIdx="3299"/>
  <p:cmAuthor id="14" name="仝德志" initials="仝" lastIdx="1" clrIdx="0"/>
  <p:cmAuthor id="3301" name="未知的使用者136" initials="未" lastIdx="0" clrIdx="3300"/>
  <p:cmAuthor id="15" name="未知用户1" initials="未" lastIdx="1" clrIdx="0"/>
  <p:cmAuthor id="1085065011" name="﹎ヾ☆Szeretlek~" initials="﹎" lastIdx="2" clrIdx="0"/>
  <p:cmAuthor id="3302" name="未知的使用者137" initials="未" lastIdx="0" clrIdx="3301"/>
  <p:cmAuthor id="16" name="未知用户8" initials="未" lastIdx="6" clrIdx="0"/>
  <p:cmAuthor id="3303" name="未知的使用者138" initials="未" lastIdx="0" clrIdx="3302"/>
  <p:cmAuthor id="17" name="未知用户9" initials="未" lastIdx="0" clrIdx="2"/>
  <p:cmAuthor id="3304" name="未知的使用者139" initials="未" lastIdx="0" clrIdx="3303"/>
  <p:cmAuthor id="18" name="未知用户7" initials="未" lastIdx="1" clrIdx="0"/>
  <p:cmAuthor id="3305" name="未知的使用者140" initials="未" lastIdx="0" clrIdx="3304"/>
  <p:cmAuthor id="19" name="ccb" initials="c" lastIdx="1" clrIdx="0"/>
  <p:cmAuthor id="3306" name="未知的使用者165" initials="未" lastIdx="0" clrIdx="3305"/>
  <p:cmAuthor id="20" name="chn0000012" initials="c" lastIdx="1" clrIdx="0"/>
  <p:cmAuthor id="3307" name="未知的使用者158" initials="未" lastIdx="0" clrIdx="3306"/>
  <p:cmAuthor id="21" name="WHTP" initials="W" lastIdx="1" clrIdx="20"/>
  <p:cmAuthor id="3308" name="未知的使用者149" initials="未" lastIdx="0" clrIdx="3307"/>
  <p:cmAuthor id="22" name="Lenovo" initials="L" lastIdx="1" clrIdx="0"/>
  <p:cmAuthor id="3309" name="未知的使用者168" initials="未" lastIdx="0" clrIdx="3308"/>
  <p:cmAuthor id="23" name="Redeker, Yolanda" initials="R" lastIdx="9" clrIdx="1"/>
  <p:cmAuthor id="3310" name="未知的使用者117" initials="未" lastIdx="0" clrIdx="3309"/>
  <p:cmAuthor id="24" name="Tseng, Melanie" initials="T" lastIdx="3" clrIdx="2"/>
  <p:cmAuthor id="3311" name="clinchen" initials="c" lastIdx="0" clrIdx="3310"/>
  <p:cmAuthor id="25" name="Tao, Sherry Sitong" initials="T" lastIdx="1" clrIdx="14"/>
  <p:cmAuthor id="3312" name="未知的使用者198" initials="未" lastIdx="0" clrIdx="3311"/>
  <p:cmAuthor id="26" name="杨素雯" initials="杨" lastIdx="30" clrIdx="1"/>
  <p:cmAuthor id="3313" name="未知的使用者205" initials="未" lastIdx="0" clrIdx="3312"/>
  <p:cmAuthor id="27" name="hj" initials="h" lastIdx="2" clrIdx="2"/>
  <p:cmAuthor id="3314" name="未知的使用者194" initials="未" lastIdx="0" clrIdx="3313"/>
  <p:cmAuthor id="28" name="IKKI" initials="I" lastIdx="1" clrIdx="0"/>
  <p:cmAuthor id="3315" name="未知的使用者183" initials="未" lastIdx="0" clrIdx="3314"/>
  <p:cmAuthor id="29" name="bob kang" initials="b" lastIdx="3" clrIdx="15"/>
  <p:cmAuthor id="3316" name="未知的使用者184" initials="未" lastIdx="0" clrIdx="3315"/>
  <p:cmAuthor id="30" name="Administrator" initials="A" lastIdx="41" clrIdx="0"/>
  <p:cmAuthor id="3317" name="未知的使用者187" initials="未" lastIdx="0" clrIdx="3316"/>
  <p:cmAuthor id="31" name="彭浩" initials="彭" lastIdx="1" clrIdx="4"/>
  <p:cmAuthor id="3318" name="未知的使用者202" initials="未" lastIdx="0" clrIdx="3317"/>
  <p:cmAuthor id="32" name="zyrstz" initials="z" lastIdx="11" clrIdx="11"/>
  <p:cmAuthor id="3319" name="未知的使用者171" initials="未" lastIdx="0" clrIdx="3318"/>
  <p:cmAuthor id="33" name="庞尔慧" initials="庞" lastIdx="91" clrIdx="12"/>
  <p:cmAuthor id="3320" name="未知的使用者196" initials="未" lastIdx="0" clrIdx="3319"/>
  <p:cmAuthor id="34" name="XMY" initials="X" lastIdx="1" clrIdx="18"/>
  <p:cmAuthor id="3321" name="未知的使用者203" initials="未" lastIdx="0" clrIdx="3320"/>
  <p:cmAuthor id="35" name="xmy" initials="x" lastIdx="4" clrIdx="19"/>
  <p:cmAuthor id="3322" name="未知的使用者42" initials="未" lastIdx="0" clrIdx="3321"/>
  <p:cmAuthor id="332710175" name="梦里啥都有 " initials="梦" lastIdx="1" clrIdx="0"/>
  <p:cmAuthor id="36" name="wum20" initials="w" lastIdx="1" clrIdx="7"/>
  <p:cmAuthor id="3323" name="未知的使用者39" initials="未" lastIdx="0" clrIdx="3322"/>
  <p:cmAuthor id="37" name="未知用户2" initials="未" lastIdx="1" clrIdx="1"/>
  <p:cmAuthor id="3324" name="未知的使用者64" initials="未" lastIdx="0" clrIdx="3323"/>
  <p:cmAuthor id="38" name="未知用户3" initials="未" lastIdx="3" clrIdx="0"/>
  <p:cmAuthor id="3325" name="未知的使用者65" initials="未" lastIdx="0" clrIdx="3324"/>
  <p:cmAuthor id="39" name="武敏" initials="武" lastIdx="2" clrIdx="8"/>
  <p:cmAuthor id="3326" name="未知的使用者66" initials="未" lastIdx="0" clrIdx="3325"/>
  <p:cmAuthor id="40" name="ZYSR-XY" initials="Z" lastIdx="6" clrIdx="10"/>
  <p:cmAuthor id="3327" name="未知的使用者57" initials="未" lastIdx="0" clrIdx="3326"/>
  <p:cmAuthor id="41" name="刘颖" initials="刘" lastIdx="7" clrIdx="0"/>
  <p:cmAuthor id="3328" name="邓艳" initials="邓艳" lastIdx="0" clrIdx="3327"/>
  <p:cmAuthor id="42" name="Chen, Naikang A." initials="C" lastIdx="6" clrIdx="0"/>
  <p:cmAuthor id="3329" name="WANGYUAN103" initials="W" lastIdx="0" clrIdx="3328"/>
  <p:cmAuthor id="43" name="song song" initials="s" lastIdx="1" clrIdx="0"/>
  <p:cmAuthor id="3330" name="CAIJING918" initials="C" lastIdx="0" clrIdx="3329"/>
  <p:cmAuthor id="44" name="曾阿婷" initials="曾" lastIdx="1" clrIdx="16"/>
  <p:cmAuthor id="3331" name="ZHANGYUWEI961" initials="Z" lastIdx="0" clrIdx="3330"/>
  <p:cmAuthor id="45" name="Mia Vida Villanueva" initials="M" lastIdx="1" clrIdx="0"/>
  <p:cmAuthor id="3332" name="HANZHENCHAO871" initials="H" lastIdx="0" clrIdx="3331"/>
  <p:cmAuthor id="46" name="yubaoquan" initials="y" lastIdx="1" clrIdx="4"/>
  <p:cmAuthor id="3333" name="liyanfei011" initials="l" lastIdx="0" clrIdx="3332"/>
  <p:cmAuthor id="47" name="ting yue" initials="t" lastIdx="1" clrIdx="0"/>
  <p:cmAuthor id="3334" name="楠沐YOMI" initials="楠" lastIdx="0" clrIdx="3333"/>
  <p:cmAuthor id="48" name="Peter Pan" initials="P" lastIdx="1" clrIdx="0"/>
  <p:cmAuthor id="3335" name="花香馥郁" initials="花" lastIdx="0" clrIdx="3334"/>
  <p:cmAuthor id="49" name="Louise Adamson (HI)" initials="L" lastIdx="173" clrIdx="9"/>
  <p:cmAuthor id="3336" name="王琳undefined" initials="王" lastIdx="0" clrIdx="3335"/>
  <p:cmAuthor id="50" name="david bin" initials="d" lastIdx="3" clrIdx="0"/>
  <p:cmAuthor id="3337" name="吴勋" initials="吴" lastIdx="0" clrIdx="3336"/>
  <p:cmAuthor id="51" name="MLOONG" initials="M" lastIdx="1" clrIdx="0"/>
  <p:cmAuthor id="3338" name="长清个险" initials="长" lastIdx="0" clrIdx="3337"/>
  <p:cmAuthor id="52" name="未知用户4" initials="未" lastIdx="6" clrIdx="0"/>
  <p:cmAuthor id="3339" name="wll0504" initials="w" lastIdx="0" clrIdx="3338"/>
  <p:cmAuthor id="53" name="未知用户5" initials="未" lastIdx="2" clrIdx="0"/>
  <p:cmAuthor id="3340" name="堃®" initials="堃" lastIdx="0" clrIdx="3339"/>
  <p:cmAuthor id="54" name="未知用户6" initials="未" lastIdx="1" clrIdx="0"/>
  <p:cmAuthor id="3341" name="wangjuan1" initials="w" lastIdx="0" clrIdx="3340"/>
  <p:cmAuthor id="55" name="於宝泉" initials="於" lastIdx="0" clrIdx="2"/>
  <p:cmAuthor id="3342" name="张可" initials="张" lastIdx="0" clrIdx="3341"/>
  <p:cmAuthor id="56" name="djz" initials="d" lastIdx="0" clrIdx="0"/>
  <p:cmAuthor id="3343" name="ZIMAI" initials="Z" lastIdx="0" clrIdx="3342"/>
  <p:cmAuthor id="57" name="未知用户20" initials="未" lastIdx="1" clrIdx="0"/>
  <p:cmAuthor id="3344" name="King Jeffrey" initials="K" lastIdx="0" clrIdx="3343"/>
  <p:cmAuthor id="58" name="未知用户21" initials="未" lastIdx="1" clrIdx="0"/>
  <p:cmAuthor id="3345" name="刘怡" initials="L" lastIdx="0" clrIdx="3344"/>
  <p:cmAuthor id="59" name=" " initials=" " lastIdx="1" clrIdx="16"/>
  <p:cmAuthor id="3346" name="WUZEPENG565" initials="W" lastIdx="0" clrIdx="3345"/>
  <p:cmAuthor id="60" name="Liu Dong" initials="L" lastIdx="1" clrIdx="0"/>
  <p:cmAuthor id="3347" name="DAYAHUI282" initials="D" lastIdx="0" clrIdx="3346"/>
  <p:cmAuthor id="61" name="Zhao Jing" initials="Z" lastIdx="1" clrIdx="2"/>
  <p:cmAuthor id="3348" name="liujl34" initials="l" lastIdx="0" clrIdx="3347"/>
  <p:cmAuthor id="62" name="未知用户24" initials="未" lastIdx="1" clrIdx="12"/>
  <p:cmAuthor id="3349" name="李瑞端undefined" initials="LRD" lastIdx="0" clrIdx="3348"/>
  <p:cmAuthor id="63" name="YANQING BAO" initials="Y" lastIdx="3" clrIdx="0"/>
  <p:cmAuthor id="3350" name="张可undefined" initials="张" lastIdx="0" clrIdx="3349"/>
  <p:cmAuthor id="64" name="未知用户26" initials="未" lastIdx="1" clrIdx="0"/>
  <p:cmAuthor id="3351" name="liyux" initials="l" lastIdx="0" clrIdx="3350"/>
  <p:cmAuthor id="65" name="Roet-Reinking, Nathalie" initials="R" lastIdx="1" clrIdx="0"/>
  <p:cmAuthor id="3352" name="樊佳佳" initials="樊" lastIdx="0" clrIdx="3351"/>
  <p:cmAuthor id="66" name="张金龙" initials="张" lastIdx="9" clrIdx="0"/>
  <p:cmAuthor id="3353" name="clicadmin" initials="c" lastIdx="0" clrIdx="3352"/>
  <p:cmAuthor id="67" name="祝惠蓉" initials="祝" lastIdx="3" clrIdx="8"/>
  <p:cmAuthor id="3354" name="杨景越" initials="杨" lastIdx="0" clrIdx="3353"/>
  <p:cmAuthor id="68" name="陈俊奕" initials="陈俊奕" lastIdx="1" clrIdx="20"/>
  <p:cmAuthor id="3355" name="EDZ" initials="E" lastIdx="0" clrIdx="3354"/>
  <p:cmAuthor id="69" name="宋海锐" initials="宋" lastIdx="2" clrIdx="68"/>
  <p:cmAuthor id="3356" name="wanzy001" initials="w" lastIdx="0" clrIdx="3355"/>
  <p:cmAuthor id="70" name="张谭" initials="TM" lastIdx="1" clrIdx="69"/>
  <p:cmAuthor id="3357" name="gexianbu" initials="g" lastIdx="0" clrIdx="3356"/>
  <p:cmAuthor id="71" name="xiaver xiaver" initials="xx" lastIdx="1" clrIdx="70"/>
  <p:cmAuthor id="3358" name="76019" initials="7" lastIdx="0" clrIdx="3357"/>
  <p:cmAuthor id="72" name="zhao tianyi" initials="zt" lastIdx="2" clrIdx="71"/>
  <p:cmAuthor id="3359" name="章瑾雯" initials="章" lastIdx="0" clrIdx="3358"/>
  <p:cmAuthor id="73" name="刘 阳春" initials="刘" lastIdx="1" clrIdx="72"/>
  <p:cmAuthor id="3360" name="54186" initials="5" lastIdx="0" clrIdx="3359"/>
  <p:cmAuthor id="74" name="三农金融事业部综合员" initials="三" lastIdx="1" clrIdx="0"/>
  <p:cmAuthor id="3361" name="lwj198806" initials="l" lastIdx="0" clrIdx="3360"/>
  <p:cmAuthor id="75" name="s x" initials="s" lastIdx="2" clrIdx="0"/>
  <p:cmAuthor id="3362" name="测试账户" initials="测" lastIdx="0" clrIdx="3361"/>
  <p:cmAuthor id="76" name="郭欣萍" initials="郭" lastIdx="4" clrIdx="3"/>
  <p:cmAuthor id="3363" name="祁先锋undefined" initials="P" lastIdx="0" clrIdx="3362"/>
  <p:cmAuthor id="77" name="唐思源" initials="唐" lastIdx="1" clrIdx="0"/>
  <p:cmAuthor id="3364" name="李晓芹undefined" initials="l" lastIdx="0" clrIdx="3363"/>
  <p:cmAuthor id="78" name="何 静" initials="何" lastIdx="1" clrIdx="4"/>
  <p:cmAuthor id="3365" name="hechun" initials="h" lastIdx="0" clrIdx="3364"/>
  <p:cmAuthor id="79" name="未知用户32" initials="未" lastIdx="0" clrIdx="2"/>
  <p:cmAuthor id="3366" name="和龙支公司" initials="和" lastIdx="0" clrIdx="3365"/>
  <p:cmAuthor id="80" name="未知用户33" initials="未" lastIdx="1" clrIdx="0"/>
  <p:cmAuthor id="3367" name="XUFENG939" initials="X" lastIdx="0" clrIdx="3366"/>
  <p:cmAuthor id="81" name="孟萦" initials="孟" lastIdx="1" clrIdx="2"/>
  <p:cmAuthor id="3368" name="x s" initials="x" lastIdx="0" clrIdx="3367"/>
  <p:cmAuthor id="82" name="彬 罗" initials="彬" lastIdx="1" clrIdx="1"/>
  <p:cmAuthor id="3369" name="tjyeqing" initials="tjyeqing" lastIdx="0" clrIdx="3368"/>
  <p:cmAuthor id="83" name="PC" initials="P" lastIdx="1" clrIdx="0"/>
  <p:cmAuthor id="3370" name="HOUFANGSHUO717" initials="H" lastIdx="0" clrIdx="3369"/>
  <p:cmAuthor id="84" name="罗彬" initials="罗" lastIdx="1" clrIdx="0"/>
  <p:cmAuthor id="3371" name="chenlin5" initials="c" lastIdx="0" clrIdx="3370"/>
  <p:cmAuthor id="85" name="ts" initials="t" lastIdx="0" clrIdx="0"/>
  <p:cmAuthor id="3372" name="CHENXI201" initials="C" lastIdx="0" clrIdx="3371"/>
  <p:cmAuthor id="86" name="1 mac" initials="1" lastIdx="1" clrIdx="0"/>
  <p:cmAuthor id="3373" name="程璐" initials="程" lastIdx="0" clrIdx="3372"/>
  <p:cmAuthor id="87" name="未知用户12" initials="未" lastIdx="2" clrIdx="0"/>
  <p:cmAuthor id="3374" name="liucr17" initials="l" lastIdx="0" clrIdx="3373"/>
  <p:cmAuthor id="88" name="Jinyi" initials="J" lastIdx="42" clrIdx="2"/>
  <p:cmAuthor id="3375" name="yuantian01" initials="y" lastIdx="0" clrIdx="3374"/>
  <p:cmAuthor id="89" name="江涛 李" initials="江" lastIdx="2" clrIdx="0"/>
  <p:cmAuthor id="3376" name="changxl05" initials="c" lastIdx="0" clrIdx="3375"/>
  <p:cmAuthor id="90" name="林雪" initials="林" lastIdx="1" clrIdx="13"/>
  <p:cmAuthor id="3377" name="qq" initials="q" lastIdx="0" clrIdx="3376"/>
  <p:cmAuthor id="91" name="Zhanwei Xiao(CUC SRD2-HZ-FZ)" initials="Z" lastIdx="0" clrIdx="0"/>
  <p:cmAuthor id="3378" name="huangq" initials="h" lastIdx="0" clrIdx="3377"/>
  <p:cmAuthor id="92" name="番茄花园" initials="番" lastIdx="4" clrIdx="0"/>
  <p:cmAuthor id="3379" name="luozhf" initials="l" lastIdx="0" clrIdx="3378"/>
  <p:cmAuthor id="93" name="W Nic" initials="W" lastIdx="1" clrIdx="0"/>
  <p:cmAuthor id="3380" name="霍璐洁" initials="霍" lastIdx="0" clrIdx="3379"/>
  <p:cmAuthor id="94" name="李佳" initials="李" lastIdx="2" clrIdx="0"/>
  <p:cmAuthor id="3381" name="陈尔俊" initials="陈" lastIdx="0" clrIdx="3380"/>
  <p:cmAuthor id="95" name="diana.cheng" initials="d" lastIdx="1" clrIdx="1"/>
  <p:cmAuthor id="3382" name="许昌唐翠玲" initials="许" lastIdx="0" clrIdx="3381"/>
  <p:cmAuthor id="96" name="黄欣悦" initials="黄" lastIdx="7" clrIdx="2"/>
  <p:cmAuthor id="229853432" name="咚咚" initials="咚" lastIdx="1" clrIdx="145"/>
  <p:cmAuthor id="3383" name="Sha" initials="S" lastIdx="0" clrIdx="3382"/>
  <p:cmAuthor id="97" name="Zhou, Jane Ye" initials="Z" lastIdx="1" clrIdx="3"/>
  <p:cmAuthor id="3384" name="Fay" initials="F" lastIdx="0" clrIdx="3383"/>
  <p:cmAuthor id="98" name="Ma, Jun A." initials="M" lastIdx="4" clrIdx="4"/>
  <p:cmAuthor id="3385" name="伟 丁" initials="伟" lastIdx="0" clrIdx="3384"/>
  <p:cmAuthor id="99" name="Doris Tan" initials="D" lastIdx="1" clrIdx="0"/>
  <p:cmAuthor id="3386" name="邰腾飞" initials="邰" lastIdx="0" clrIdx="3385"/>
  <p:cmAuthor id="100" name="Joy HL Sang" initials="J" lastIdx="4" clrIdx="2"/>
  <p:cmAuthor id="3387" name="齐 香梅" initials="齐" lastIdx="0" clrIdx="3386"/>
  <p:cmAuthor id="101" name="冯智强" initials="冯" lastIdx="2" clrIdx="14"/>
  <p:cmAuthor id="3388" name="Sunrise" initials="S" lastIdx="0" clrIdx="3387"/>
  <p:cmAuthor id="102" name="Zhou, Joey (IBD)" initials="Z" lastIdx="1" clrIdx="8"/>
  <p:cmAuthor id="3389" name="28051" initials="2" lastIdx="0" clrIdx="3388"/>
  <p:cmAuthor id="103" name="孙运海" initials="孙" lastIdx="1" clrIdx="29"/>
  <p:cmAuthor id="3390" name="徐晓飞-XiaoFei/HISH/HQ" initials="徐晓飞-XiaoFei/HISH/HQ" lastIdx="0" clrIdx="3389"/>
  <p:cmAuthor id="104" name="浩 陈" initials="浩" lastIdx="1" clrIdx="14"/>
  <p:cmAuthor id="3391" name="jiangpeihang" initials="j" lastIdx="0" clrIdx="3390"/>
  <p:cmAuthor id="105" name="wumin" initials="w" lastIdx="3" clrIdx="3"/>
  <p:cmAuthor id="3392" name="周丽undefined" initials="周" lastIdx="0" clrIdx="3391"/>
  <p:cmAuthor id="106" name="未知用户17" initials="未" lastIdx="1" clrIdx="21"/>
  <p:cmAuthor id="3393" name="谢 腊梅" initials="腊谢" lastIdx="0" clrIdx="3392"/>
  <p:cmAuthor id="107" name="岳文甲" initials="岳" lastIdx="1" clrIdx="1"/>
  <p:cmAuthor id="3394" name="程凯" initials="程" lastIdx="0" clrIdx="3393"/>
  <p:cmAuthor id="108" name="91huhang" initials="9" lastIdx="1" clrIdx="0"/>
  <p:cmAuthor id="3395" name="zhaowd1018" initials="z" lastIdx="0" clrIdx="3394"/>
  <p:cmAuthor id="109" name="Ms" initials="M" lastIdx="1" clrIdx="0"/>
  <p:cmAuthor id="3396" name="laobao" initials="l" lastIdx="0" clrIdx="3395"/>
  <p:cmAuthor id="110" name="Franca, Ryan {MDAO~Basel}" initials="F" lastIdx="6" clrIdx="6"/>
  <p:cmAuthor id="3397" name="tangjuan01" initials="t" lastIdx="0" clrIdx="3396"/>
  <p:cmAuthor id="111" name="李传波" initials="李" lastIdx="10" clrIdx="0"/>
  <p:cmAuthor id="3398" name="溯" initials="溯" lastIdx="0" clrIdx="3397"/>
  <p:cmAuthor id="112" name="45383746@qq.com" initials="4" lastIdx="1" clrIdx="1"/>
  <p:cmAuthor id="3399" name="jxtk3" initials="j" lastIdx="0" clrIdx="3398"/>
  <p:cmAuthor id="113" name="hauk guan" initials="h" lastIdx="7" clrIdx="2"/>
  <p:cmAuthor id="3400" name="美红 张" initials="美张" lastIdx="0" clrIdx="3399"/>
  <p:cmAuthor id="114" name="sierra" initials="s" lastIdx="1" clrIdx="5"/>
  <p:cmAuthor id="3401" name="xuety" initials="x" lastIdx="0" clrIdx="3400"/>
  <p:cmAuthor id="115" name="陈艳" initials="陈" lastIdx="1" clrIdx="44"/>
  <p:cmAuthor id="3402" name="啊" initials="啊" lastIdx="0" clrIdx="3401"/>
  <p:cmAuthor id="116" name="王 公然" initials="王" lastIdx="1" clrIdx="73"/>
  <p:cmAuthor id="3403" name="WPS_608062931" initials="W" lastIdx="0" clrIdx="3402"/>
  <p:cmAuthor id="117" name="MC SYSTEM" initials="M" lastIdx="2" clrIdx="0"/>
  <p:cmAuthor id="3404" name="空" initials="空" lastIdx="0" clrIdx="3403"/>
  <p:cmAuthor id="118" name="spring_ren" initials="s" lastIdx="2" clrIdx="1"/>
  <p:cmAuthor id="3405" name="TC" initials="T" lastIdx="0" clrIdx="3404"/>
  <p:cmAuthor id="119" name="李璐---寿险总公司营销管理部" initials="李" lastIdx="0" clrIdx="0"/>
  <p:cmAuthor id="3406" name="Lyn" initials="L" lastIdx="0" clrIdx="3405"/>
  <p:cmAuthor id="120" name="xuqing" initials="x" lastIdx="4" clrIdx="0"/>
  <p:cmAuthor id="3407" name="郭一百" initials="郭" lastIdx="0" clrIdx="3406"/>
  <p:cmAuthor id="121" name="王顶" initials="王" lastIdx="1" clrIdx="0"/>
  <p:cmAuthor id="3408" name="无线风筝" initials="无" lastIdx="0" clrIdx="3407"/>
  <p:cmAuthor id="122" name="Han Bo" initials="" lastIdx="7" clrIdx="22"/>
  <p:cmAuthor id="3409" name="太☆阳♀与&amp;月亮" initials="太" lastIdx="0" clrIdx="3408"/>
  <p:cmAuthor id="123" name="330488008@qq.com" initials="" lastIdx="4" clrIdx="23"/>
  <p:cmAuthor id="3410" name="马淑花（马华）" initials="马" lastIdx="0" clrIdx="3409"/>
  <p:cmAuthor id="124" name="Norton" initials="N" lastIdx="1" clrIdx="1"/>
  <p:cmAuthor id="3411" name="桃桃乌龙茶" initials="桃" lastIdx="0" clrIdx="3410"/>
  <p:cmAuthor id="125" name="郭荣辉" initials="" lastIdx="1" clrIdx="0"/>
  <p:cmAuthor id="3412" name="" initials="" lastIdx="0" clrIdx="3411"/>
  <p:cmAuthor id="126" name="冯炳辰/业务管理部/私人银行部/总行机关/ABC" initials="" lastIdx="17" clrIdx="0"/>
  <p:cmAuthor id="3413" name="18796225993@163.com" initials="" lastIdx="0" clrIdx="3412"/>
  <p:cmAuthor id="127" name="谢俊/技术总监室/软件开发中心/总行机关/ABC" initials="" lastIdx="141" clrIdx="2"/>
  <p:cmAuthor id="3414" name="Andreas＿ZR" initials="A" lastIdx="0" clrIdx="3413"/>
  <p:cmAuthor id="128" name="Ray" initials="R" lastIdx="0" clrIdx="0"/>
  <p:cmAuthor id="3415" name="赵瑞韬" initials="赵" lastIdx="0" clrIdx="3414"/>
  <p:cmAuthor id="129" name="Q Q" initials="Q" lastIdx="1" clrIdx="3"/>
  <p:cmAuthor id="3416" name="于 檬檬" initials="于" lastIdx="0" clrIdx="3415"/>
  <p:cmAuthor id="130" name="柳 先涛" initials="柳" lastIdx="8" clrIdx="0"/>
  <p:cmAuthor id="3417" name="路途浅显" initials="路" lastIdx="0" clrIdx="3416"/>
  <p:cmAuthor id="131" name="hu oreo" initials="ho" lastIdx="1" clrIdx="34"/>
  <p:cmAuthor id="3418" name="小睿" initials="小" lastIdx="0" clrIdx="3417"/>
  <p:cmAuthor id="132" name="GJB-L13-1" initials="G" lastIdx="1" clrIdx="131"/>
  <p:cmAuthor id="3419" name="张松琴" initials="张" lastIdx="0" clrIdx="3418"/>
  <p:cmAuthor id="133" name="Elfie" initials="E" lastIdx="1" clrIdx="0"/>
  <p:cmAuthor id="3420" name="孙晓馨" initials="孙" lastIdx="0" clrIdx="3419"/>
  <p:cmAuthor id="134" name="杨奇" initials="杨" lastIdx="1" clrIdx="133"/>
  <p:cmAuthor id="3421" name="liudian" initials="l" lastIdx="0" clrIdx="3420"/>
  <p:cmAuthor id="135" name="Chris" initials="C" lastIdx="1" clrIdx="134"/>
  <p:cmAuthor id="3422" name="李昕锴" initials="李" lastIdx="0" clrIdx="3421"/>
  <p:cmAuthor id="136" name="lenovo" initials="l" lastIdx="1" clrIdx="135"/>
  <p:cmAuthor id="3423" name="蒋夏" initials="蒋" lastIdx="0" clrIdx="3422"/>
  <p:cmAuthor id="137" name="丁蕾" initials="丁" lastIdx="1" clrIdx="138"/>
  <p:cmAuthor id="3424" name="wangxin001" initials="w" lastIdx="0" clrIdx="3423"/>
  <p:cmAuthor id="138" name="乐婷" initials="乐" lastIdx="1" clrIdx="137"/>
  <p:cmAuthor id="3425" name="wangcq40" initials="w" lastIdx="0" clrIdx="3424"/>
  <p:cmAuthor id="246929439" name="WPS_246929439" initials="W" lastIdx="3" clrIdx="1309"/>
  <p:cmAuthor id="139" name="徐敏" initials="徐" lastIdx="1" clrIdx="138"/>
  <p:cmAuthor id="3426" name="qusl02" initials="q" lastIdx="0" clrIdx="3425"/>
  <p:cmAuthor id="140" name="未知用户15" initials="未" lastIdx="1" clrIdx="0"/>
  <p:cmAuthor id="3427" name="sunfc" initials="s" lastIdx="0" clrIdx="3426"/>
  <p:cmAuthor id="141" name="67556" initials="6" lastIdx="1" clrIdx="140"/>
  <p:cmAuthor id="3428" name="zhangjue" initials="z" lastIdx="0" clrIdx="3427"/>
  <p:cmAuthor id="142" name="侯本源" initials="侯" lastIdx="1" clrIdx="141"/>
  <p:cmAuthor id="3429" name="vz912" initials="v" lastIdx="0" clrIdx="3428"/>
  <p:cmAuthor id="143" name="未知用户18" initials="未" lastIdx="1" clrIdx="0"/>
  <p:cmAuthor id="3430" name="YEYINGEN152" initials="Y" lastIdx="0" clrIdx="3429"/>
  <p:cmAuthor id="144" name="Meredith Kalish" initials="M" lastIdx="19" clrIdx="10"/>
  <p:cmAuthor id="3431" name="wlj352" initials="w" lastIdx="0" clrIdx="3430"/>
  <p:cmAuthor id="145" name="马小群" initials="董" lastIdx="1" clrIdx="144"/>
  <p:cmAuthor id="3432" name="86130" initials="8" lastIdx="0" clrIdx="3431"/>
  <p:cmAuthor id="146" name="Andrea Michels" initials="A" lastIdx="13" clrIdx="13"/>
  <p:cmAuthor id="3433" name="锅锅 城" initials="锅城" lastIdx="0" clrIdx="3432"/>
  <p:cmAuthor id="394525608" name="仇怿俊" initials="仇" lastIdx="0" clrIdx="0"/>
  <p:cmAuthor id="147" name="黄海腾" initials="黄" lastIdx="1" clrIdx="146"/>
  <p:cmAuthor id="3434" name="赵倩楠" initials="赵" lastIdx="0" clrIdx="3433"/>
  <p:cmAuthor id="394525609" name="Xiaosu Wang" initials="XW" lastIdx="1" clrIdx="24"/>
  <p:cmAuthor id="148" name="唐艳轩" initials="唐" lastIdx="3" clrIdx="147"/>
  <p:cmAuthor id="3435" name="lxd" initials="l" lastIdx="0" clrIdx="3434"/>
  <p:cmAuthor id="394525610" name="陶祺" initials="陶祺" lastIdx="1" clrIdx="25"/>
  <p:cmAuthor id="149" name="鲍艳丽" initials="鲍" lastIdx="1" clrIdx="148"/>
  <p:cmAuthor id="3436" name="山水" initials="山水" lastIdx="0" clrIdx="3435"/>
  <p:cmAuthor id="150" name="49254" initials="4" lastIdx="1" clrIdx="0"/>
  <p:cmAuthor id="3437" name="沈良芬" initials="沈" lastIdx="0" clrIdx="3436"/>
  <p:cmAuthor id="151" name="吕永朋" initials="吕" lastIdx="1" clrIdx="0"/>
  <p:cmAuthor id="3438" name="86178" initials="8" lastIdx="0" clrIdx="3437"/>
  <p:cmAuthor id="152" name="沛斯 钟" initials="沛" lastIdx="1" clrIdx="2"/>
  <p:cmAuthor id="3439" name="Mia" initials="M" lastIdx="0" clrIdx="3438"/>
  <p:cmAuthor id="153" name="未知用户23" initials="未" lastIdx="4" clrIdx="2"/>
  <p:cmAuthor id="3440" name="宣传部01" initials="宣" lastIdx="0" clrIdx="3439"/>
  <p:cmAuthor id="154" name="qhb" initials="q" lastIdx="1" clrIdx="153"/>
  <p:cmAuthor id="3441" name="syw" initials="s" lastIdx="0" clrIdx="3440"/>
  <p:cmAuthor id="155" name="未知用户28" initials="未" lastIdx="1" clrIdx="0"/>
  <p:cmAuthor id="3442" name="zhouyingxiang" initials="z" lastIdx="0" clrIdx="3441"/>
  <p:cmAuthor id="156" name="TaiKang" initials="T" lastIdx="0" clrIdx="0"/>
  <p:cmAuthor id="3443" name="zhangyahan" initials="z" lastIdx="0" clrIdx="3442"/>
  <p:cmAuthor id="157" name="yanqiqi-lgd" initials="y" lastIdx="2" clrIdx="5"/>
  <p:cmAuthor id="3444" name="爱恩" initials="爱" lastIdx="0" clrIdx="3443"/>
  <p:cmAuthor id="158" name="547716734@qq.com" initials="5" lastIdx="0" clrIdx="0"/>
  <p:cmAuthor id="3445" name="周豪特_N7nyVj2I" initials="authorId_419394838" lastIdx="0" clrIdx="3444"/>
  <p:cmAuthor id="159" name="未知用户16" initials="未" lastIdx="1" clrIdx="17"/>
  <p:cmAuthor id="3446" name="丁华乐_qaMraEby" initials="authorId_616659736" lastIdx="0" clrIdx="3445"/>
  <p:cmAuthor id="160" name="未知用户10" initials="未" lastIdx="1" clrIdx="20"/>
  <p:cmAuthor id="3447" name="罗平_QfY3MnyU" initials="authorId_1512265542" lastIdx="0" clrIdx="3446"/>
  <p:cmAuthor id="161" name="贺龙" initials="贺" lastIdx="1" clrIdx="0"/>
  <p:cmAuthor id="3448" name="c ff" initials="fc" lastIdx="0" clrIdx="3447"/>
  <p:cmAuthor id="698080073" name="LiX" initials="L" lastIdx="1" clrIdx="1210"/>
  <p:cmAuthor id="162" name="个险部" initials="个" lastIdx="1" clrIdx="0"/>
  <p:cmAuthor id="3449" name="ZHULI437" initials="Z" lastIdx="0" clrIdx="3448"/>
  <p:cmAuthor id="163" name="张莹" initials="张" lastIdx="1" clrIdx="21"/>
  <p:cmAuthor id="3450" name="chenjian12" initials="c" lastIdx="0" clrIdx="3449"/>
  <p:cmAuthor id="164" name="Ju Dawei" initials="JD" lastIdx="1" clrIdx="134"/>
  <p:cmAuthor id="3451" name="QIAOYI843" initials="Q" lastIdx="0" clrIdx="3450"/>
  <p:cmAuthor id="165" name="Windows 用户" initials="W用" lastIdx="3" clrIdx="142"/>
  <p:cmAuthor id="3452" name="ZHOUZIYI324" initials="Z" lastIdx="0" clrIdx="3451"/>
  <p:cmAuthor id="166" name="楼冠华" initials="U" lastIdx="1" clrIdx="124"/>
  <p:cmAuthor id="3453" name="houym09" initials="h" lastIdx="0" clrIdx="3452"/>
  <p:cmAuthor id="167" name="YC" initials="Y" lastIdx="1" clrIdx="134"/>
  <p:cmAuthor id="3454" name="yn-zt14" initials="y" lastIdx="0" clrIdx="3453"/>
  <p:cmAuthor id="168" name="侯清英" initials="侯" lastIdx="1" clrIdx="0"/>
  <p:cmAuthor id="3455" name="秦洁" initials="秦" lastIdx="0" clrIdx="3454"/>
  <p:cmAuthor id="169" name="齐登宝" initials="齐" lastIdx="1" clrIdx="1"/>
  <p:cmAuthor id="3456" name="chenjiale737" initials="c" lastIdx="0" clrIdx="3455"/>
  <p:cmAuthor id="170" name="甘 露" initials="甘" lastIdx="5" clrIdx="111"/>
  <p:cmAuthor id="3457" name="宝华 闫" initials="宝" lastIdx="0" clrIdx="3456"/>
  <p:cmAuthor id="233482354" name="金晓珊" initials="金" lastIdx="2" clrIdx="1047"/>
  <p:cmAuthor id="171" name="未知用户47" initials="未" lastIdx="1" clrIdx="0"/>
  <p:cmAuthor id="3458" name="tanxy02" initials="t" lastIdx="0" clrIdx="3457"/>
  <p:cmAuthor id="172" name="zhuqy3" initials="z" lastIdx="1" clrIdx="0"/>
  <p:cmAuthor id="3459" name="杨坤undefined" initials="杨" lastIdx="0" clrIdx="3458"/>
  <p:cmAuthor id="173" name="雷庭" initials="雷" lastIdx="8" clrIdx="0"/>
  <p:cmAuthor id="3460" name="唐汁" initials="唐" lastIdx="0" clrIdx="3459"/>
  <p:cmAuthor id="174" name="f n" initials="fn" lastIdx="1" clrIdx="35"/>
  <p:cmAuthor id="3461" name="孙森淼" initials="孙" lastIdx="0" clrIdx="3460"/>
  <p:cmAuthor id="175" name="cuizijin01" initials="c" lastIdx="6" clrIdx="2"/>
  <p:cmAuthor id="3462" name="刘桐彤" initials="刘" lastIdx="0" clrIdx="3461"/>
  <p:cmAuthor id="176" name="梁潇-lhq" initials="梁" lastIdx="1" clrIdx="0"/>
  <p:cmAuthor id="3463" name="徐月茜" initials="徐月茜" lastIdx="0" clrIdx="3462"/>
  <p:cmAuthor id="177" name="未知用户100" initials="未" lastIdx="0" clrIdx="0"/>
  <p:cmAuthor id="3464" name="1941774798@qq.com" initials="1" lastIdx="0" clrIdx="3463"/>
  <p:cmAuthor id="178" name="未知用户52" initials="未" lastIdx="0" clrIdx="1"/>
  <p:cmAuthor id="3465" name="张燕" initials="张" lastIdx="0" clrIdx="3464"/>
  <p:cmAuthor id="179" name="未知用户85" initials="未" lastIdx="1" clrIdx="0"/>
  <p:cmAuthor id="3466" name="xionghaoqi" initials="x" lastIdx="0" clrIdx="3465"/>
  <p:cmAuthor id="180" name="未知用户86" initials="未" lastIdx="1" clrIdx="0"/>
  <p:cmAuthor id="3467" name="蔡冬妹" initials="蔡冬妹" lastIdx="0" clrIdx="3466"/>
  <p:cmAuthor id="181" name="pc" initials="p" lastIdx="1" clrIdx="1"/>
  <p:cmAuthor id="3468" name="zhangbin_hz" initials="z" lastIdx="0" clrIdx="3467"/>
  <p:cmAuthor id="182" name="jilin" initials="j" lastIdx="20" clrIdx="0"/>
  <p:cmAuthor id="3469" name="杨 晓" initials="杨" lastIdx="0" clrIdx="3468"/>
  <p:cmAuthor id="183" name="songchunhua" initials="s" lastIdx="0" clrIdx="0"/>
  <p:cmAuthor id="3470" name="50243" initials="5" lastIdx="0" clrIdx="3469"/>
  <p:cmAuthor id="184" name="张林林" initials="张" lastIdx="1" clrIdx="0"/>
  <p:cmAuthor id="3471" name="李明强" initials="李" lastIdx="0" clrIdx="3470"/>
  <p:cmAuthor id="185" name="lixiaosong" initials="l" lastIdx="0" clrIdx="2"/>
  <p:cmAuthor id="3472" name="孙赋聪" initials="孙" lastIdx="0" clrIdx="3471"/>
  <p:cmAuthor id="186" name="未知用户78" initials="未" lastIdx="1" clrIdx="0"/>
  <p:cmAuthor id="3473" name="zblackwhite" initials="z" lastIdx="0" clrIdx="3472"/>
  <p:cmAuthor id="187" name="apple" initials="a" lastIdx="1" clrIdx="0"/>
  <p:cmAuthor id="3474" name="chenmd" initials="c" lastIdx="0" clrIdx="3473"/>
  <p:cmAuthor id="188" name="1716266060@qq.com" initials="1" lastIdx="1" clrIdx="0"/>
  <p:cmAuthor id="3475" name="liuaq08" initials="l" lastIdx="0" clrIdx="3474"/>
  <p:cmAuthor id="189" name="马妍" initials="马" lastIdx="1" clrIdx="0"/>
  <p:cmAuthor id="3476" name="ruanjiu" initials="r" lastIdx="0" clrIdx="3475"/>
  <p:cmAuthor id="190" name="2819264246@qq.com" initials="2" lastIdx="1" clrIdx="22"/>
  <p:cmAuthor id="3477" name=" 睡不醒的格桑花。" initials=" " lastIdx="0" clrIdx="3476"/>
  <p:cmAuthor id="191" name="周涛" initials="周" lastIdx="1" clrIdx="0"/>
  <p:cmAuthor id="3478" name="L -bing" initials="Lb" lastIdx="0" clrIdx="3477"/>
  <p:cmAuthor id="192" name="未知用户35" initials="未" lastIdx="17" clrIdx="1"/>
  <p:cmAuthor id="3479" name="郭 小宝" initials="郭" lastIdx="0" clrIdx="3478"/>
  <p:cmAuthor id="193" name="张洲萌" initials="张" lastIdx="1" clrIdx="23"/>
  <p:cmAuthor id="3480" name="王苏明" initials="王" lastIdx="0" clrIdx="3479"/>
  <p:cmAuthor id="194" name="Temp" initials="T" lastIdx="0" clrIdx="0"/>
  <p:cmAuthor id="3481" name="韩鹤松" initials="H" lastIdx="0" clrIdx="3480"/>
  <p:cmAuthor id="195" name="翟宏帅" initials="翟" lastIdx="1" clrIdx="0"/>
  <p:cmAuthor id="3482" name="马 志昊" initials="马" lastIdx="0" clrIdx="3481"/>
  <p:cmAuthor id="196" name="zhang ju" initials="z" lastIdx="1" clrIdx="0"/>
  <p:cmAuthor id="3483" name="吕恒泉" initials="吕" lastIdx="0" clrIdx="3482"/>
  <p:cmAuthor id="197" name="temp" initials="t" lastIdx="2" clrIdx="0"/>
  <p:cmAuthor id="3484" name="Win7" initials="W" lastIdx="0" clrIdx="3483"/>
  <p:cmAuthor id="198" name="志国 刘" initials="志" lastIdx="1" clrIdx="0"/>
  <p:cmAuthor id="3485" name="郏鹏" initials="M" lastIdx="0" clrIdx="3484"/>
  <p:cmAuthor id="199" name="Author" initials="A" lastIdx="0" clrIdx="2"/>
  <p:cmAuthor id="3486" name="liuyuze-002" initials="l" lastIdx="0" clrIdx="3485"/>
  <p:cmAuthor id="200" name="中国人寿曲阜公司个险部" initials="中" lastIdx="1" clrIdx="17"/>
  <p:cmAuthor id="3487" name="suxiang01" initials="s" lastIdx="0" clrIdx="3486"/>
  <p:cmAuthor id="201" name="李 昊" initials="李" lastIdx="1" clrIdx="0"/>
  <p:cmAuthor id="3488" name="谦谦君子จุ๊บ" initials="谦" lastIdx="0" clrIdx="3487"/>
  <p:cmAuthor id="202" name="b1487" initials="b" lastIdx="1" clrIdx="0"/>
  <p:cmAuthor id="3489" name="renhongjun-002" initials="r" lastIdx="0" clrIdx="3488"/>
  <p:cmAuthor id="203" name="谭开元/国寿协同部/总行信用卡中心/广发银行" initials="谭" lastIdx="2" clrIdx="0"/>
  <p:cmAuthor id="3490" name="Yaxuan Wu" initials="Y" lastIdx="0" clrIdx="3489"/>
  <p:cmAuthor id="204" name="deeplm" initials="d" lastIdx="1" clrIdx="0"/>
  <p:cmAuthor id="3491" name="anne" initials="a" lastIdx="0" clrIdx="3490"/>
  <p:cmAuthor id="205" name="lenovo0" initials="l" lastIdx="1" clrIdx="0"/>
  <p:cmAuthor id="3492" name="小彭友" initials="小" lastIdx="0" clrIdx="3491"/>
  <p:cmAuthor id="206" name="未知用户37" initials="未" lastIdx="1" clrIdx="2"/>
  <p:cmAuthor id="3493" name="jennie" initials="j" lastIdx="0" clrIdx="3492"/>
  <p:cmAuthor id="207" name="Kingsoft" initials="K" lastIdx="2" clrIdx="0"/>
  <p:cmAuthor id="3494" name="清子" initials="清" lastIdx="0" clrIdx="3493"/>
  <p:cmAuthor id="208" name="聂潇丽" initials="聂" lastIdx="1" clrIdx="0"/>
  <p:cmAuthor id="3495" name="8237013203" initials="8" lastIdx="0" clrIdx="3494"/>
  <p:cmAuthor id="209" name="ZhangYu" initials="Z" lastIdx="1" clrIdx="0"/>
  <p:cmAuthor id="3496" name="金33" initials="金" lastIdx="0" clrIdx="3495"/>
  <p:cmAuthor id="210" name="韩冰" initials="韩" lastIdx="4" clrIdx="0"/>
  <p:cmAuthor id="3497" name="mengli-019" initials="m" lastIdx="0" clrIdx="3496"/>
  <p:cmAuthor id="211" name="郭禹希" initials="郭" lastIdx="3" clrIdx="0"/>
  <p:cmAuthor id="3498" name="倪江丰" initials="倪" lastIdx="0" clrIdx="3497"/>
  <p:cmAuthor id="212" name="YZB" initials="Y" lastIdx="1" clrIdx="15"/>
  <p:cmAuthor id="3499" name="fengjun-016" initials="f" lastIdx="0" clrIdx="3498"/>
  <p:cmAuthor id="213" name="未知用户179" initials="未" lastIdx="1" clrIdx="0"/>
  <p:cmAuthor id="3500" name="程婷婷" initials="程" lastIdx="0" clrIdx="3499"/>
  <p:cmAuthor id="214" name="xt256.com" initials="x" lastIdx="1" clrIdx="0"/>
  <p:cmAuthor id="3501" name="86181" initials="8" lastIdx="0" clrIdx="3500"/>
  <p:cmAuthor id="215" name="jiansheng li" initials="j" lastIdx="0" clrIdx="0"/>
  <p:cmAuthor id="3502" name="yangxu-025" initials="y" lastIdx="0" clrIdx="3501"/>
  <p:cmAuthor id="216" name="beilei.mao001" initials="b" lastIdx="1" clrIdx="0"/>
  <p:cmAuthor id="3503" name="wangh" initials="w" lastIdx="0" clrIdx="3502"/>
  <p:cmAuthor id="217" name="李 玉飞" initials="李" lastIdx="9" clrIdx="0"/>
  <p:cmAuthor id="3504" name="Y" initials="Y" lastIdx="0" clrIdx="3503"/>
  <p:cmAuthor id="218" name="未知用户46" initials="未" lastIdx="1" clrIdx="0"/>
  <p:cmAuthor id="3505" name="珊珊" initials="珊" lastIdx="0" clrIdx="3504"/>
  <p:cmAuthor id="219" name="Wanwei Liang" initials="W" lastIdx="1" clrIdx="0"/>
  <p:cmAuthor id="3506" name="WPS_1601563015" initials="W" lastIdx="0" clrIdx="3505"/>
  <p:cmAuthor id="220" name="未知用户48" initials="未" lastIdx="0" clrIdx="0"/>
  <p:cmAuthor id="3507" name="WPS_1687830122" initials="W" lastIdx="0" clrIdx="3506"/>
  <p:cmAuthor id="221" name="未知用户51" initials="未" lastIdx="1" clrIdx="0"/>
  <p:cmAuthor id="3508" name="魏澜" initials="魏" lastIdx="0" clrIdx="3507"/>
  <p:cmAuthor id="222" name="gw" initials="g" lastIdx="1" clrIdx="221"/>
  <p:cmAuthor id="3509" name="hunter" initials="h" lastIdx="0" clrIdx="3508"/>
  <p:cmAuthor id="223" name="未知用户53" initials="未" lastIdx="1" clrIdx="18"/>
  <p:cmAuthor id="3510" name="布鲁斯李" initials="布" lastIdx="0" clrIdx="3509"/>
  <p:cmAuthor id="224" name="Miss 豆" initials="M" lastIdx="0" clrIdx="0"/>
  <p:cmAuthor id="3511" name="一半半半" initials="一" lastIdx="0" clrIdx="3510"/>
  <p:cmAuthor id="225" name="未知用户38" initials="未" lastIdx="0" clrIdx="1"/>
  <p:cmAuthor id="3512" name="Metal" initials="M" lastIdx="0" clrIdx="3511"/>
  <p:cmAuthor id="226" name="86139" initials="8" lastIdx="1" clrIdx="0"/>
  <p:cmAuthor id="3513" name="李立华" initials="李" lastIdx="0" clrIdx="3512"/>
  <p:cmAuthor id="227" name="刘岸亮" initials="刘" lastIdx="1" clrIdx="0"/>
  <p:cmAuthor id="3514" name="权律一" initials="权" lastIdx="0" clrIdx="3513"/>
  <p:cmAuthor id="228" name="阮 啸" initials="阮" lastIdx="1" clrIdx="0"/>
  <p:cmAuthor id="3515" name="林凤" initials="林" lastIdx="0" clrIdx="3514"/>
  <p:cmAuthor id="229" name="448097321@qq.com" initials="4" lastIdx="0" clrIdx="0"/>
  <p:cmAuthor id="3516" name="Benin" initials="B" lastIdx="0" clrIdx="3515"/>
  <p:cmAuthor id="230" name="ae2000" initials="a" lastIdx="1" clrIdx="0"/>
  <p:cmAuthor id="3517" name="Angian" initials="A" lastIdx="0" clrIdx="3516"/>
  <p:cmAuthor id="231" name="陈希(寿险一元培训部)" initials="陈" lastIdx="1" clrIdx="0"/>
  <p:cmAuthor id="3518" name="Emilie Q" initials="E" lastIdx="0" clrIdx="3517"/>
  <p:cmAuthor id="232" name="Lenovo User" initials="L" lastIdx="1" clrIdx="0"/>
  <p:cmAuthor id="3519" name="黄金白金哗啦啦" initials="黄" lastIdx="0" clrIdx="3518"/>
  <p:cmAuthor id="233" name="Judith" initials="J" lastIdx="1" clrIdx="0"/>
  <p:cmAuthor id="3520" name="菜菜" initials="菜" lastIdx="0" clrIdx="3519"/>
  <p:cmAuthor id="234" name="asuse" initials="a" lastIdx="1" clrIdx="0"/>
  <p:cmAuthor id="3521" name="阳光男孩" initials="阳" lastIdx="0" clrIdx="3520"/>
  <p:cmAuthor id="235" name="李 斌" initials="李" lastIdx="3" clrIdx="0"/>
  <p:cmAuthor id="3522" name="梓晴" initials="梓" lastIdx="0" clrIdx="3521"/>
  <p:cmAuthor id="236" name="未知用户30" initials="未" lastIdx="1" clrIdx="0"/>
  <p:cmAuthor id="3523" name="淡妆浓抹总相宜" initials="淡" lastIdx="0" clrIdx="3522"/>
  <p:cmAuthor id="237" name="刘彩琴" initials="刘" lastIdx="1" clrIdx="0"/>
  <p:cmAuthor id="3524" name="Gary" initials="G" lastIdx="0" clrIdx="3523"/>
  <p:cmAuthor id="238" name="幸全" initials="幸" lastIdx="1" clrIdx="0"/>
  <p:cmAuthor id="3525" name="徐筱莹" initials="徐" lastIdx="0" clrIdx="3524"/>
  <p:cmAuthor id="3526" name="WPS_1665641195" initials="W" lastIdx="0" clrIdx="3525"/>
  <p:cmAuthor id="240" name="caoyq0624" initials="c" lastIdx="0" clrIdx="239"/>
  <p:cmAuthor id="3527" name="刘俊香" initials="刘俊香" lastIdx="0" clrIdx="3526"/>
  <p:cmAuthor id="241" name="田海兰" initials="田" lastIdx="4" clrIdx="1"/>
  <p:cmAuthor id="3528" name="WPS_1626251105" initials="W" lastIdx="0" clrIdx="3527"/>
  <p:cmAuthor id="242" name="程玉珍" initials="程" lastIdx="2" clrIdx="143"/>
  <p:cmAuthor id="3529" name="石雅敏" initials="石" lastIdx="0" clrIdx="3528"/>
  <p:cmAuthor id="243" name="Poseidon" initials="P" lastIdx="1" clrIdx="0"/>
  <p:cmAuthor id="3530" name="zhangxh001" initials="z" lastIdx="0" clrIdx="3529"/>
  <p:cmAuthor id="244" name="任斐" initials="任" lastIdx="1" clrIdx="1"/>
  <p:cmAuthor id="3531" name="lilei109" initials="l" lastIdx="0" clrIdx="3530"/>
  <p:cmAuthor id="245" name="未知用户31" initials="未" lastIdx="1" clrIdx="0"/>
  <p:cmAuthor id="3532" name="wuyy106" initials="w" lastIdx="0" clrIdx="3531"/>
  <p:cmAuthor id="246" name="鱼 飞" initials="鱼" lastIdx="2" clrIdx="0"/>
  <p:cmAuthor id="3533" name="wanggl01" initials="w" lastIdx="0" clrIdx="3532"/>
  <p:cmAuthor id="247" name="sdlife" initials="s" lastIdx="3" clrIdx="1"/>
  <p:cmAuthor id="3534" name="蘇建飛" initials="蘇" lastIdx="0" clrIdx="3533"/>
  <p:cmAuthor id="248" name="acer" initials="a" lastIdx="1" clrIdx="0"/>
  <p:cmAuthor id="3535" name="杨羊羊" initials="杨" lastIdx="0" clrIdx="3534"/>
  <p:cmAuthor id="249" name="李昕玫" initials="李" lastIdx="1" clrIdx="0"/>
  <p:cmAuthor id="3536" name="shits" initials="s" lastIdx="0" clrIdx="3535"/>
  <p:cmAuthor id="250" name="lianxing liao" initials="l" lastIdx="1" clrIdx="0"/>
  <p:cmAuthor id="3537" name="陈一鸣" initials="陈" lastIdx="0" clrIdx="3536"/>
  <p:cmAuthor id="251" name="未知用户" initials="未" lastIdx="1" clrIdx="0"/>
  <p:cmAuthor id="3538" name="宋飞" initials="宋" lastIdx="0" clrIdx="3537"/>
  <p:cmAuthor id="252" name="yangysh" initials="y" lastIdx="1" clrIdx="0"/>
  <p:cmAuthor id="3539" name="xujy34" initials="x" lastIdx="0" clrIdx="3538"/>
  <p:cmAuthor id="253" name="董晔" initials="董" lastIdx="9" clrIdx="0"/>
  <p:cmAuthor id="3540" name="Kathryn Dai" initials="K" lastIdx="0" clrIdx="3539"/>
  <p:cmAuthor id="254" name="tcymr@163.com" initials="t" lastIdx="0" clrIdx="2"/>
  <p:cmAuthor id="3541" name="从前有个人" initials="从" lastIdx="0" clrIdx="3540"/>
  <p:cmAuthor id="255" name="赵杰" initials="赵" lastIdx="2" clrIdx="0"/>
  <p:cmAuthor id="3542" name="先森" initials="先" lastIdx="0" clrIdx="3541"/>
  <p:cmAuthor id="256" name="程诗媛" initials="程" lastIdx="4" clrIdx="1"/>
  <p:cmAuthor id="3543" name="张康" initials="张" lastIdx="0" clrIdx="3542"/>
  <p:cmAuthor id="257" name="张绍东" initials="张" lastIdx="1" clrIdx="256"/>
  <p:cmAuthor id="3544" name="waiting" initials="w" lastIdx="0" clrIdx="3543"/>
  <p:cmAuthor id="258" name="15002821" initials="1" lastIdx="0" clrIdx="257"/>
  <p:cmAuthor id="3545" name="李 峻娇" initials="李" lastIdx="0" clrIdx="3544"/>
  <p:cmAuthor id="259" name="史璐瑶" initials="史" lastIdx="1" clrIdx="23"/>
  <p:cmAuthor id="3546" name="刘哲" initials="刘" lastIdx="0" clrIdx="3545"/>
  <p:cmAuthor id="260" name="贾彬彬" initials="贾" lastIdx="1" clrIdx="0"/>
  <p:cmAuthor id="3547" name="杨琴" initials="杨" lastIdx="0" clrIdx="3546"/>
  <p:cmAuthor id="261" name="朴鹏-lhq" initials="朴" lastIdx="0" clrIdx="18"/>
  <p:cmAuthor id="3548" name="Rc" initials="R" lastIdx="0" clrIdx="3547"/>
  <p:cmAuthor id="262" name="吕 阔" initials="吕" lastIdx="1" clrIdx="22"/>
  <p:cmAuthor id="3549" name="刘宇佳" initials="刘" lastIdx="0" clrIdx="3548"/>
  <p:cmAuthor id="263" name="xuhaoyu" initials="x" lastIdx="1" clrIdx="1"/>
  <p:cmAuthor id="3550" name="尹金锐" initials="y" lastIdx="0" clrIdx="3549"/>
  <p:cmAuthor id="264" name="未知用户29" initials="未" lastIdx="9" clrIdx="0"/>
  <p:cmAuthor id="3551" name="严靓雯" initials="严" lastIdx="0" clrIdx="3550"/>
  <p:cmAuthor id="3552" name="甄亚静" initials="甄" lastIdx="0" clrIdx="3551"/>
  <p:cmAuthor id="266" name="Isabella" initials="I" lastIdx="4" clrIdx="4"/>
  <p:cmAuthor id="3553" name="准备好再出发" initials="准" lastIdx="0" clrIdx="3552"/>
  <p:cmAuthor id="267" name="超乎想象" initials="超" lastIdx="1" clrIdx="176"/>
  <p:cmAuthor id="3554" name="晓红 刘" initials="晓刘" lastIdx="0" clrIdx="3553"/>
  <p:cmAuthor id="3555" name="shenxz" initials="s" lastIdx="0" clrIdx="3554"/>
  <p:cmAuthor id="269" name="JXGXB" initials="J" lastIdx="1" clrIdx="142"/>
  <p:cmAuthor id="3556" name="xuqian01" initials="x" lastIdx="0" clrIdx="3555"/>
  <p:cmAuthor id="270" name="陈林" initials="陈" lastIdx="1" clrIdx="0"/>
  <p:cmAuthor id="3557" name="tkliumiao@163.com" initials="t" lastIdx="0" clrIdx="3556"/>
  <p:cmAuthor id="271" name="李娟" initials="李" lastIdx="7" clrIdx="0"/>
  <p:cmAuthor id="3558" name="聲&amp;霖" initials="聲" lastIdx="0" clrIdx="3557"/>
  <p:cmAuthor id="272" name="张梦莞" initials="张" lastIdx="1" clrIdx="27"/>
  <p:cmAuthor id="3559" name="天才龙" initials="天" lastIdx="0" clrIdx="3558"/>
  <p:cmAuthor id="273" name="可臣 王" initials="可" lastIdx="2" clrIdx="0"/>
  <p:cmAuthor id="3560" name="秘书室" initials="秘" lastIdx="0" clrIdx="3559"/>
  <p:cmAuthor id="398355090" name="惠子。" initials="惠" lastIdx="1" clrIdx="1219"/>
  <p:cmAuthor id="274" name="qqqqq" initials="q" lastIdx="2" clrIdx="0"/>
  <p:cmAuthor id="3561" name="duantp02" initials="duantp02" lastIdx="0" clrIdx="3560"/>
  <p:cmAuthor id="275" name="未知用户154" initials="未" lastIdx="1" clrIdx="0"/>
  <p:cmAuthor id="3562" name="zhuhq11" initials="z" lastIdx="0" clrIdx="3561"/>
  <p:cmAuthor id="276" name="柯 少鹏" initials="柯" lastIdx="1" clrIdx="0"/>
  <p:cmAuthor id="3563" name="liaojl09" initials="l" lastIdx="0" clrIdx="3562"/>
  <p:cmAuthor id="277" name="徐 伟钦" initials="徐" lastIdx="2" clrIdx="0"/>
  <p:cmAuthor id="3564" name="bu lijia" initials="b" lastIdx="0" clrIdx="3563"/>
  <p:cmAuthor id="278" name="杨东风" initials="杨" lastIdx="9" clrIdx="0"/>
  <p:cmAuthor id="3565" name="46000" initials="4" lastIdx="0" clrIdx="3564"/>
  <p:cmAuthor id="279" name="пользователь Microsoft Office" initials="п" lastIdx="1" clrIdx="0"/>
  <p:cmAuthor id="3566" name="T-hndx0167" initials="T" lastIdx="0" clrIdx="3565"/>
  <p:cmAuthor id="280" name="未知用户159" initials="未" lastIdx="1" clrIdx="0"/>
  <p:cmAuthor id="3567" name="jinsy07" initials="j" lastIdx="0" clrIdx="3566"/>
  <p:cmAuthor id="281" name="Dell" initials="D" lastIdx="0" clrIdx="0"/>
  <p:cmAuthor id="3568" name="闲着的眼" initials="" lastIdx="0" clrIdx="3567"/>
  <p:cmAuthor id="282" name="gongxuan" initials="g" lastIdx="0" clrIdx="281"/>
  <p:cmAuthor id="3569" name="songzhi" initials="s" lastIdx="0" clrIdx="3568"/>
  <p:cmAuthor id="283" name="ROSIEANNA" initials="R" lastIdx="1" clrIdx="35"/>
  <p:cmAuthor id="3570" name="fuyj18" initials="f" lastIdx="0" clrIdx="3569"/>
  <p:cmAuthor id="284" name="未知用户149" initials="未" lastIdx="0" clrIdx="0"/>
  <p:cmAuthor id="3571" name="zoujing" initials="z" lastIdx="0" clrIdx="3570"/>
  <p:cmAuthor id="285" name="林梓健" initials="林" lastIdx="1" clrIdx="1"/>
  <p:cmAuthor id="3572" name="myra" initials="m" lastIdx="0" clrIdx="3571"/>
  <p:cmAuthor id="286" name="谢 小小" initials="谢" lastIdx="1" clrIdx="0"/>
  <p:cmAuthor id="3573" name="Ruby" initials="R" lastIdx="0" clrIdx="3572"/>
  <p:cmAuthor id="287" name="KK Yoda" initials="K" lastIdx="1" clrIdx="10"/>
  <p:cmAuthor id="3574" name="Helen 李" initials="H" lastIdx="0" clrIdx="3573"/>
  <p:cmAuthor id="288" name="Simona" initials="S" lastIdx="1" clrIdx="0"/>
  <p:cmAuthor id="3575" name="刘思源" initials="刘" lastIdx="0" clrIdx="3574"/>
  <p:cmAuthor id="289" name="未知用户177" initials="未" lastIdx="7" clrIdx="0"/>
  <p:cmAuthor id="3576" name="韩剑侠" initials="P" lastIdx="0" clrIdx="3575"/>
  <p:cmAuthor id="290" name="未知用户163" initials="未" lastIdx="1" clrIdx="0"/>
  <p:cmAuthor id="3577" name="yangxf40" initials="y" lastIdx="0" clrIdx="3576"/>
  <p:cmAuthor id="1045795498" name="窦卫雄" initials="窦" lastIdx="1" clrIdx="1306"/>
  <p:cmAuthor id="3578" name="于艳" initials="于" lastIdx="0" clrIdx="3577"/>
  <p:cmAuthor id="291" name="未知用户151" initials="未" lastIdx="0" clrIdx="1"/>
  <p:cmAuthor id="292" name="未知用户180" initials="未" lastIdx="0" clrIdx="0"/>
  <p:cmAuthor id="3579" name="伊人" initials="伊" lastIdx="0" clrIdx="3578"/>
  <p:cmAuthor id="293" name="未知用户164" initials="未" lastIdx="0" clrIdx="1"/>
  <p:cmAuthor id="3580" name="未知的使用者246" initials="未" lastIdx="0" clrIdx="3579"/>
  <p:cmAuthor id="294" name="未知用户182" initials="未" lastIdx="1" clrIdx="0"/>
  <p:cmAuthor id="3581" name="morning" initials="m" lastIdx="0" clrIdx="3580"/>
  <p:cmAuthor id="295" name="未知用户25" initials="未" lastIdx="8" clrIdx="0"/>
  <p:cmAuthor id="3582" name="wangqian34" initials="w" lastIdx="0" clrIdx="3581"/>
  <p:cmAuthor id="296" name="未知用户155" initials="未" lastIdx="2" clrIdx="0"/>
  <p:cmAuthor id="3583" name="icely" initials="i" lastIdx="0" clrIdx="3582"/>
  <p:cmAuthor id="297" name="未知用户184" initials="未" lastIdx="2" clrIdx="0"/>
  <p:cmAuthor id="3584" name="jikp" initials="j" lastIdx="0" clrIdx="3583"/>
  <p:cmAuthor id="298" name="未知用户157" initials="未" lastIdx="1" clrIdx="0"/>
  <p:cmAuthor id="3585" name="zhujl27" initials="z" lastIdx="0" clrIdx="3584"/>
  <p:cmAuthor id="299" name="未知用户185" initials="未" lastIdx="1" clrIdx="21"/>
  <p:cmAuthor id="3586" name="huangchao16" initials="h" lastIdx="0" clrIdx="3585"/>
  <p:cmAuthor id="300" name="未知用户186" initials="未" lastIdx="1" clrIdx="0"/>
  <p:cmAuthor id="3587" name="zhoucj10" initials="z" lastIdx="0" clrIdx="3586"/>
  <p:cmAuthor id="301" name="13306497415@163.com" initials="1" lastIdx="3" clrIdx="23"/>
  <p:cmAuthor id="3588" name="张 冬東" initials="张" lastIdx="0" clrIdx="3587"/>
  <p:cmAuthor id="302" name="Yun-Ting Tseng" initials="Y" lastIdx="7" clrIdx="0"/>
  <p:cmAuthor id="3589" name="ZJL" initials="Z" lastIdx="0" clrIdx="3588"/>
  <p:cmAuthor id="303" name="G" initials="G" lastIdx="1" clrIdx="22"/>
  <p:cmAuthor id="3590" name="鲍琳" initials="鲍琳" lastIdx="0" clrIdx="3589"/>
  <p:cmAuthor id="304" name="杨 晓彤" initials="杨" lastIdx="1" clrIdx="0"/>
  <p:cmAuthor id="3591" name="颖呀呀呀" initials="颖" lastIdx="0" clrIdx="3590"/>
  <p:cmAuthor id="305" name="我" initials="我" lastIdx="1" clrIdx="32"/>
  <p:cmAuthor id="3592" name="Wuhx43" initials="W" lastIdx="0" clrIdx="3591"/>
  <p:cmAuthor id="306" name="未知用户146" initials="未" lastIdx="1" clrIdx="21"/>
  <p:cmAuthor id="3593" name="qduser" initials="q" lastIdx="0" clrIdx="3592"/>
  <p:cmAuthor id="307" name="821375975@qq.com" initials="8" lastIdx="1" clrIdx="23"/>
  <p:cmAuthor id="3594" name="王宇霏" initials="王宇霏" lastIdx="0" clrIdx="3593"/>
  <p:cmAuthor id="308" name="Liew" initials="" lastIdx="1" clrIdx="185"/>
  <p:cmAuthor id="3595" name="徐玮予" initials="徐玮予" lastIdx="0" clrIdx="3594"/>
  <p:cmAuthor id="309" name="王雅静" initials="王" lastIdx="1" clrIdx="0"/>
  <p:cmAuthor id="3596" name="营销培训" initials="营销培训" lastIdx="0" clrIdx="3595"/>
  <p:cmAuthor id="310" name="刘仕俭" initials="刘" lastIdx="1" clrIdx="0"/>
  <p:cmAuthor id="3597" name="chenjk" initials="c" lastIdx="0" clrIdx="3596"/>
  <p:cmAuthor id="311" name="刘国强" initials="刘" lastIdx="1" clrIdx="0"/>
  <p:cmAuthor id="3598" name="hzit" initials="h" lastIdx="0" clrIdx="3597"/>
  <p:cmAuthor id="312" name="Changing Zhuang" initials="C" lastIdx="1" clrIdx="1"/>
  <p:cmAuthor id="3599" name="songwj1" initials="s" lastIdx="0" clrIdx="3598"/>
  <p:cmAuthor id="3600" name="程凯 耿" initials="程" lastIdx="0" clrIdx="3599"/>
  <p:cmAuthor id="314" name="刘云飞" initials="刘" lastIdx="1" clrIdx="6"/>
  <p:cmAuthor id="3601" name="James Trager" initials="J" lastIdx="0" clrIdx="3600"/>
  <p:cmAuthor id="315" name="未知用户160" initials="未" lastIdx="1" clrIdx="0"/>
  <p:cmAuthor id="3602" name="70751" initials="7" lastIdx="0" clrIdx="3601"/>
  <p:cmAuthor id="316" name="JAMES 杨" initials="J" lastIdx="1" clrIdx="6"/>
  <p:cmAuthor id="3603" name="Kevin" initials="K" lastIdx="0" clrIdx="3602"/>
  <p:cmAuthor id="317" name="未知用户162" initials="未" lastIdx="2" clrIdx="0"/>
  <p:cmAuthor id="3604" name="夏娟娟" initials="夏" lastIdx="0" clrIdx="3603"/>
  <p:cmAuthor id="318" name="lixun" initials="l" lastIdx="0" clrIdx="16"/>
  <p:cmAuthor id="3605" name="Jack cheng" initials="Jc" lastIdx="0" clrIdx="3604"/>
  <p:cmAuthor id="319" name="Huangx" initials="H" lastIdx="1" clrIdx="22"/>
  <p:cmAuthor id="3606" name="淹死的鱼" initials="淹" lastIdx="0" clrIdx="3605"/>
  <p:cmAuthor id="320" name="未知用户187" initials="未" lastIdx="0" clrIdx="0"/>
  <p:cmAuthor id="3607" name="颜 永克" initials="颜" lastIdx="0" clrIdx="3606"/>
  <p:cmAuthor id="321" name="未知用户61" initials="未" lastIdx="1" clrIdx="0"/>
  <p:cmAuthor id="3608" name="boyi ni" initials="b" lastIdx="0" clrIdx="3607"/>
  <p:cmAuthor id="322" name="张建超" initials="张" lastIdx="0" clrIdx="0"/>
  <p:cmAuthor id="3609" name="王 Shawn" initials="王" lastIdx="0" clrIdx="3608"/>
  <p:cmAuthor id="323" name="哒哒 熊猫" initials="哒" lastIdx="1" clrIdx="0"/>
  <p:cmAuthor id="3610" name="曾 胜琴" initials="曾" lastIdx="0" clrIdx="3609"/>
  <p:cmAuthor id="324" name="未知用户178" initials="未" lastIdx="7" clrIdx="0"/>
  <p:cmAuthor id="3611" name="SUN Emily" initials="S" lastIdx="0" clrIdx="3610"/>
  <p:cmAuthor id="325" name="admini" initials="a" lastIdx="2" clrIdx="0"/>
  <p:cmAuthor id="3612" name="Emily SUN" initials="E" lastIdx="0" clrIdx="3611"/>
  <p:cmAuthor id="326" name="未知用户103" initials="未" lastIdx="2" clrIdx="1"/>
  <p:cmAuthor id="3613" name="changxl" initials="c" lastIdx="0" clrIdx="3612"/>
  <p:cmAuthor id="327" name="李增增" initials="李" lastIdx="1" clrIdx="2"/>
  <p:cmAuthor id="3614" name="1006319834@qq.com" initials="1" lastIdx="0" clrIdx="3613"/>
  <p:cmAuthor id="328" name="feng wei" initials="f" lastIdx="1" clrIdx="0"/>
  <p:cmAuthor id="3615" name="锦翔 马" initials="锦" lastIdx="0" clrIdx="3614"/>
  <p:cmAuthor id="329" name="未知用户183" initials="未" lastIdx="1" clrIdx="0"/>
  <p:cmAuthor id="3616" name="陈南方" initials="陈" lastIdx="0" clrIdx="3615"/>
  <p:cmAuthor id="330" name="未知用户108" initials="未" lastIdx="1" clrIdx="0"/>
  <p:cmAuthor id="3617" name="芮思佳" initials="芮" lastIdx="0" clrIdx="3616"/>
  <p:cmAuthor id="331" name="未知用户72" initials="未" lastIdx="2" clrIdx="0"/>
  <p:cmAuthor id="3618" name="zeyu" initials="z" lastIdx="0" clrIdx="3617"/>
  <p:cmAuthor id="332" name="未知用户73" initials="未" lastIdx="1" clrIdx="0"/>
  <p:cmAuthor id="3619" name="唐珊珊" initials="唐" lastIdx="0" clrIdx="3618"/>
  <p:cmAuthor id="333" name="未知用户74" initials="未" lastIdx="0" clrIdx="0"/>
  <p:cmAuthor id="3620" name="高琛" initials="高琛" lastIdx="0" clrIdx="3619"/>
  <p:cmAuthor id="334" name="未知用户110" initials="未" lastIdx="14" clrIdx="0"/>
  <p:cmAuthor id="3621" name="李世龙" initials="李" lastIdx="0" clrIdx="3620"/>
  <p:cmAuthor id="335" name="未知用户77" initials="未" lastIdx="2" clrIdx="0"/>
  <p:cmAuthor id="3622" name="Joanna Wang" initials="JW" lastIdx="0" clrIdx="3621"/>
  <p:cmAuthor id="336" name="未知用户65" initials="未" lastIdx="1" clrIdx="0"/>
  <p:cmAuthor id="3623" name="mengwanchun" initials="m" lastIdx="0" clrIdx="3622"/>
  <p:cmAuthor id="337" name="方方" initials="方" lastIdx="1" clrIdx="0"/>
  <p:cmAuthor id="3624" name="Roy luo" initials="Rl" lastIdx="0" clrIdx="3623"/>
  <p:cmAuthor id="338" name="百里 长青" initials="百" lastIdx="1" clrIdx="0"/>
  <p:cmAuthor id="3625" name="xiongliang03" initials="x" lastIdx="0" clrIdx="3624"/>
  <p:cmAuthor id="339" name="齐涛" initials="齐" lastIdx="1" clrIdx="0"/>
  <p:cmAuthor id="3626" name="zhaofengxy" initials="z" lastIdx="0" clrIdx="3625"/>
  <p:cmAuthor id="340" name="zhaoby01" initials="z" lastIdx="2" clrIdx="6"/>
  <p:cmAuthor id="3627" name="xixf" initials="x" lastIdx="0" clrIdx="3626"/>
  <p:cmAuthor id="341" name="Lydia" initials="L" lastIdx="1" clrIdx="0"/>
  <p:cmAuthor id="3628" name="wucy41" initials="w" lastIdx="0" clrIdx="3627"/>
  <p:cmAuthor id="342" name="ZZC" initials="Z" lastIdx="1" clrIdx="1"/>
  <p:cmAuthor id="3629" name="wangshuai" initials="w" lastIdx="0" clrIdx="3628"/>
  <p:cmAuthor id="721283187" name="顾" initials="顾" lastIdx="1" clrIdx="0"/>
  <p:cmAuthor id="343" name="熘?" initials="熘" lastIdx="1" clrIdx="0"/>
  <p:cmAuthor id="3630" name="liujl135" initials="l" lastIdx="0" clrIdx="3629"/>
  <p:cmAuthor id="344" name="dingenshi" initials="d" lastIdx="1" clrIdx="0"/>
  <p:cmAuthor id="3631" name="zhouyq12" initials="z" lastIdx="0" clrIdx="3630"/>
  <p:cmAuthor id="345" name="cpic" initials="c" lastIdx="0" clrIdx="0"/>
  <p:cmAuthor id="3632" name="zhangmx46" initials="z" lastIdx="0" clrIdx="3631"/>
  <p:cmAuthor id="346" name="谷雨" initials="谷" lastIdx="1" clrIdx="0"/>
  <p:cmAuthor id="3633" name="WPS_1571307784" initials="W" lastIdx="0" clrIdx="3632"/>
  <p:cmAuthor id="347" name="taowei" initials="t" lastIdx="1" clrIdx="0"/>
  <p:cmAuthor id="3634" name="苏丹~红" initials="苏" lastIdx="0" clrIdx="3633"/>
  <p:cmAuthor id="348" name="中星 叶" initials="中" lastIdx="1" clrIdx="22"/>
  <p:cmAuthor id="3635" name="xun_wu" initials="x" lastIdx="0" clrIdx="3634"/>
  <p:cmAuthor id="349" name="Dizzy" initials="D" lastIdx="3" clrIdx="0"/>
  <p:cmAuthor id="3636" name="ran_xue" initials="r" lastIdx="0" clrIdx="3635"/>
  <p:cmAuthor id="350" name="倚海听风" initials="倚" lastIdx="1" clrIdx="21"/>
  <p:cmAuthor id="3637" name="王 慧云" initials="王" lastIdx="0" clrIdx="3636"/>
  <p:cmAuthor id="351" name="CodonMedical" initials="C" lastIdx="109" clrIdx="2"/>
  <p:cmAuthor id="3638" name="lijing442" initials="l" lastIdx="0" clrIdx="3637"/>
  <p:cmAuthor id="352" name="孙璐璐" initials="孙" lastIdx="1" clrIdx="0"/>
  <p:cmAuthor id="3639" name="戴毅" initials="戴" lastIdx="0" clrIdx="3638"/>
  <p:cmAuthor id="353" name="Gallivan, John-Paul {MDAO~Basel}" initials="G" lastIdx="4" clrIdx="4"/>
  <p:cmAuthor id="3640" name="王苏华" initials="王" lastIdx="0" clrIdx="3639"/>
  <p:cmAuthor id="354" name="Helms, Hans-Joachim {MDBA~Basel}" initials="H" lastIdx="36" clrIdx="5"/>
  <p:cmAuthor id="3641" name="zhangxiang39" initials="z" lastIdx="0" clrIdx="3640"/>
  <p:cmAuthor id="355" name="Codon Medical" initials="C" lastIdx="57" clrIdx="6"/>
  <p:cmAuthor id="3642" name="28705" initials="2" lastIdx="0" clrIdx="3641"/>
  <p:cmAuthor id="356" name="Petersen, Jenny {MDBD~South San Francisco}" initials="P" lastIdx="4" clrIdx="7"/>
  <p:cmAuthor id="3643" name="熊巍" initials="熊" lastIdx="0" clrIdx="3642"/>
  <p:cmAuthor id="357" name="刘风香" initials="刘" lastIdx="5" clrIdx="20"/>
  <p:cmAuthor id="3644" name="yuxueqin" initials="y" lastIdx="0" clrIdx="3643"/>
  <p:cmAuthor id="358" name="未知用户109" initials="未" lastIdx="5" clrIdx="0"/>
  <p:cmAuthor id="3645" name="浅浅入梦" initials="浅" lastIdx="0" clrIdx="3644"/>
  <p:cmAuthor id="359" name="王 金谦" initials="王" lastIdx="2" clrIdx="21"/>
  <p:cmAuthor id="3646" name="肯德稽" initials="肯" lastIdx="0" clrIdx="3645"/>
  <p:cmAuthor id="360" name="Mary Beattie" initials="M" lastIdx="11" clrIdx="11"/>
  <p:cmAuthor id="3647" name="风居住过的街道" initials="风" lastIdx="0" clrIdx="3646"/>
  <p:cmAuthor id="361" name="Melanie Smitt" initials="M" lastIdx="33" clrIdx="12"/>
  <p:cmAuthor id="3648" name="O丷O彡Nana☀️" initials="O" lastIdx="0" clrIdx="3647"/>
  <p:cmAuthor id="3649" name="你午睡了吗" initials="你" lastIdx="0" clrIdx="3648"/>
  <p:cmAuthor id="363" name="Daniel Clyde (HI)" initials="D" lastIdx="24" clrIdx="0"/>
  <p:cmAuthor id="3650" name="xuhaiyan" initials="x" lastIdx="0" clrIdx="3649"/>
  <p:cmAuthor id="364" name="Fitzpatrick, Nicole {MGAO~Basel}" initials="F" lastIdx="16" clrIdx="1"/>
  <p:cmAuthor id="3651" name="彭玉凤" initials="彭玉凤" lastIdx="0" clrIdx="3650"/>
  <p:cmAuthor id="365" name="Kate Rijnen" initials="K" lastIdx="11" clrIdx="2"/>
  <p:cmAuthor id="3652" name="Tao Deng" initials="T" lastIdx="0" clrIdx="3651"/>
  <p:cmAuthor id="366" name="Mark McGregor (HI)" initials="M" lastIdx="33" clrIdx="3"/>
  <p:cmAuthor id="3653" name="ForeverJ" initials="F" lastIdx="0" clrIdx="3652"/>
  <p:cmAuthor id="367" name="Machackova, Zuzana {MDAO~Basel}" initials="M" lastIdx="37" clrIdx="5"/>
  <p:cmAuthor id="3654" name="田英" initials="田" lastIdx="0" clrIdx="3653"/>
  <p:cmAuthor id="368" name="未知用户99" initials="未" lastIdx="10" clrIdx="0"/>
  <p:cmAuthor id="3655" name="历久弥香" initials="历" lastIdx="0" clrIdx="3654"/>
  <p:cmAuthor id="369" name="Bart Baranowski (HI)" initials="B" lastIdx="16" clrIdx="7"/>
  <p:cmAuthor id="3656" name="金晓莉" initials="金" lastIdx="0" clrIdx="3655"/>
  <p:cmAuthor id="370" name="Helen Keyworth (HI)" initials="H" lastIdx="77" clrIdx="8"/>
  <p:cmAuthor id="3657" name="谭道敏" initials="谭" lastIdx="0" clrIdx="3656"/>
  <p:cmAuthor id="3658" name="方昭" initials="方" lastIdx="0" clrIdx="3657"/>
  <p:cmAuthor id="372" name="武立强" initials="武" lastIdx="1" clrIdx="0"/>
  <p:cmAuthor id="3659" name="duy" initials="d" lastIdx="0" clrIdx="3658"/>
  <p:cmAuthor id="373" name="Yoda KK" initials="Y" lastIdx="1" clrIdx="10"/>
  <p:cmAuthor id="3660" name="孙杨" initials="孙杨" lastIdx="0" clrIdx="3659"/>
  <p:cmAuthor id="374" name="ZYM" initials="Z" lastIdx="0" clrIdx="18"/>
  <p:cmAuthor id="3661" name="付 萌" initials="付" lastIdx="0" clrIdx="3660"/>
  <p:cmAuthor id="375" name="孟轩君" initials="孟" lastIdx="2" clrIdx="0"/>
  <p:cmAuthor id="3662" name="TT" initials="T" lastIdx="0" clrIdx="3661"/>
  <p:cmAuthor id="376" name="hpguan" initials="h" lastIdx="27" clrIdx="0"/>
  <p:cmAuthor id="3663" name="张一" initials="张" lastIdx="0" clrIdx="3662"/>
  <p:cmAuthor id="377" name="甘源" initials="甘" lastIdx="4" clrIdx="0"/>
  <p:cmAuthor id="3664" name="150----8080" initials="1" lastIdx="0" clrIdx="3663"/>
  <p:cmAuthor id="378" name="fengyuan03" initials="f" lastIdx="11" clrIdx="1"/>
  <p:cmAuthor id="3665" name="柏林" initials="柏" lastIdx="0" clrIdx="3664"/>
  <p:cmAuthor id="379" name="何富军" initials="何" lastIdx="1" clrIdx="0"/>
  <p:cmAuthor id="3666" name="zhangbo-121" initials="z" lastIdx="0" clrIdx="3665"/>
  <p:cmAuthor id="380" name="闫秀丽" initials="闫" lastIdx="0" clrIdx="0"/>
  <p:cmAuthor id="3667" name="mengchuran" initials="m" lastIdx="0" clrIdx="3666"/>
  <p:cmAuthor id="381" name="fafa" initials="f" lastIdx="2" clrIdx="1"/>
  <p:cmAuthor id="3668" name="黛小乔" initials="黛" lastIdx="0" clrIdx="3667"/>
  <p:cmAuthor id="382" name="古二蛋" initials="古" lastIdx="1" clrIdx="2"/>
  <p:cmAuthor id="3669" name="荣希" initials="荣" lastIdx="0" clrIdx="3668"/>
  <p:cmAuthor id="383" name="qatr130" initials="q" lastIdx="1" clrIdx="0"/>
  <p:cmAuthor id="3670" name="顾雯瑾" initials="顾雯瑾" lastIdx="0" clrIdx="3669"/>
  <p:cmAuthor id="384" name="xusha" initials="x" lastIdx="1" clrIdx="2"/>
  <p:cmAuthor id="3671" name="Kenn Kuang Su" initials="kensu" lastIdx="0" clrIdx="3670"/>
  <p:cmAuthor id="385" name="phoenixdhz" initials="p" lastIdx="11" clrIdx="0"/>
  <p:cmAuthor id="3672" name="keshaomei-001" initials="k" lastIdx="0" clrIdx="3671"/>
  <p:cmAuthor id="386" name="未知用户91" initials="未" lastIdx="0" clrIdx="0"/>
  <p:cmAuthor id="3673" name="罗含芯" initials="罗" lastIdx="0" clrIdx="3672"/>
  <p:cmAuthor id="387" name="王源" initials="王" lastIdx="2" clrIdx="1"/>
  <p:cmAuthor id="3674" name="姚琴" initials="姚琴" lastIdx="0" clrIdx="3673"/>
  <p:cmAuthor id="388" name="wanghao31" initials="w" lastIdx="2" clrIdx="0"/>
  <p:cmAuthor id="3675" name="wuzhizhen" initials="wuzhizhen" lastIdx="0" clrIdx="3674"/>
  <p:cmAuthor id="389" name="李 东科" initials="李" lastIdx="1" clrIdx="35"/>
  <p:cmAuthor id="3676" name="小玲-" initials="小" lastIdx="0" clrIdx="3675"/>
  <p:cmAuthor id="390" name="Liang Dong" initials="L" lastIdx="24" clrIdx="0"/>
  <p:cmAuthor id="3677" name="粒子" initials="粒" lastIdx="0" clrIdx="3676"/>
  <p:cmAuthor id="391" name="康炳振" initials="康" lastIdx="0" clrIdx="390"/>
  <p:cmAuthor id="3678" name="四点." initials="四" lastIdx="0" clrIdx="3677"/>
  <p:cmAuthor id="392" name="严之" initials="严" lastIdx="3" clrIdx="0"/>
  <p:cmAuthor id="3679" name="王敏" initials="王敏" lastIdx="0" clrIdx="3678"/>
  <p:cmAuthor id="393" name="许 爽" initials="许" lastIdx="1" clrIdx="207"/>
  <p:cmAuthor id="3680" name="袁立兰_raeu3emQ" initials="袁" lastIdx="0" clrIdx="3679"/>
  <p:cmAuthor id="394" name="A5937" initials="A" lastIdx="1" clrIdx="137"/>
  <p:cmAuthor id="3681" name="1653238631@qq.com" initials="1" lastIdx="0" clrIdx="3680"/>
  <p:cmAuthor id="395" name="袁正海" initials="袁" lastIdx="1" clrIdx="0"/>
  <p:cmAuthor id="3682" name="国杠1573" initials="国" lastIdx="0" clrIdx="3681"/>
  <p:cmAuthor id="396" name="BIAN Mengyan" initials="B" lastIdx="1" clrIdx="0"/>
  <p:cmAuthor id="3683" name="孙苏" initials="孙" lastIdx="0" clrIdx="3682"/>
  <p:cmAuthor id="397" name="gayxb" initials="g" lastIdx="0" clrIdx="396"/>
  <p:cmAuthor id="3684" name="gangjm1211" initials="g" lastIdx="0" clrIdx="3683"/>
  <p:cmAuthor id="3685" name="ch Sean" initials="cS" lastIdx="0" clrIdx="3684"/>
  <p:cmAuthor id="399" name="未知用户105" initials="未" lastIdx="7" clrIdx="0"/>
  <p:cmAuthor id="3686" name="李永曦" initials="未" lastIdx="0" clrIdx="3685"/>
  <p:cmAuthor id="400" name="YUN Jiayue" initials="Y" lastIdx="9" clrIdx="0"/>
  <p:cmAuthor id="3687" name="15356" initials="1" lastIdx="0" clrIdx="3686"/>
  <p:cmAuthor id="401" name="未知用户84" initials="未" lastIdx="1" clrIdx="0"/>
  <p:cmAuthor id="3688" name="钢华" initials="钢华" lastIdx="0" clrIdx="3687"/>
  <p:cmAuthor id="402" name="think" initials="t" lastIdx="1" clrIdx="0"/>
  <p:cmAuthor id="3689" name="徽耀 范" initials="徽" lastIdx="0" clrIdx="3688"/>
  <p:cmAuthor id="403" name="樊 现静" initials="樊" lastIdx="1" clrIdx="144"/>
  <p:cmAuthor id="3690" name="唐 凯" initials="唐" lastIdx="0" clrIdx="3689"/>
  <p:cmAuthor id="404" name="未知用户87" initials="未" lastIdx="8" clrIdx="0"/>
  <p:cmAuthor id="3691" name="未知的使用者251" initials="未" lastIdx="0" clrIdx="3690"/>
  <p:cmAuthor id="405" name="未知用户88" initials="未" lastIdx="1" clrIdx="0"/>
  <p:cmAuthor id="3692" name="boc-samsunglife" initials="b" lastIdx="0" clrIdx="3691"/>
  <p:cmAuthor id="406" name="未知用户89" initials="未" lastIdx="1" clrIdx="0"/>
  <p:cmAuthor id="3693" name="hun" initials="h" lastIdx="0" clrIdx="3692"/>
  <p:cmAuthor id="407" name="未知用户90" initials="未" lastIdx="1" clrIdx="0"/>
  <p:cmAuthor id="3694" name="晓草" initials="晓草" lastIdx="0" clrIdx="3693"/>
  <p:cmAuthor id="408" name="未知用户92" initials="未" lastIdx="2" clrIdx="0"/>
  <p:cmAuthor id="3695" name="静菲" initials="静菲" lastIdx="0" clrIdx="3694"/>
  <p:cmAuthor id="409" name="未知用户93" initials="未" lastIdx="1" clrIdx="0"/>
  <p:cmAuthor id="3696" name="黄静" initials="黄静" lastIdx="0" clrIdx="3695"/>
  <p:cmAuthor id="410" name="未知用户94" initials="未" lastIdx="0" clrIdx="0"/>
  <p:cmAuthor id="3697" name="ctadmin" initials="c" lastIdx="0" clrIdx="3696"/>
  <p:cmAuthor id="411" name="未知用户95" initials="未" lastIdx="1" clrIdx="0"/>
  <p:cmAuthor id="3698" name="mhuang" initials="m" lastIdx="0" clrIdx="3697"/>
  <p:cmAuthor id="412" name="未知用户96" initials="未" lastIdx="0" clrIdx="1"/>
  <p:cmAuthor id="3699" name="刘 宏皓" initials="刘" lastIdx="0" clrIdx="3698"/>
  <p:cmAuthor id="413" name="过 去" initials="过" lastIdx="1" clrIdx="0"/>
  <p:cmAuthor id="3700" name="admin" initials="a" lastIdx="0" clrIdx="3699"/>
  <p:cmAuthor id="414" name="ChinaUser" initials="C" lastIdx="1" clrIdx="0"/>
  <p:cmAuthor id="3701" name="pangchunyu" initials="p" lastIdx="0" clrIdx="3700"/>
  <p:cmAuthor id="415" name="miaott" initials="m" lastIdx="0" clrIdx="195"/>
  <p:cmAuthor id="3702" name="hanbing" initials="h" lastIdx="0" clrIdx="3701"/>
  <p:cmAuthor id="416" name="1" initials="1" lastIdx="1" clrIdx="415"/>
  <p:cmAuthor id="3703" name="SZ" initials="S" lastIdx="0" clrIdx="3702"/>
  <p:cmAuthor id="417" name="未知用户54" initials="未" lastIdx="2" clrIdx="0"/>
  <p:cmAuthor id="3704" name="zhangdazhao" initials="z" lastIdx="0" clrIdx="3703"/>
  <p:cmAuthor id="418" name="未知用户101" initials="未" lastIdx="1" clrIdx="2"/>
  <p:cmAuthor id="3705" name="kzy" initials="k" lastIdx="0" clrIdx="3704"/>
  <p:cmAuthor id="419" name="未知用户75" initials="未" lastIdx="0" clrIdx="0"/>
  <p:cmAuthor id="3706" name="15652" initials="1" lastIdx="0" clrIdx="3705"/>
  <p:cmAuthor id="420" name="未知用户76" initials="未" lastIdx="1" clrIdx="0"/>
  <p:cmAuthor id="3707" name="Tim gao" initials="T" lastIdx="0" clrIdx="3706"/>
  <p:cmAuthor id="421" name="未知用户104" initials="未" lastIdx="7" clrIdx="0"/>
  <p:cmAuthor id="3708" name="蔡建楠" initials="caijianna" lastIdx="0" clrIdx="3707"/>
  <p:cmAuthor id="422" name="张 佳" initials="张" lastIdx="1" clrIdx="119"/>
  <p:cmAuthor id="3709" name="Kiranᙚᵉᒼ_ENbyjMja" initials="authorId_37247291" lastIdx="0" clrIdx="3708"/>
  <p:cmAuthor id="423" name="姓 汤旭铭" initials="姓" lastIdx="1" clrIdx="0"/>
  <p:cmAuthor id="3710" name="SXF-Admin" initials="S" lastIdx="0" clrIdx="3709"/>
  <p:cmAuthor id="424" name="preppypan@163.com" initials="p" lastIdx="1" clrIdx="93"/>
  <p:cmAuthor id="3711" name="李蕾00009994" initials="李" lastIdx="0" clrIdx="3710"/>
  <p:cmAuthor id="425" name="汤莹" initials="汤" lastIdx="1" clrIdx="96"/>
  <p:cmAuthor id="3712" name="wyz" initials="w" lastIdx="0" clrIdx="3711"/>
  <p:cmAuthor id="426" name="李晨曦" initials="李" lastIdx="14" clrIdx="0"/>
  <p:cmAuthor id="3713" name="10270945" initials="1" lastIdx="0" clrIdx="3712"/>
  <p:cmAuthor id="427" name="Bonan Qi" initials="B" lastIdx="43" clrIdx="0"/>
  <p:cmAuthor id="3714" name="Hou Yingfeng" initials="H" lastIdx="0" clrIdx="3713"/>
  <p:cmAuthor id="428" name="yaoxiaojun" initials="y" lastIdx="1" clrIdx="0"/>
  <p:cmAuthor id="3715" name="王小忠" initials="王" lastIdx="0" clrIdx="3714"/>
  <p:cmAuthor id="278208822" name="falling" initials="f" lastIdx="1" clrIdx="1046"/>
  <p:cmAuthor id="3716" name="张 彬" initials="张" lastIdx="0" clrIdx="3715"/>
  <p:cmAuthor id="429" name="天宁 马" initials="天" lastIdx="1" clrIdx="0"/>
  <p:cmAuthor id="430" name="朱雪松" initials="朱" lastIdx="2" clrIdx="2"/>
  <p:cmAuthor id="3717" name="李楠10047711" initials="李楠10047711" lastIdx="0" clrIdx="3716"/>
  <p:cmAuthor id="431" name="袁广涛" initials="袁" lastIdx="2" clrIdx="0"/>
  <p:cmAuthor id="3718" name="610007" initials="6" lastIdx="0" clrIdx="3717"/>
  <p:cmAuthor id="432" name="wangyuan20" initials="w" lastIdx="0" clrIdx="1"/>
  <p:cmAuthor id="3719" name="XUWEI" initials="X" lastIdx="0" clrIdx="3718"/>
  <p:cmAuthor id="433" name="用户查看" initials="用" lastIdx="1" clrIdx="0"/>
  <p:cmAuthor id="3720" name="俊贤" initials="俊贤" lastIdx="0" clrIdx="3719"/>
  <p:cmAuthor id="434" name="THINPAD" initials="T" lastIdx="1" clrIdx="92"/>
  <p:cmAuthor id="435" name="梁柏川" initials="梁" lastIdx="0" clrIdx="0"/>
  <p:cmAuthor id="436" name="Vagun Vagun" initials="V" lastIdx="1" clrIdx="0"/>
  <p:cmAuthor id="437" name="李秋静" initials="李" lastIdx="1" clrIdx="1"/>
  <p:cmAuthor id="438" name="zhaoling23" initials="z" lastIdx="1" clrIdx="62"/>
  <p:cmAuthor id="439" name="未知用户36" initials="未" lastIdx="10" clrIdx="0"/>
  <p:cmAuthor id="440" name="未知用户148" initials="未" lastIdx="1" clrIdx="0"/>
  <p:cmAuthor id="441" name="张 美红" initials="张" lastIdx="1" clrIdx="120"/>
  <p:cmAuthor id="442" name="Ke Feng" initials="K" lastIdx="1" clrIdx="16"/>
  <p:cmAuthor id="443" name="未知用户152" initials="未" lastIdx="3" clrIdx="0"/>
  <p:cmAuthor id="444" name="谢 东林" initials="谢" lastIdx="1" clrIdx="120"/>
  <p:cmAuthor id="445" name="CPIC" initials="C" lastIdx="1" clrIdx="96"/>
  <p:cmAuthor id="446" name="liushiyuan" initials="l" lastIdx="2" clrIdx="445"/>
  <p:cmAuthor id="447" name="36216" initials="3" lastIdx="1" clrIdx="446"/>
  <p:cmAuthor id="448" name="未知用户156" initials="未" lastIdx="15" clrIdx="0"/>
  <p:cmAuthor id="449" name="TPL" initials="T" lastIdx="1" clrIdx="448"/>
  <p:cmAuthor id="450" name="未知用户158" initials="未" lastIdx="7" clrIdx="0"/>
  <p:cmAuthor id="451" name="dell" initials="d" lastIdx="1" clrIdx="450"/>
  <p:cmAuthor id="452" name="TPHK" initials="T" lastIdx="2" clrIdx="451"/>
  <p:cmAuthor id="453" name="未知用户161" initials="未" lastIdx="1" clrIdx="0"/>
  <p:cmAuthor id="454" name="PXB" initials="P" lastIdx="1" clrIdx="453"/>
  <p:cmAuthor id="455" name="qiuzq02" initials="q" lastIdx="1" clrIdx="81"/>
  <p:cmAuthor id="456" name="26080314@qq.com" initials="2" lastIdx="1" clrIdx="181"/>
  <p:cmAuthor id="457" name="mawei19" initials="m" lastIdx="1" clrIdx="21"/>
  <p:cmAuthor id="458" name="雪贤 宋" initials="雪" lastIdx="1" clrIdx="0"/>
  <p:cmAuthor id="459" name="Andrew Moss (HI)" initials="A" lastIdx="10" clrIdx="10"/>
  <p:cmAuthor id="460" name="David Morgan (HI)" initials="D" lastIdx="17" clrIdx="11"/>
  <p:cmAuthor id="461" name="linkplus" initials="l" lastIdx="1" clrIdx="0"/>
  <p:cmAuthor id="462" name="daxx" initials="d" lastIdx="1" clrIdx="461"/>
  <p:cmAuthor id="463" name="Why" initials="W" lastIdx="1" clrIdx="462"/>
  <p:cmAuthor id="464" name="Windows User" initials="W" lastIdx="1" clrIdx="0"/>
  <p:cmAuthor id="465" name="橙子" initials="橙" lastIdx="2" clrIdx="1"/>
  <p:cmAuthor id="466" name="未知用户118" initials="未" lastIdx="1" clrIdx="0"/>
  <p:cmAuthor id="333926796" name="林晓强" initials="林" lastIdx="1" clrIdx="1439"/>
  <p:cmAuthor id="467" name="xing luo" initials="x" lastIdx="1" clrIdx="22"/>
  <p:cmAuthor id="468" name="lpc81" initials="l" lastIdx="1" clrIdx="467"/>
  <p:cmAuthor id="469" name="DELL" initials="D" lastIdx="1" clrIdx="21"/>
  <p:cmAuthor id="470" name="未知用户119" initials="未" lastIdx="0" clrIdx="0"/>
  <p:cmAuthor id="471" name="未知用户120" initials="未" lastIdx="1" clrIdx="1"/>
  <p:cmAuthor id="472" name="alen" initials="a" lastIdx="2" clrIdx="0"/>
  <p:cmAuthor id="473" name="未知用户121" initials="未" lastIdx="8" clrIdx="0"/>
  <p:cmAuthor id="474" name="未知用户122" initials="未" lastIdx="0" clrIdx="0"/>
  <p:cmAuthor id="475" name="未知用户123" initials="未" lastIdx="1" clrIdx="0"/>
  <p:cmAuthor id="476" name="未知用户124" initials="未" lastIdx="9" clrIdx="0"/>
  <p:cmAuthor id="477" name="未知用户125" initials="未" lastIdx="2" clrIdx="0"/>
  <p:cmAuthor id="478" name="未知用户126" initials="未" lastIdx="1" clrIdx="0"/>
  <p:cmAuthor id="479" name="未知用户127" initials="未" lastIdx="1" clrIdx="0"/>
  <p:cmAuthor id="480" name="未知用户128" initials="未" lastIdx="1" clrIdx="0"/>
  <p:cmAuthor id="481" name="未知用户129" initials="未" lastIdx="0" clrIdx="8"/>
  <p:cmAuthor id="482" name="未知用户130" initials="未" lastIdx="1" clrIdx="0"/>
  <p:cmAuthor id="483" name="未知用户131" initials="未" lastIdx="10" clrIdx="0"/>
  <p:cmAuthor id="484" name="未知用户132" initials="未" lastIdx="1" clrIdx="0"/>
  <p:cmAuthor id="485" name="未知用户133" initials="未" lastIdx="2" clrIdx="0"/>
  <p:cmAuthor id="486" name="未知用户134" initials="未" lastIdx="1" clrIdx="0"/>
  <p:cmAuthor id="487" name="未知用户135" initials="未" lastIdx="0" clrIdx="0"/>
  <p:cmAuthor id="488" name="未知用户136" initials="未" lastIdx="1" clrIdx="0"/>
  <p:cmAuthor id="489" name="未知用户137" initials="未" lastIdx="0" clrIdx="0"/>
  <p:cmAuthor id="490" name="韩喆权" initials="韩" lastIdx="1" clrIdx="0"/>
  <p:cmAuthor id="491" name="ThinkPad" initials="T" lastIdx="1" clrIdx="155"/>
  <p:cmAuthor id="492" name="吴杰" initials="吴" lastIdx="1" clrIdx="0"/>
  <p:cmAuthor id="493" name="未知用户138" initials="未" lastIdx="7" clrIdx="0"/>
  <p:cmAuthor id="494" name="姚灿" initials="姚" lastIdx="4" clrIdx="0"/>
  <p:cmAuthor id="495" name="赵威然" initials="赵" lastIdx="1" clrIdx="0"/>
  <p:cmAuthor id="496" name="未知用户141" initials="未" lastIdx="0" clrIdx="0"/>
  <p:cmAuthor id="497" name="未知用户142" initials="未" lastIdx="0" clrIdx="1"/>
  <p:cmAuthor id="498" name="Iris-T Liu" initials="I" lastIdx="10" clrIdx="0"/>
  <p:cmAuthor id="499" name="不灰心骑士" initials="不" lastIdx="1" clrIdx="0"/>
  <p:cmAuthor id="500" name="未知用户143" initials="未" lastIdx="1" clrIdx="0"/>
  <p:cmAuthor id="501" name="黄洁雯" initials="黄" lastIdx="1" clrIdx="146"/>
  <p:cmAuthor id="502" name="未知用户144" initials="未" lastIdx="1" clrIdx="0"/>
  <p:cmAuthor id="503" name="未知用户145" initials="未" lastIdx="2" clrIdx="0"/>
  <p:cmAuthor id="504" name="sivaram" initials="s" lastIdx="1" clrIdx="0"/>
  <p:cmAuthor id="505" name="Cpic" initials="C" lastIdx="0" clrIdx="0"/>
  <p:cmAuthor id="506" name="刘淼" initials="刘" lastIdx="4" clrIdx="6"/>
  <p:cmAuthor id="292970816" name="秦琴" initials="秦" lastIdx="2" clrIdx="1101"/>
  <p:cmAuthor id="507" name="未知用户114" initials="未" lastIdx="1" clrIdx="0"/>
  <p:cmAuthor id="508" name="未知用户115" initials="未" lastIdx="0" clrIdx="1"/>
  <p:cmAuthor id="509" name="未知用户116" initials="未" lastIdx="1" clrIdx="0"/>
  <p:cmAuthor id="510" name="未知用户117" initials="未" lastIdx="0" clrIdx="0"/>
  <p:cmAuthor id="511" name="未知用户139" initials="未" lastIdx="0" clrIdx="0"/>
  <p:cmAuthor id="512" name="加 林" initials="加" lastIdx="1" clrIdx="0"/>
  <p:cmAuthor id="513" name="程学春 cxc" initials="程" lastIdx="1" clrIdx="0"/>
  <p:cmAuthor id="514" name="congxuesong" initials="c" lastIdx="4" clrIdx="1"/>
  <p:cmAuthor id="515" name="王 婧" initials="王" lastIdx="1" clrIdx="19"/>
  <p:cmAuthor id="516" name="未知用户197" initials="未" lastIdx="0" clrIdx="1"/>
  <p:cmAuthor id="517" name="王 一鸣" initials="王" lastIdx="1" clrIdx="0"/>
  <p:cmAuthor id="518" name="何秀英" initials="何" lastIdx="1" clrIdx="8"/>
  <p:cmAuthor id="519" name="肖婧" initials="肖" lastIdx="7" clrIdx="0"/>
  <p:cmAuthor id="520" name="Well Li" initials="W" lastIdx="1" clrIdx="0"/>
  <p:cmAuthor id="521" name="任俊宣" initials="任" lastIdx="1" clrIdx="6"/>
  <p:cmAuthor id="522" name="未知用户188" initials="未" lastIdx="1" clrIdx="0"/>
  <p:cmAuthor id="389302941" name="Ch0ngY1n" initials="C" lastIdx="1" clrIdx="0"/>
  <p:cmAuthor id="523" name="未知用户189" initials="未" lastIdx="1" clrIdx="0"/>
  <p:cmAuthor id="524" name="未知用户165" initials="未" lastIdx="1" clrIdx="0"/>
  <p:cmAuthor id="525" name="未知用户166" initials="未" lastIdx="1" clrIdx="0"/>
  <p:cmAuthor id="526" name="未知用户167" initials="未" lastIdx="1" clrIdx="0"/>
  <p:cmAuthor id="527" name="未知用户168" initials="未" lastIdx="0" clrIdx="8"/>
  <p:cmAuthor id="528" name="未知用户169" initials="未" lastIdx="1" clrIdx="0"/>
  <p:cmAuthor id="529" name="未知用户170" initials="未" lastIdx="10" clrIdx="0"/>
  <p:cmAuthor id="530" name="未知用户171" initials="未" lastIdx="1" clrIdx="0"/>
  <p:cmAuthor id="531" name="未知用户172" initials="未" lastIdx="2" clrIdx="0"/>
  <p:cmAuthor id="532" name="未知用户173" initials="未" lastIdx="1" clrIdx="0"/>
  <p:cmAuthor id="533" name="未知用户174" initials="未" lastIdx="0" clrIdx="0"/>
  <p:cmAuthor id="534" name="未知用户175" initials="未" lastIdx="1" clrIdx="0"/>
  <p:cmAuthor id="535" name="未知用户176" initials="未" lastIdx="0" clrIdx="0"/>
  <p:cmAuthor id="536" name="未知用户198" initials="未" lastIdx="0" clrIdx="0"/>
  <p:cmAuthor id="537" name="未知用户150" initials="未" lastIdx="1" clrIdx="0"/>
  <p:cmAuthor id="538" name="未知用户220" initials="未" lastIdx="1" clrIdx="0"/>
  <p:cmAuthor id="539" name="未知用户221" initials="未" lastIdx="1" clrIdx="0"/>
  <p:cmAuthor id="540" name="未知用户199" initials="未" lastIdx="0" clrIdx="1"/>
  <p:cmAuthor id="541" name="未知用户200" initials="未" lastIdx="2" clrIdx="0"/>
  <p:cmAuthor id="542" name="未知用户201" initials="未" lastIdx="11" clrIdx="1"/>
  <p:cmAuthor id="543" name="未知用户214" initials="未" lastIdx="1" clrIdx="0"/>
  <p:cmAuthor id="544" name="未知用户216" initials="未" lastIdx="1" clrIdx="0"/>
  <p:cmAuthor id="545" name="未知用户202" initials="未" lastIdx="2" clrIdx="0"/>
  <p:cmAuthor id="546" name="未知用户203" initials="未" lastIdx="15" clrIdx="0"/>
  <p:cmAuthor id="547" name="未知用户204" initials="未" lastIdx="1" clrIdx="0"/>
  <p:cmAuthor id="548" name="未知用户205" initials="未" lastIdx="7" clrIdx="0"/>
  <p:cmAuthor id="549" name="未知用户206" initials="未" lastIdx="1" clrIdx="0"/>
  <p:cmAuthor id="550" name="未知用户207" initials="未" lastIdx="1" clrIdx="0"/>
  <p:cmAuthor id="1589271625" name="8226982966" initials="8" lastIdx="1" clrIdx="1112"/>
  <p:cmAuthor id="551" name="未知用户208" initials="未" lastIdx="1" clrIdx="0"/>
  <p:cmAuthor id="552" name="未知用户209" initials="未" lastIdx="2" clrIdx="0"/>
  <p:cmAuthor id="553" name="未知用户210" initials="未" lastIdx="0" clrIdx="0"/>
  <p:cmAuthor id="305829607" name="陈志伟" initials="陈" lastIdx="2" clrIdx="1433"/>
  <p:cmAuthor id="554" name="未知用户213" initials="未" lastIdx="1" clrIdx="2"/>
  <p:cmAuthor id="555" name="未知用户211" initials="未" lastIdx="1" clrIdx="0"/>
  <p:cmAuthor id="556" name="未知用户68" initials="未" lastIdx="1" clrIdx="0"/>
  <p:cmAuthor id="557" name="?定义" initials="?" lastIdx="2" clrIdx="0"/>
  <p:cmAuthor id="558" name="未知用户337" initials="未" lastIdx="0" clrIdx="0"/>
  <p:cmAuthor id="559" name="未知用户336" initials="未" lastIdx="1" clrIdx="0"/>
  <p:cmAuthor id="260219202" name="爽爽" initials="爽" lastIdx="1" clrIdx="1161"/>
  <p:cmAuthor id="560" name="未知用户318" initials="未" lastIdx="1" clrIdx="1"/>
  <p:cmAuthor id="561" name="sxp" initials="s" lastIdx="1" clrIdx="2"/>
  <p:cmAuthor id="562" name="未知用户320" initials="未" lastIdx="3" clrIdx="0"/>
  <p:cmAuthor id="563" name="allan" initials="a" lastIdx="1" clrIdx="0"/>
  <p:cmAuthor id="564" name="未知用户322" initials="未" lastIdx="0" clrIdx="0"/>
  <p:cmAuthor id="565" name="未知用户323" initials="未" lastIdx="9" clrIdx="0"/>
  <p:cmAuthor id="566" name="未知用户287" initials="未" lastIdx="1" clrIdx="0"/>
  <p:cmAuthor id="567" name="未知用户324" initials="未" lastIdx="1" clrIdx="0"/>
  <p:cmAuthor id="568" name="未知用户325" initials="未" lastIdx="2" clrIdx="0"/>
  <p:cmAuthor id="569" name="未知用户290" initials="未" lastIdx="1" clrIdx="0"/>
  <p:cmAuthor id="570" name="未知用户291" initials="未" lastIdx="1" clrIdx="0"/>
  <p:cmAuthor id="571" name="未知用户292" initials="未" lastIdx="0" clrIdx="0"/>
  <p:cmAuthor id="572" name="未知用户293" initials="未" lastIdx="1" clrIdx="0"/>
  <p:cmAuthor id="573" name="未知用户294" initials="未" lastIdx="1" clrIdx="1"/>
  <p:cmAuthor id="256524627" name="大雄" initials="大" lastIdx="1" clrIdx="1330"/>
  <p:cmAuthor id="574" name="未知用户295" initials="未" lastIdx="1" clrIdx="0"/>
  <p:cmAuthor id="575" name="未知用户326" initials="未" lastIdx="1" clrIdx="0"/>
  <p:cmAuthor id="576" name="未知用户327" initials="未" lastIdx="2" clrIdx="0"/>
  <p:cmAuthor id="577" name="未知用户328" initials="未" lastIdx="2" clrIdx="0"/>
  <p:cmAuthor id="578" name="未知用户299" initials="未" lastIdx="3" clrIdx="0"/>
  <p:cmAuthor id="579" name="未知用户300" initials="未" lastIdx="22" clrIdx="0"/>
  <p:cmAuthor id="580" name="未知用户301" initials="未" lastIdx="1" clrIdx="0"/>
  <p:cmAuthor id="581" name="未知用户302" initials="未" lastIdx="1" clrIdx="1"/>
  <p:cmAuthor id="582" name="未知用户303" initials="未" lastIdx="1" clrIdx="0"/>
  <p:cmAuthor id="583" name="未知用户304" initials="未" lastIdx="1" clrIdx="35"/>
  <p:cmAuthor id="584" name="未知用户305" initials="未" lastIdx="1" clrIdx="0"/>
  <p:cmAuthor id="585" name="未知用户306" initials="未" lastIdx="0" clrIdx="0"/>
  <p:cmAuthor id="586" name="未知用户222" initials="未" lastIdx="1" clrIdx="1"/>
  <p:cmAuthor id="587" name="未知用户224" initials="未" lastIdx="0" clrIdx="0"/>
  <p:cmAuthor id="588" name="未知用户332" initials="未" lastIdx="1" clrIdx="0"/>
  <p:cmAuthor id="589" name="未知用户309" initials="未" lastIdx="0" clrIdx="0"/>
  <p:cmAuthor id="590" name="未知用户310" initials="未" lastIdx="1" clrIdx="21"/>
  <p:cmAuthor id="591" name="未知用户311" initials="未" lastIdx="1" clrIdx="0"/>
  <p:cmAuthor id="592" name="未知用户312" initials="未" lastIdx="4" clrIdx="1"/>
  <p:cmAuthor id="593" name="未知用户313" initials="未" lastIdx="1" clrIdx="0"/>
  <p:cmAuthor id="594" name="未知用户335" initials="未" lastIdx="1" clrIdx="0"/>
  <p:cmAuthor id="595" name="未知用户316" initials="未" lastIdx="1" clrIdx="0"/>
  <p:cmAuthor id="596" name="未知用户277" initials="未" lastIdx="1" clrIdx="0"/>
  <p:cmAuthor id="597" name="未知用户278" initials="未" lastIdx="1" clrIdx="0"/>
  <p:cmAuthor id="598" name="未知用户272" initials="未" lastIdx="10" clrIdx="0"/>
  <p:cmAuthor id="599" name="未知用户273" initials="未" lastIdx="1" clrIdx="0"/>
  <p:cmAuthor id="600" name="未知用户279" initials="未" lastIdx="1" clrIdx="1"/>
  <p:cmAuthor id="601" name="未知用户233" initials="未" lastIdx="1" clrIdx="0"/>
  <p:cmAuthor id="602" name="未知用户229" initials="未" lastIdx="0" clrIdx="0"/>
  <p:cmAuthor id="603" name="未知用户234" initials="未" lastIdx="1" clrIdx="0"/>
  <p:cmAuthor id="604" name="未知用户274" initials="未" lastIdx="1" clrIdx="0"/>
  <p:cmAuthor id="605" name="未知用户236" initials="未" lastIdx="0" clrIdx="0"/>
  <p:cmAuthor id="606" name="未知用户280" initials="未" lastIdx="2" clrIdx="0"/>
  <p:cmAuthor id="607" name="未知用户238" initials="未" lastIdx="1" clrIdx="21"/>
  <p:cmAuthor id="608" name="未知用户239" initials="未" lastIdx="1" clrIdx="0"/>
  <p:cmAuthor id="609" name="未知用户240" initials="未" lastIdx="4" clrIdx="1"/>
  <p:cmAuthor id="610" name="未知用户241" initials="未" lastIdx="1" clrIdx="0"/>
  <p:cmAuthor id="611" name="未知用户242" initials="未" lastIdx="1" clrIdx="0"/>
  <p:cmAuthor id="612" name="未知用户243" initials="未" lastIdx="1" clrIdx="0"/>
  <p:cmAuthor id="613" name="未知用户244" initials="未" lastIdx="1" clrIdx="0"/>
  <p:cmAuthor id="614" name="未知用户245" initials="未" lastIdx="1" clrIdx="0"/>
  <p:cmAuthor id="615" name="未知用户246" initials="未" lastIdx="1" clrIdx="1"/>
  <p:cmAuthor id="616" name="未知用户247" initials="未" lastIdx="7" clrIdx="0"/>
  <p:cmAuthor id="617" name="未知用户248" initials="未" lastIdx="3" clrIdx="0"/>
  <p:cmAuthor id="618" name="未知用户249" initials="未" lastIdx="1" clrIdx="0"/>
  <p:cmAuthor id="619" name="未知用户250" initials="未" lastIdx="0" clrIdx="0"/>
  <p:cmAuthor id="620" name="未知用户251" initials="未" lastIdx="9" clrIdx="0"/>
  <p:cmAuthor id="621" name="未知用户252" initials="未" lastIdx="1" clrIdx="0"/>
  <p:cmAuthor id="622" name="未知用户253" initials="未" lastIdx="1" clrIdx="0"/>
  <p:cmAuthor id="623" name="未知用户254" initials="未" lastIdx="2" clrIdx="0"/>
  <p:cmAuthor id="624" name="未知用户255" initials="未" lastIdx="1" clrIdx="0"/>
  <p:cmAuthor id="625" name="未知用户256" initials="未" lastIdx="1" clrIdx="0"/>
  <p:cmAuthor id="626" name="未知用户257" initials="未" lastIdx="0" clrIdx="0"/>
  <p:cmAuthor id="627" name="未知用户258" initials="未" lastIdx="1" clrIdx="0"/>
  <p:cmAuthor id="628" name="未知用户259" initials="未" lastIdx="1" clrIdx="1"/>
  <p:cmAuthor id="629" name="未知用户260" initials="未" lastIdx="1" clrIdx="0"/>
  <p:cmAuthor id="630" name="未知用户275" initials="未" lastIdx="1" clrIdx="0"/>
  <p:cmAuthor id="631" name="未知用户276" initials="未" lastIdx="2" clrIdx="0"/>
  <p:cmAuthor id="632" name="未知用户263" initials="未" lastIdx="2" clrIdx="0"/>
  <p:cmAuthor id="311279532" name="刘主任" initials="刘" lastIdx="1" clrIdx="1230"/>
  <p:cmAuthor id="633" name="未知用户264" initials="未" lastIdx="3" clrIdx="0"/>
  <p:cmAuthor id="634" name="未知用户265" initials="未" lastIdx="22" clrIdx="0"/>
  <p:cmAuthor id="635" name="未知用户266" initials="未" lastIdx="1" clrIdx="1"/>
  <p:cmAuthor id="636" name="未知用户267" initials="未" lastIdx="1" clrIdx="0"/>
  <p:cmAuthor id="637" name="未知用户268" initials="未" lastIdx="1" clrIdx="35"/>
  <p:cmAuthor id="638" name="未知用户269" initials="未" lastIdx="1" clrIdx="0"/>
  <p:cmAuthor id="639" name="未知用户270" initials="未" lastIdx="0" clrIdx="0"/>
  <p:cmAuthor id="640" name="未知用户193" initials="未" lastIdx="2" clrIdx="0"/>
  <p:cmAuthor id="641" name="未知用户195" initials="未" lastIdx="22" clrIdx="0"/>
  <p:cmAuthor id="642" name="未知用户196" initials="未" lastIdx="1" clrIdx="0"/>
  <p:cmAuthor id="643" name="未知用户358" initials="未" lastIdx="1" clrIdx="0"/>
  <p:cmAuthor id="644" name="未知用户359" initials="未" lastIdx="1" clrIdx="0"/>
  <p:cmAuthor id="645" name="未知用户360" initials="未" lastIdx="10" clrIdx="0"/>
  <p:cmAuthor id="646" name="未知用户361" initials="未" lastIdx="1" clrIdx="0"/>
  <p:cmAuthor id="647" name="未知用户364" initials="未" lastIdx="2" clrIdx="0"/>
  <p:cmAuthor id="648" name="未知用户288" initials="未" lastIdx="1" clrIdx="0"/>
  <p:cmAuthor id="649" name="未知用户297" initials="未" lastIdx="1" clrIdx="0"/>
  <p:cmAuthor id="650" name="未知用户298" initials="未" lastIdx="1" clrIdx="1"/>
  <p:cmAuthor id="651" name="未知用户307" initials="未" lastIdx="7" clrIdx="0"/>
  <p:cmAuthor id="652" name="未知用户308" initials="未" lastIdx="3" clrIdx="0"/>
  <p:cmAuthor id="653" name="未知用户315" initials="未" lastIdx="1" clrIdx="0"/>
  <p:cmAuthor id="654" name="未知用户317" initials="未" lastIdx="0" clrIdx="0"/>
  <p:cmAuthor id="655" name="未知用户329" initials="未" lastIdx="9" clrIdx="0"/>
  <p:cmAuthor id="656" name="未知用户333" initials="未" lastIdx="1" clrIdx="0"/>
  <p:cmAuthor id="657" name="未知用户334" initials="未" lastIdx="1" clrIdx="0"/>
  <p:cmAuthor id="658" name="未知用户340" initials="未" lastIdx="2" clrIdx="0"/>
  <p:cmAuthor id="659" name="未知用户341" initials="未" lastIdx="1" clrIdx="0"/>
  <p:cmAuthor id="660" name="未知用户342" initials="未" lastIdx="1" clrIdx="0"/>
  <p:cmAuthor id="661" name="未知用户343" initials="未" lastIdx="0" clrIdx="0"/>
  <p:cmAuthor id="662" name="未知用户344" initials="未" lastIdx="1" clrIdx="0"/>
  <p:cmAuthor id="663" name="未知用户345" initials="未" lastIdx="1" clrIdx="1"/>
  <p:cmAuthor id="664" name="未知用户365" initials="未" lastIdx="1" clrIdx="0"/>
  <p:cmAuthor id="665" name="未知用户366" initials="未" lastIdx="1" clrIdx="0"/>
  <p:cmAuthor id="666" name="未知用户367" initials="未" lastIdx="2" clrIdx="0"/>
  <p:cmAuthor id="667" name="未知用户368" initials="未" lastIdx="2" clrIdx="0"/>
  <p:cmAuthor id="668" name="未知用户403" initials="未" lastIdx="1" clrIdx="0"/>
  <p:cmAuthor id="669" name="未知用户402" initials="未" lastIdx="1" clrIdx="0"/>
  <p:cmAuthor id="670" name="未知用户379" initials="未" lastIdx="10" clrIdx="0"/>
  <p:cmAuthor id="671" name="未知用户380" initials="未" lastIdx="1" clrIdx="0"/>
  <p:cmAuthor id="672" name="未知用户405" initials="未" lastIdx="2" clrIdx="0"/>
  <p:cmAuthor id="673" name="未知用户382" initials="未" lastIdx="1" clrIdx="0"/>
  <p:cmAuthor id="674" name="未知用户383" initials="未" lastIdx="1" clrIdx="0"/>
  <p:cmAuthor id="675" name="未知用户384" initials="未" lastIdx="1" clrIdx="1"/>
  <p:cmAuthor id="676" name="未知用户385" initials="未" lastIdx="7" clrIdx="0"/>
  <p:cmAuthor id="677" name="未知用户386" initials="未" lastIdx="3" clrIdx="0"/>
  <p:cmAuthor id="678" name="未知用户387" initials="未" lastIdx="1" clrIdx="0"/>
  <p:cmAuthor id="679" name="未知用户388" initials="未" lastIdx="0" clrIdx="0"/>
  <p:cmAuthor id="680" name="未知用户411" initials="未" lastIdx="1" clrIdx="0"/>
  <p:cmAuthor id="681" name="未知用户389" initials="未" lastIdx="9" clrIdx="0"/>
  <p:cmAuthor id="682" name="未知用户390" initials="未" lastIdx="1" clrIdx="0"/>
  <p:cmAuthor id="683" name="未知用户391" initials="未" lastIdx="1" clrIdx="0"/>
  <p:cmAuthor id="684" name="未知用户392" initials="未" lastIdx="2" clrIdx="0"/>
  <p:cmAuthor id="685" name="未知用户393" initials="未" lastIdx="1" clrIdx="0"/>
  <p:cmAuthor id="686" name="未知用户394" initials="未" lastIdx="1" clrIdx="0"/>
  <p:cmAuthor id="362030866" name="高烨" initials="高" lastIdx="1" clrIdx="1312"/>
  <p:cmAuthor id="687" name="未知用户395" initials="未" lastIdx="0" clrIdx="0"/>
  <p:cmAuthor id="688" name="未知用户396" initials="未" lastIdx="1" clrIdx="0"/>
  <p:cmAuthor id="689" name="未知用户406" initials="未" lastIdx="1" clrIdx="0"/>
  <p:cmAuthor id="690" name="未知用户397" initials="未" lastIdx="1" clrIdx="1"/>
  <p:cmAuthor id="691" name="未知用户407" initials="未" lastIdx="1" clrIdx="0"/>
  <p:cmAuthor id="692" name="未知用户398" initials="未" lastIdx="1" clrIdx="0"/>
  <p:cmAuthor id="693" name="未知用户399" initials="未" lastIdx="1" clrIdx="0"/>
  <p:cmAuthor id="694" name="未知用户400" initials="未" lastIdx="2" clrIdx="0"/>
  <p:cmAuthor id="695" name="未知用户401" initials="未" lastIdx="2" clrIdx="0"/>
  <p:cmAuthor id="696" name="未知用户420" initials="未" lastIdx="1" clrIdx="0"/>
  <p:cmAuthor id="697" name="未知用户421" initials="未" lastIdx="1" clrIdx="0"/>
  <p:cmAuthor id="698" name="未知用户422" initials="未" lastIdx="10" clrIdx="0"/>
  <p:cmAuthor id="699" name="未知用户423" initials="未" lastIdx="1" clrIdx="0"/>
  <p:cmAuthor id="700" name="未知用户424" initials="未" lastIdx="2" clrIdx="0"/>
  <p:cmAuthor id="701" name="未知用户419" initials="未" lastIdx="2" clrIdx="0"/>
  <p:cmAuthor id="702" name="未知用户425" initials="未" lastIdx="1" clrIdx="0"/>
  <p:cmAuthor id="703" name="未知用户426" initials="未" lastIdx="1" clrIdx="0"/>
  <p:cmAuthor id="704" name="未知用户427" initials="未" lastIdx="1" clrIdx="1"/>
  <p:cmAuthor id="705" name="未知用户428" initials="未" lastIdx="7" clrIdx="0"/>
  <p:cmAuthor id="1631391397" name="秘撞琴崖掣" initials="秘" lastIdx="1" clrIdx="1326"/>
  <p:cmAuthor id="706" name="未知用户429" initials="未" lastIdx="3" clrIdx="0"/>
  <p:cmAuthor id="707" name="未知用户430" initials="未" lastIdx="1" clrIdx="0"/>
  <p:cmAuthor id="708" name="未知用户431" initials="未" lastIdx="1" clrIdx="0"/>
  <p:cmAuthor id="709" name="未知用户432" initials="未" lastIdx="0" clrIdx="0"/>
  <p:cmAuthor id="710" name="未知用户433" initials="未" lastIdx="1" clrIdx="0"/>
  <p:cmAuthor id="711" name="未知用户434" initials="未" lastIdx="9" clrIdx="0"/>
  <p:cmAuthor id="712" name="未知用户435" initials="未" lastIdx="1" clrIdx="0"/>
  <p:cmAuthor id="713" name="未知用户436" initials="未" lastIdx="1" clrIdx="0"/>
  <p:cmAuthor id="714" name="未知用户437" initials="未" lastIdx="2" clrIdx="0"/>
  <p:cmAuthor id="715" name="未知用户438" initials="未" lastIdx="1" clrIdx="0"/>
  <p:cmAuthor id="716" name="未知用户417" initials="未" lastIdx="10" clrIdx="0"/>
  <p:cmAuthor id="717" name="未知用户439" initials="未" lastIdx="1" clrIdx="0"/>
  <p:cmAuthor id="718" name="未知用户440" initials="未" lastIdx="0" clrIdx="0"/>
  <p:cmAuthor id="719" name="未知用户441" initials="未" lastIdx="1" clrIdx="0"/>
  <p:cmAuthor id="720" name="未知用户442" initials="未" lastIdx="1" clrIdx="0"/>
  <p:cmAuthor id="721" name="未知用户443" initials="未" lastIdx="1" clrIdx="1"/>
  <p:cmAuthor id="722" name="未知用户444" initials="未" lastIdx="1" clrIdx="0"/>
  <p:cmAuthor id="723" name="未知用户445" initials="未" lastIdx="1" clrIdx="0"/>
  <p:cmAuthor id="724" name="未知用户446" initials="未" lastIdx="1" clrIdx="0"/>
  <p:cmAuthor id="725" name="未知用户447" initials="未" lastIdx="2" clrIdx="0"/>
  <p:cmAuthor id="726" name="未知用户448" initials="未" lastIdx="2" clrIdx="0"/>
  <p:cmAuthor id="191251535" name="沈霄雷" initials="沈" lastIdx="833089" clrIdx="0"/>
  <p:cmAuthor id="727" name="郭成报" initials="郭" lastIdx="1" clrIdx="726"/>
  <p:cmAuthor id="191251536" name="张钰" initials="张" lastIdx="1" clrIdx="25"/>
  <p:cmAuthor id="728" name="10946" initials="1" lastIdx="1" clrIdx="727"/>
  <p:cmAuthor id="191251537" name="Echo" initials="E" lastIdx="1" clrIdx="191251536"/>
  <p:cmAuthor id="729" name="zcy" initials="z" lastIdx="1" clrIdx="728"/>
  <p:cmAuthor id="191251538" name="zhangmh@httz.cc" initials="z" lastIdx="3" clrIdx="13"/>
  <p:cmAuthor id="730" name="zhang li" initials="z" lastIdx="1" clrIdx="138"/>
  <p:cmAuthor id="731" name="崔艳鹏" initials="崔" lastIdx="1" clrIdx="730"/>
  <p:cmAuthor id="191251539" name="Tyx" initials="T" lastIdx="1" clrIdx="85"/>
  <p:cmAuthor id="732" name="未知用户338" initials="未" lastIdx="1" clrIdx="0"/>
  <p:cmAuthor id="191251540" name="lili" initials="lili" lastIdx="2" clrIdx="86"/>
  <p:cmAuthor id="733" name="未知用户330" initials="未" lastIdx="10" clrIdx="0"/>
  <p:cmAuthor id="191251541" name="sjzx" initials="s" lastIdx="1" clrIdx="25"/>
  <p:cmAuthor id="734" name="zhuyk" initials="z" lastIdx="1" clrIdx="1"/>
  <p:cmAuthor id="191251542" name="yang.yuan" initials="y" lastIdx="0" clrIdx="17"/>
  <p:cmAuthor id="735" name="wfbs" initials="w" lastIdx="1" clrIdx="734"/>
  <p:cmAuthor id="736" name="未知用户314" initials="未" lastIdx="1" clrIdx="0"/>
  <p:cmAuthor id="737" name="未知用户319" initials="未" lastIdx="7" clrIdx="0"/>
  <p:cmAuthor id="738" name="8613250766486" initials="8" lastIdx="2" clrIdx="729"/>
  <p:cmAuthor id="739" name="杨睿" initials="杨" lastIdx="12" clrIdx="0"/>
  <p:cmAuthor id="740" name="叶茂甫" initials="叶" lastIdx="1" clrIdx="0"/>
  <p:cmAuthor id="741" name="Maxsad" initials="M" lastIdx="1" clrIdx="0"/>
  <p:cmAuthor id="742" name="殷小霞" initials="殷" lastIdx="1" clrIdx="0"/>
  <p:cmAuthor id="743" name="未知用户69" initials="未" lastIdx="2" clrIdx="0"/>
  <p:cmAuthor id="744" name="未知用户63" initials="未" lastIdx="1" clrIdx="0"/>
  <p:cmAuthor id="745" name="未知用户64" initials="未" lastIdx="1" clrIdx="0"/>
  <p:cmAuthor id="746" name="tyzwsai" initials="t" lastIdx="1" clrIdx="745"/>
  <p:cmAuthor id="747" name="wenle369@sina.com" initials="w" lastIdx="1" clrIdx="0"/>
  <p:cmAuthor id="593389709" name="孙兰" initials="孙" lastIdx="1" clrIdx="934"/>
  <p:cmAuthor id="748" name="殷 积波" initials="殷" lastIdx="1" clrIdx="22"/>
  <p:cmAuthor id="749" name="未知用户66" initials="未" lastIdx="2" clrIdx="1"/>
  <p:cmAuthor id="750" name="袨?嗴?傤?" initials="袨" lastIdx="0" clrIdx="0"/>
  <p:cmAuthor id="751" name="未知用户58" initials="未" lastIdx="0" clrIdx="0"/>
  <p:cmAuthor id="752" name="fangrui0801" initials="f" lastIdx="1" clrIdx="751"/>
  <p:cmAuthor id="753" name="未知用户192" initials="未" lastIdx="1" clrIdx="0"/>
  <p:cmAuthor id="754" name="志刚 赵" initials="志" lastIdx="1" clrIdx="0"/>
  <p:cmAuthor id="755" name="未知用户418" initials="未" lastIdx="1" clrIdx="0"/>
  <p:cmAuthor id="756" name="未知用户271" initials="未" lastIdx="1" clrIdx="0"/>
  <p:cmAuthor id="757" name="阿坤" initials="阿" lastIdx="1" clrIdx="756"/>
  <p:cmAuthor id="758" name="赵博洋(L. D.)" initials="赵" lastIdx="1" clrIdx="2"/>
  <p:cmAuthor id="759" name="张逸晨" initials="张" lastIdx="1" clrIdx="0"/>
  <p:cmAuthor id="760" name="sizx" initials="s" lastIdx="2" clrIdx="759"/>
  <p:cmAuthor id="761" name="雨林木风" initials="雨" lastIdx="14" clrIdx="1"/>
  <p:cmAuthor id="765618662" name="Xz" initials="X" lastIdx="1" clrIdx="1277"/>
  <p:cmAuthor id="762" name="cindy.yi.huang@hsbc.com.cn" initials="c" lastIdx="4" clrIdx="0"/>
  <p:cmAuthor id="763" name="池依曼" initials="池" lastIdx="2" clrIdx="72"/>
  <p:cmAuthor id="764" name="未知用户219" initials="未" lastIdx="3" clrIdx="0"/>
  <p:cmAuthor id="765" name="未知用户230" initials="未" lastIdx="4" clrIdx="0"/>
  <p:cmAuthor id="766" name="未知用户231" initials="未" lastIdx="1" clrIdx="0"/>
  <p:cmAuthor id="767" name="未知用户232" initials="未" lastIdx="1" clrIdx="0"/>
  <p:cmAuthor id="768" name="未知用户237" initials="未" lastIdx="7" clrIdx="0"/>
  <p:cmAuthor id="769" name="未知用户226" initials="未" lastIdx="1" clrIdx="0"/>
  <p:cmAuthor id="770" name="亚运 曹" initials="亚" lastIdx="3" clrIdx="2"/>
  <p:cmAuthor id="771" name="lp" initials="l" lastIdx="1" clrIdx="0"/>
  <p:cmAuthor id="772" name="张正明" initials="张" lastIdx="1" clrIdx="0"/>
  <p:cmAuthor id="773" name="FANG SUN" initials="F" lastIdx="2" clrIdx="4"/>
  <p:cmAuthor id="774" name="富德生命人寿" initials="富" lastIdx="1" clrIdx="0"/>
  <p:cmAuthor id="775" name="袁缘" initials="袁" lastIdx="0" clrIdx="0"/>
  <p:cmAuthor id="776" name="未知用户416" initials="未" lastIdx="1" clrIdx="0"/>
  <p:cmAuthor id="777" name="未知用户404" initials="未" lastIdx="15" clrIdx="0"/>
  <p:cmAuthor id="778" name="未知用户408" initials="未" lastIdx="1" clrIdx="1"/>
  <p:cmAuthor id="779" name="未知用户409" initials="未" lastIdx="7" clrIdx="0"/>
  <p:cmAuthor id="927115564" name="苒染✨" initials="苒" lastIdx="2" clrIdx="1234"/>
  <p:cmAuthor id="780" name="未知用户412" initials="未" lastIdx="0" clrIdx="1"/>
  <p:cmAuthor id="781" name="未知用户413" initials="未" lastIdx="1" clrIdx="0"/>
  <p:cmAuthor id="782" name="未知用户414" initials="未" lastIdx="1" clrIdx="0"/>
  <p:cmAuthor id="783" name="未知用户415" initials="未" lastIdx="1" clrIdx="0"/>
  <p:cmAuthor id="784" name="未知用户215" initials="未" lastIdx="0" clrIdx="0"/>
  <p:cmAuthor id="785" name="未知用户217" initials="未" lastIdx="0" clrIdx="0"/>
  <p:cmAuthor id="786" name="未知用户261" initials="未" lastIdx="0" clrIdx="0"/>
  <p:cmAuthor id="787" name="未知用户371" initials="未" lastIdx="1" clrIdx="0"/>
  <p:cmAuthor id="788" name="未知用户370" initials="未" lastIdx="1" clrIdx="0"/>
  <p:cmAuthor id="789" name="未知用户347" initials="未" lastIdx="10" clrIdx="0"/>
  <p:cmAuthor id="790" name="未知用户348" initials="未" lastIdx="1" clrIdx="0"/>
  <p:cmAuthor id="791" name="未知用户286" initials="未" lastIdx="1" clrIdx="0"/>
  <p:cmAuthor id="792" name="未知用户373" initials="未" lastIdx="2" clrIdx="0"/>
  <p:cmAuthor id="793" name="未知用户350" initials="未" lastIdx="1" clrIdx="0"/>
  <p:cmAuthor id="794" name="未知用户218" initials="未" lastIdx="0" clrIdx="0"/>
  <p:cmAuthor id="795" name="未知用户351" initials="未" lastIdx="1" clrIdx="0"/>
  <p:cmAuthor id="796" name="未知用户352" initials="未" lastIdx="1" clrIdx="1"/>
  <p:cmAuthor id="797" name="未知用户353" initials="未" lastIdx="7" clrIdx="0"/>
  <p:cmAuthor id="798" name="未知用户354" initials="未" lastIdx="3" clrIdx="0"/>
  <p:cmAuthor id="799" name="未知用户355" initials="未" lastIdx="1" clrIdx="0"/>
  <p:cmAuthor id="800" name="未知用户356" initials="未" lastIdx="0" clrIdx="0"/>
  <p:cmAuthor id="801" name="未知用户378" initials="未" lastIdx="1" clrIdx="0"/>
  <p:cmAuthor id="802" name="未知用户357" initials="未" lastIdx="9" clrIdx="0"/>
  <p:cmAuthor id="803" name="未知用户362" initials="未" lastIdx="1" clrIdx="0"/>
  <p:cmAuthor id="804" name="未知用户363" initials="未" lastIdx="0" clrIdx="0"/>
  <p:cmAuthor id="805" name="未知用户374" initials="未" lastIdx="1" clrIdx="0"/>
  <p:cmAuthor id="806" name="未知用户375" initials="未" lastIdx="1" clrIdx="0"/>
  <p:cmAuthor id="807" name="未知用户369" initials="未" lastIdx="2" clrIdx="0"/>
  <p:cmAuthor id="808" name="未知用户376" initials="未" lastIdx="22" clrIdx="0"/>
  <p:cmAuthor id="809" name="未知用户377" initials="未" lastIdx="1" clrIdx="0"/>
  <p:cmAuthor id="810" name="未知用户372" initials="未" lastIdx="1" clrIdx="1"/>
  <p:cmAuthor id="811" name="Xzjd" initials="X" lastIdx="2" clrIdx="0"/>
  <p:cmAuthor id="812" name="a1270005862@outlook.com" initials="a" lastIdx="1" clrIdx="177"/>
  <p:cmAuthor id="813" name="sunlj002" initials="s" lastIdx="5" clrIdx="1"/>
  <p:cmAuthor id="814" name="未知用户466" initials="未" lastIdx="3" clrIdx="0"/>
  <p:cmAuthor id="815" name="未知用户460" initials="未" lastIdx="1" clrIdx="0"/>
  <p:cmAuthor id="816" name="未知用户454" initials="未" lastIdx="2" clrIdx="0"/>
  <p:cmAuthor id="817" name="未知用户461" initials="未" lastIdx="0" clrIdx="0"/>
  <p:cmAuthor id="818" name="未知用户455" initials="未" lastIdx="1" clrIdx="0"/>
  <p:cmAuthor id="819" name="未知用户462" initials="未" lastIdx="10" clrIdx="0"/>
  <p:cmAuthor id="820" name="未知用户465" initials="未" lastIdx="1" clrIdx="5"/>
  <p:cmAuthor id="821" name="未知用户457" initials="未" lastIdx="1" clrIdx="0"/>
  <p:cmAuthor id="822" name="未知用户450" initials="未" lastIdx="0" clrIdx="0"/>
  <p:cmAuthor id="823" name="未知用户463" initials="未" lastIdx="1" clrIdx="18"/>
  <p:cmAuthor id="824" name="未知用户467" initials="未" lastIdx="0" clrIdx="0"/>
  <p:cmAuthor id="1291223173" name="程玉白" initials="程" lastIdx="1" clrIdx="1209"/>
  <p:cmAuthor id="825" name="未知用户468" initials="未" lastIdx="1" clrIdx="0"/>
  <p:cmAuthor id="826" name="未知用户469" initials="未" lastIdx="1" clrIdx="0"/>
  <p:cmAuthor id="827" name="未知用户458" initials="未" lastIdx="2" clrIdx="0"/>
  <p:cmAuthor id="828" name="未知用户470" initials="未" lastIdx="1" clrIdx="0"/>
  <p:cmAuthor id="829" name="未知用户471" initials="未" lastIdx="1" clrIdx="0"/>
  <p:cmAuthor id="830" name="未知用户472" initials="未" lastIdx="1" clrIdx="0"/>
  <p:cmAuthor id="240977375" name="Little-潔" initials="L" lastIdx="1" clrIdx="1276"/>
  <p:cmAuthor id="831" name="未知用户473" initials="未" lastIdx="4" clrIdx="0"/>
  <p:cmAuthor id="832" name="未知用户235" initials="未" lastIdx="0" clrIdx="1"/>
  <p:cmAuthor id="833" name="未知用户453" initials="未" lastIdx="1" clrIdx="0"/>
  <p:cmAuthor id="834" name="未知用户474" initials="未" lastIdx="0" clrIdx="0"/>
  <p:cmAuthor id="835" name="未知用户475" initials="未" lastIdx="0" clrIdx="0"/>
  <p:cmAuthor id="836" name="未知用户476" initials="未" lastIdx="1" clrIdx="0"/>
  <p:cmAuthor id="837" name="未知用户459" initials="未" lastIdx="1" clrIdx="1"/>
  <p:cmAuthor id="838" name="未知用户489" initials="未" lastIdx="1" clrIdx="0"/>
  <p:cmAuthor id="839" name="未知用户488" initials="未" lastIdx="10" clrIdx="0"/>
  <p:cmAuthor id="840" name="未知用户490" initials="未" lastIdx="1" clrIdx="0"/>
  <p:cmAuthor id="841" name="未知用户477" initials="未" lastIdx="2" clrIdx="0"/>
  <p:cmAuthor id="842" name="未知用户478" initials="未" lastIdx="1" clrIdx="0"/>
  <p:cmAuthor id="843" name="未知用户479" initials="未" lastIdx="0" clrIdx="8"/>
  <p:cmAuthor id="844" name="未知用户480" initials="未" lastIdx="1" clrIdx="0"/>
  <p:cmAuthor id="845" name="未知用户481" initials="未" lastIdx="10" clrIdx="0"/>
  <p:cmAuthor id="846" name="未知用户482" initials="未" lastIdx="1" clrIdx="0"/>
  <p:cmAuthor id="847" name="未知用户483" initials="未" lastIdx="1" clrIdx="0"/>
  <p:cmAuthor id="848" name="未知用户484" initials="未" lastIdx="1" clrIdx="0"/>
  <p:cmAuthor id="321765279" name="郭涛" initials="郭" lastIdx="1" clrIdx="0"/>
  <p:cmAuthor id="849" name="未知用户485" initials="未" lastIdx="1" clrIdx="0"/>
  <p:cmAuthor id="850" name="未知用户486" initials="未" lastIdx="0" clrIdx="0"/>
  <p:cmAuthor id="851" name="未知用户452" initials="未" lastIdx="2" clrIdx="0"/>
  <p:cmAuthor id="852" name="未知用户456" initials="未" lastIdx="1" clrIdx="0"/>
  <p:cmAuthor id="853" name="未知用户464" initials="未" lastIdx="0" clrIdx="0"/>
  <p:cmAuthor id="854" name="未知用户487" initials="未" lastIdx="0" clrIdx="0"/>
  <p:cmAuthor id="855" name="Am'be'r" initials="A" lastIdx="2" clrIdx="0"/>
  <p:cmAuthor id="856" name="廖爽亚" initials="廖" lastIdx="4" clrIdx="2"/>
  <p:cmAuthor id="857" name="李静" initials="李" lastIdx="1" clrIdx="29"/>
  <p:cmAuthor id="858" name="未知用户228" initials="未" lastIdx="2" clrIdx="0"/>
  <p:cmAuthor id="859" name="Lir" initials="L" lastIdx="1" clrIdx="858"/>
  <p:cmAuthor id="860" name="未知用户190" initials="未" lastIdx="1" clrIdx="0"/>
  <p:cmAuthor id="861" name="seki" initials="s" lastIdx="1" clrIdx="0"/>
  <p:cmAuthor id="862" name="Virginia" initials="V" lastIdx="7" clrIdx="0"/>
  <p:cmAuthor id="863" name="daliang xu" initials="d" lastIdx="1" clrIdx="0"/>
  <p:cmAuthor id="864" name="ZXAGX@outlook.com" initials="Z" lastIdx="1" clrIdx="138"/>
  <p:cmAuthor id="865" name="3930" initials="3" lastIdx="1" clrIdx="24"/>
  <p:cmAuthor id="866" name="Bo" initials="B" lastIdx="1" clrIdx="93"/>
  <p:cmAuthor id="867" name="asuspc" initials="a" lastIdx="1" clrIdx="866"/>
  <p:cmAuthor id="868" name="李昀东" initials="李" lastIdx="1" clrIdx="0"/>
  <p:cmAuthor id="869" name="liuhao24" initials="l" lastIdx="2" clrIdx="0"/>
  <p:cmAuthor id="870" name="理者" initials="理" lastIdx="2" clrIdx="0"/>
  <p:cmAuthor id="871" name="闪电杰尼" initials="闪" lastIdx="1" clrIdx="870"/>
  <p:cmAuthor id="872" name="翔宇" initials="翔" lastIdx="1" clrIdx="19"/>
  <p:cmAuthor id="873" name="t-1i-caiwu" initials="t" lastIdx="2" clrIdx="0"/>
  <p:cmAuthor id="874" name="zhaoyue46" initials="z" lastIdx="6" clrIdx="0"/>
  <p:cmAuthor id="875" name="449030419@qq.com" initials="4" lastIdx="1" clrIdx="0"/>
  <p:cmAuthor id="876" name="未知用户111" initials="未" lastIdx="2" clrIdx="0"/>
  <p:cmAuthor id="877" name="19916" initials="1" lastIdx="1" clrIdx="876"/>
  <p:cmAuthor id="878" name="未知用户113" initials="未" lastIdx="1" clrIdx="0"/>
  <p:cmAuthor id="879" name="姜伟光" initials="姜" lastIdx="1" clrIdx="0"/>
  <p:cmAuthor id="880" name="宋洁然" initials="宋" lastIdx="2" clrIdx="1"/>
  <p:cmAuthor id="881" name="zhums" initials="z" lastIdx="1" clrIdx="880"/>
  <p:cmAuthor id="882" name="郑由星_外网" initials="郑" lastIdx="0" clrIdx="0"/>
  <p:cmAuthor id="883" name="dellwin" initials="d" lastIdx="5" clrIdx="0"/>
  <p:cmAuthor id="884" name="未知用户410" initials="未" lastIdx="1" clrIdx="0"/>
  <p:cmAuthor id="885" name="kp l" initials="k" lastIdx="2" clrIdx="0"/>
  <p:cmAuthor id="886" name="姜文静" initials="姜" lastIdx="1" clrIdx="0"/>
  <p:cmAuthor id="887" name="陈依依" initials="陈" lastIdx="7" clrIdx="0"/>
  <p:cmAuthor id="889" name="王丹（法律）" initials="王" lastIdx="28" clrIdx="0"/>
  <p:cmAuthor id="890" name="华为" initials="华" lastIdx="1" clrIdx="552"/>
  <p:cmAuthor id="891" name="yuxue" initials="y" lastIdx="1" clrIdx="3"/>
  <p:cmAuthor id="892" name="Abel" initials="A" lastIdx="1" clrIdx="0"/>
  <p:cmAuthor id="893" name="xq" initials="x" lastIdx="2" clrIdx="11"/>
  <p:cmAuthor id="894" name="jinxin" initials="j" lastIdx="1" clrIdx="893"/>
  <p:cmAuthor id="895" name="刘莹" initials="刘" lastIdx="1" clrIdx="2"/>
  <p:cmAuthor id="896" name="hasee" initials="h" lastIdx="1" clrIdx="0"/>
  <p:cmAuthor id="897" name="贝贝ai猪" initials="贝" lastIdx="1" clrIdx="119"/>
  <p:cmAuthor id="898" name="何梦婕" initials="何" lastIdx="1" clrIdx="897"/>
  <p:cmAuthor id="899" name="cqlc" initials="c" lastIdx="1" clrIdx="416"/>
  <p:cmAuthor id="900" name="sdzz-syy" initials="s" lastIdx="1" clrIdx="0"/>
  <p:cmAuthor id="902" name="CN=谢俊/OU=技术总监室/OU=软件开发中心/OU=总行机关/O=ABC" initials="C" lastIdx="3" clrIdx="3"/>
  <p:cmAuthor id="903" name="wpp" initials="w" lastIdx="0" clrIdx="0"/>
  <p:cmAuthor id="904" name="nieyp" initials="n" lastIdx="2" clrIdx="0"/>
  <p:cmAuthor id="905" name="AbuSina" initials="A" lastIdx="2" clrIdx="0"/>
  <p:cmAuthor id="906" name="zhengwen" initials="z" lastIdx="1" clrIdx="0"/>
  <p:cmAuthor id="907" name="chinalife" initials="c" lastIdx="1" clrIdx="0"/>
  <p:cmAuthor id="908" name="wangsc" initials="w" lastIdx="1" clrIdx="34"/>
  <p:cmAuthor id="909" name="tk-taiyuan" initials="t" lastIdx="1" clrIdx="741"/>
  <p:cmAuthor id="910" name="chenzheng4" initials="c" lastIdx="1" clrIdx="22"/>
  <p:cmAuthor id="911" name="王 震环" initials="王" lastIdx="6" clrIdx="23"/>
  <p:cmAuthor id="912" name="郄 琰" initials="郄" lastIdx="1" clrIdx="0"/>
  <p:cmAuthor id="913" name="jerry wong" initials="j" lastIdx="0" clrIdx="0"/>
  <p:cmAuthor id="914" name="Saku Uchikawa" initials="S" lastIdx="11" clrIdx="0"/>
  <p:cmAuthor id="558034904" name="马欣" initials="马" lastIdx="1" clrIdx="1050"/>
  <p:cmAuthor id="915" name="Yang" initials="Y" lastIdx="1" clrIdx="914"/>
  <p:cmAuthor id="916" name="靖千 罗" initials="靖" lastIdx="1" clrIdx="82"/>
  <p:cmAuthor id="917" name="z cl" initials="z" lastIdx="8" clrIdx="0"/>
  <p:cmAuthor id="918" name="liuys40" initials="l" lastIdx="1" clrIdx="3"/>
  <p:cmAuthor id="919" name="刘 帅" initials="刘" lastIdx="1" clrIdx="0"/>
  <p:cmAuthor id="920" name="martin" initials="m" lastIdx="0" clrIdx="2"/>
  <p:cmAuthor id="921" name="qin yu" initials="q" lastIdx="2" clrIdx="4"/>
  <p:cmAuthor id="922" name="沈 秀敏" initials="沈" lastIdx="2" clrIdx="0"/>
  <p:cmAuthor id="923" name="陈 娟" initials="陈" lastIdx="1" clrIdx="447"/>
  <p:cmAuthor id="924" name="李建阳（内蒙古英才管培生）" initials="李" lastIdx="2" clrIdx="0"/>
  <p:cmAuthor id="925" name="马靖松" initials="马" lastIdx="1" clrIdx="0"/>
  <p:cmAuthor id="926" name="pingchangxin@outlook.com LI" initials="p" lastIdx="5" clrIdx="0"/>
  <p:cmAuthor id="927" name="张晓燕(内蒙古巴彦淖尔)" initials="张" lastIdx="1" clrIdx="0"/>
  <p:cmAuthor id="928" name="王凯" initials="王" lastIdx="1" clrIdx="0"/>
  <p:cmAuthor id="929" name="沈琪-pbj" initials="沈" lastIdx="1" clrIdx="0"/>
  <p:cmAuthor id="930" name="雕刻时光 1987" initials="雕" lastIdx="1" clrIdx="23"/>
  <p:cmAuthor id="931" name="赵生杰" initials="赵" lastIdx="1" clrIdx="0"/>
  <p:cmAuthor id="932" name="LUO CHENG" initials="L" lastIdx="1" clrIdx="0"/>
  <p:cmAuthor id="933" name="scx" initials="s" lastIdx="1" clrIdx="0"/>
  <p:cmAuthor id="934" name="shenyanning-001" initials="s" lastIdx="8" clrIdx="0"/>
  <p:cmAuthor id="935" name="lipengfei01111@outlook.com" initials="l" lastIdx="1" clrIdx="0"/>
  <p:cmAuthor id="936" name="Microsoft 帐户" initials="M" lastIdx="1" clrIdx="0"/>
  <p:cmAuthor id="937" name="Evander Wan" initials="E" lastIdx="7" clrIdx="1"/>
  <p:cmAuthor id="938" name="俞寅达" initials="俞" lastIdx="10" clrIdx="0"/>
  <p:cmAuthor id="939" name="Simon Camp" initials="S" lastIdx="1" clrIdx="0"/>
  <p:cmAuthor id="940" name="郭佳宏" initials="郭" lastIdx="1" clrIdx="0"/>
  <p:cmAuthor id="941" name="王书珍" initials="王" lastIdx="1" clrIdx="1"/>
  <p:cmAuthor id="942" name="何兴胜" initials="何" lastIdx="3" clrIdx="0"/>
  <p:cmAuthor id="943" name="bing" initials="b" lastIdx="2" clrIdx="0"/>
  <p:cmAuthor id="944" name="hh" initials="h" lastIdx="1" clrIdx="0"/>
  <p:cmAuthor id="945" name="273839920@qq.com" initials="2" lastIdx="1" clrIdx="0"/>
  <p:cmAuthor id="946" name="H1900" initials="H" lastIdx="1" clrIdx="0"/>
  <p:cmAuthor id="947" name="王航" initials="王" lastIdx="2" clrIdx="1"/>
  <p:cmAuthor id="948" name="Hope0187" initials="H" lastIdx="1" clrIdx="6"/>
  <p:cmAuthor id="949" name="daiyi06" initials="d" lastIdx="0" clrIdx="2"/>
  <p:cmAuthor id="950" name="舒迪" initials="舒" lastIdx="2" clrIdx="0"/>
  <p:cmAuthor id="951" name="James Conard" initials="J" lastIdx="3" clrIdx="0"/>
  <p:cmAuthor id="952" name="卢金旺---河南周口中心支公司" initials="卢" lastIdx="1" clrIdx="0"/>
  <p:cmAuthor id="953" name="8613607323127" initials="8" lastIdx="1" clrIdx="196"/>
  <p:cmAuthor id="954" name="王 伟" initials="王" lastIdx="1" clrIdx="207"/>
  <p:cmAuthor id="955" name="盛红" initials="盛" lastIdx="0" clrIdx="0"/>
  <p:cmAuthor id="956" name="hanwen luo" initials="h" lastIdx="1" clrIdx="33"/>
  <p:cmAuthor id="869461761" name="小黑猫月月" initials="小" lastIdx="1" clrIdx="1200"/>
  <p:cmAuthor id="958" name="肖雪杉" initials="肖" lastIdx="1" clrIdx="97"/>
  <p:cmAuthor id="959" name="小田" initials="小" lastIdx="1" clrIdx="0"/>
  <p:cmAuthor id="960" name="刘 念" initials="刘" lastIdx="2" clrIdx="35"/>
  <p:cmAuthor id="961" name="Wangzhi gang" initials="W" lastIdx="1" clrIdx="0"/>
  <p:cmAuthor id="962" name="sufeng02" initials="s" lastIdx="1" clrIdx="961"/>
  <p:cmAuthor id="963" name="张 凯" initials="张" lastIdx="1" clrIdx="34"/>
  <p:cmAuthor id="964" name="喰?" initials="喰" lastIdx="20" clrIdx="0"/>
  <p:cmAuthor id="965" name="CNTP" initials="C" lastIdx="2" clrIdx="118"/>
  <p:cmAuthor id="966" name="李柯然" initials="李" lastIdx="1" clrIdx="0"/>
  <p:cmAuthor id="967" name="LENOVO" initials="L" lastIdx="1" clrIdx="0"/>
  <p:cmAuthor id="968" name="li hw" initials="l" lastIdx="1" clrIdx="36"/>
  <p:cmAuthor id="969" name="王玉" initials="王" lastIdx="1" clrIdx="0"/>
  <p:cmAuthor id="970" name="Ming Zuo" initials="M" lastIdx="1" clrIdx="0"/>
  <p:cmAuthor id="971" name="FR" initials="F" lastIdx="1" clrIdx="93"/>
  <p:cmAuthor id="972" name="Office User" initials="O" lastIdx="1" clrIdx="94"/>
  <p:cmAuthor id="973" name="张星-lgd" initials="张" lastIdx="5" clrIdx="0"/>
  <p:cmAuthor id="974" name="dreamsummit" initials="d" lastIdx="1" clrIdx="0"/>
  <p:cmAuthor id="975" name="张 博" initials="张" lastIdx="1" clrIdx="0"/>
  <p:cmAuthor id="976" name="LS" initials="L" lastIdx="1" clrIdx="0"/>
  <p:cmAuthor id="977" name="McGlasson, Louise" initials="M" lastIdx="6" clrIdx="0"/>
  <p:cmAuthor id="978" name="Morgan, Aaron" initials="M" lastIdx="3" clrIdx="1"/>
  <p:cmAuthor id="979" name="weige" initials="w" lastIdx="2" clrIdx="0"/>
  <p:cmAuthor id="980" name="chen" initials="c" lastIdx="1" clrIdx="0"/>
  <p:cmAuthor id="981" name="李 俊琦" initials="李" lastIdx="1" clrIdx="0"/>
  <p:cmAuthor id="982" name="沈 鹤" initials="沈" lastIdx="1" clrIdx="5"/>
  <p:cmAuthor id="984" name="王保青-pah" initials="王" lastIdx="0" clrIdx="0"/>
  <p:cmAuthor id="985" name="Luo Mingjie" initials="L" lastIdx="0" clrIdx="0"/>
  <p:cmAuthor id="986" name="Jason Li" initials="J" lastIdx="1" clrIdx="2"/>
  <p:cmAuthor id="987" name="duxingge" initials="d" lastIdx="2" clrIdx="4"/>
  <p:cmAuthor id="988" name="tangjx03" initials="t" lastIdx="1" clrIdx="987"/>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6" name="huangyh6" initials="h" lastIdx="1" clrIdx="14"/>
  <p:cmAuthor id="997" name="Maggie" initials="M" lastIdx="1" clrIdx="0"/>
  <p:cmAuthor id="998" name="rhpx" initials="r" lastIdx="1" clrIdx="2"/>
  <p:cmAuthor id="999" name="yyb" initials="y" lastIdx="1" clrIdx="998"/>
  <p:cmAuthor id="1000" name="lvpd" initials="l" lastIdx="1" clrIdx="999"/>
  <p:cmAuthor id="1001" name="陈健" initials="陈" lastIdx="1" clrIdx="138"/>
  <p:cmAuthor id="1002" name="石磊" initials="石磊" lastIdx="1" clrIdx="1001"/>
  <p:cmAuthor id="1003" name="likq06" initials="l" lastIdx="1" clrIdx="1002"/>
  <p:cmAuthor id="1004" name="wangjing48" initials="w" lastIdx="1" clrIdx="1003"/>
  <p:cmAuthor id="1005" name="嘉" initials="嘉" lastIdx="1" clrIdx="22"/>
  <p:cmAuthor id="1006" name="王岩" initials="王" lastIdx="1" clrIdx="731"/>
  <p:cmAuthor id="1007" name="jinrui02" initials="j" lastIdx="2" clrIdx="1006"/>
  <p:cmAuthor id="1008" name="hancy09" initials="h" lastIdx="1" clrIdx="1007"/>
  <p:cmAuthor id="1009" name="zuohm" initials="z" lastIdx="2" clrIdx="1008"/>
  <p:cmAuthor id="1010" name="qianyang03" initials="1" lastIdx="1" clrIdx="1009"/>
  <p:cmAuthor id="1011" name="Alina" initials="A" lastIdx="1" clrIdx="1010"/>
  <p:cmAuthor id="1012" name="gucy05" initials="g" lastIdx="1" clrIdx="1011"/>
  <p:cmAuthor id="1013" name="TPlife" initials="T" lastIdx="2" clrIdx="1012"/>
  <p:cmAuthor id="1014" name="李鹏飞" initials="李" lastIdx="1" clrIdx="1"/>
  <p:cmAuthor id="1015" name="lu tong" initials="l" lastIdx="1" clrIdx="0"/>
  <p:cmAuthor id="1016" name="Yanan" initials="Y" lastIdx="1" clrIdx="138"/>
  <p:cmAuthor id="1017" name="yangshh" initials="y" lastIdx="2" clrIdx="1007"/>
  <p:cmAuthor id="1018" name="JS-NT-HA-Zhanghx" initials="J" lastIdx="2" clrIdx="1017"/>
  <p:cmAuthor id="1019" name="wangsuyu" initials="w" lastIdx="1" clrIdx="1018"/>
  <p:cmAuthor id="1020" name="陈丽帆" initials="陈" lastIdx="558587" clrIdx="0"/>
  <p:cmAuthor id="1021" name="86150" initials="8" lastIdx="1" clrIdx="1020"/>
  <p:cmAuthor id="1022" name="qdrenyx" initials="q" lastIdx="1" clrIdx="1021"/>
  <p:cmAuthor id="1023" name="li kunjie" initials="l" lastIdx="2" clrIdx="23"/>
  <p:cmAuthor id="1024" name="sunyi" initials="s" lastIdx="1" clrIdx="223"/>
  <p:cmAuthor id="1025" name="tk" initials="t" lastIdx="1" clrIdx="1024"/>
  <p:cmAuthor id="1026" name="lizhuo07" initials="l" lastIdx="1" clrIdx="1012"/>
  <p:cmAuthor id="1027" name="zby" initials="z" lastIdx="1" clrIdx="1026"/>
  <p:cmAuthor id="1028" name="liu jane" initials="l" lastIdx="2" clrIdx="175"/>
  <p:cmAuthor id="1029" name="张蓝茜" initials="张" lastIdx="1" clrIdx="1028"/>
  <p:cmAuthor id="1030" name="上官 雅瞳" initials="上" lastIdx="2" clrIdx="871"/>
  <p:cmAuthor id="1031" name="lijh145" initials="l" lastIdx="1" clrIdx="1030"/>
  <p:cmAuthor id="1032" name="朱光耀" initials="朱" lastIdx="1" clrIdx="436"/>
  <p:cmAuthor id="711136908" name="覃靳" initials="覃" lastIdx="1" clrIdx="1222"/>
  <p:cmAuthor id="1033" name="47519" initials="4" lastIdx="1" clrIdx="1032"/>
  <p:cmAuthor id="1034" name="未知用户60" initials="未" lastIdx="1" clrIdx="0"/>
  <p:cmAuthor id="1035" name="ChenQ" initials="C" lastIdx="1" clrIdx="1034"/>
  <p:cmAuthor id="1036" name="wangzhe52" initials="w" lastIdx="4" clrIdx="1035"/>
  <p:cmAuthor id="1037" name="未知用户83" initials="未" lastIdx="2" clrIdx="0"/>
  <p:cmAuthor id="1038" name="王 平坚" initials="王" lastIdx="1" clrIdx="0"/>
  <p:cmAuthor id="1039" name="鲁守吉" initials="鲁" lastIdx="1" clrIdx="726"/>
  <p:cmAuthor id="1040" name="金海燕" initials="金" lastIdx="1" clrIdx="446"/>
  <p:cmAuthor id="1041" name="SDTAGX008" initials="S" lastIdx="1" clrIdx="734"/>
  <p:cmAuthor id="1042" name="Achex" initials="A" lastIdx="1" clrIdx="86"/>
  <p:cmAuthor id="1043" name="yuxm23" initials="y" lastIdx="1" clrIdx="1021"/>
  <p:cmAuthor id="1044" name="Wang Sisi" initials="W" lastIdx="2" clrIdx="0"/>
  <p:cmAuthor id="1045" name="wangmiao" initials="w" lastIdx="1" clrIdx="1044"/>
  <p:cmAuthor id="1046" name="沈奂" initials="沈奂" lastIdx="1" clrIdx="1045"/>
  <p:cmAuthor id="1047" name="卢侃侃" initials="卢" lastIdx="1" clrIdx="998"/>
  <p:cmAuthor id="1048" name="黄楹" initials="黄" lastIdx="1" clrIdx="155"/>
  <p:cmAuthor id="1049" name="徐冬辰" initials="徐" lastIdx="1" clrIdx="1048"/>
  <p:cmAuthor id="1050" name="86134" initials="8" lastIdx="1" clrIdx="1019"/>
  <p:cmAuthor id="1051" name="lih32" initials="l" lastIdx="1" clrIdx="1050"/>
  <p:cmAuthor id="1052" name="Modle" initials="M" lastIdx="1" clrIdx="0"/>
  <p:cmAuthor id="1053" name="linyi" initials="l" lastIdx="1" clrIdx="1052"/>
  <p:cmAuthor id="1054" name="karen" initials="k" lastIdx="1" clrIdx="27"/>
  <p:cmAuthor id="479981942" name="陆十" initials="陆" lastIdx="1" clrIdx="1228"/>
  <p:cmAuthor id="1055" name="shenxin03" initials="s" lastIdx="0" clrIdx="0"/>
  <p:cmAuthor id="1056" name="1206988966@qq.com" initials="1" lastIdx="1" clrIdx="2"/>
  <p:cmAuthor id="1057" name="51957" initials="5" lastIdx="1" clrIdx="1056"/>
  <p:cmAuthor id="1058" name="77192" initials="7" lastIdx="1" clrIdx="149"/>
  <p:cmAuthor id="1059" name="zhangruimin" initials="z" lastIdx="1" clrIdx="1058"/>
  <p:cmAuthor id="381437688" name="谢学斌" initials="谢" lastIdx="0" clrIdx="0"/>
  <p:cmAuthor id="437691406" name="李敏芳" initials="李" lastIdx="3" clrIdx="1158"/>
  <p:cmAuthor id="1060" name="liutt81" initials="l" lastIdx="1" clrIdx="1059"/>
  <p:cmAuthor id="1062" name="大勇哥" initials="大" lastIdx="1" clrIdx="223"/>
  <p:cmAuthor id="1063" name="窦隆玲" initials="窦" lastIdx="2" clrIdx="745"/>
  <p:cmAuthor id="1064" name="one" initials="o" lastIdx="1" clrIdx="422"/>
  <p:cmAuthor id="1065" name="nieting01" initials="n" lastIdx="1" clrIdx="1064"/>
  <p:cmAuthor id="1066" name="万 江波" initials="万" lastIdx="1" clrIdx="0"/>
  <p:cmAuthor id="1067" name="wangcz2" initials="w" lastIdx="3" clrIdx="0"/>
  <p:cmAuthor id="1068" name="l" initials="l" lastIdx="1" clrIdx="93"/>
  <p:cmAuthor id="1069" name="asus" initials="a" lastIdx="1" clrIdx="126"/>
  <p:cmAuthor id="1070" name="liulan" initials="l" lastIdx="7" clrIdx="22"/>
  <p:cmAuthor id="1071" name="未知用户321" initials="未" lastIdx="3" clrIdx="0"/>
  <p:cmAuthor id="1072" name="MY" initials="M" lastIdx="1" clrIdx="753"/>
  <p:cmAuthor id="1073" name="13356712655" initials="1" lastIdx="1" clrIdx="1072"/>
  <p:cmAuthor id="1074" name="ZhuanZ（无密码）" initials="Z" lastIdx="1" clrIdx="1073"/>
  <p:cmAuthor id="1075" name="张娟" initials="张" lastIdx="1" clrIdx="93"/>
  <p:cmAuthor id="1076" name="郑雅欣---寿险总公司营销市场部" initials="郑" lastIdx="1" clrIdx="0"/>
  <p:cmAuthor id="1077" name="86182" initials="8" lastIdx="3" clrIdx="1076"/>
  <p:cmAuthor id="1078" name="yanglh05" initials="y" lastIdx="2" clrIdx="1077"/>
  <p:cmAuthor id="1079" name="JS-NT-HA" initials="J" lastIdx="1" clrIdx="744"/>
  <p:cmAuthor id="1080" name="李岩" initials="李" lastIdx="4" clrIdx="0"/>
  <p:cmAuthor id="1081" name="程康平" initials="程" lastIdx="2" clrIdx="0"/>
  <p:cmAuthor id="1082" name="马纪梅" initials="马" lastIdx="2" clrIdx="0"/>
  <p:cmAuthor id="1083" name="Wei" initials="W" lastIdx="9" clrIdx="0"/>
  <p:cmAuthor id="1084" name="tcymr" initials="t" lastIdx="1" clrIdx="126"/>
  <p:cmAuthor id="1085" name="鞠颂" initials="鞠" lastIdx="1" clrIdx="1084"/>
  <p:cmAuthor id="1086" name="miao zhang" initials="m" lastIdx="1" clrIdx="22"/>
  <p:cmAuthor id="1087" name="郭文侠" initials="郭" lastIdx="1" clrIdx="225"/>
  <p:cmAuthor id="1088" name="阳 焦" initials="阳" lastIdx="1" clrIdx="0"/>
  <p:cmAuthor id="1089" name="黄超" initials="黄" lastIdx="2" clrIdx="1088"/>
  <p:cmAuthor id="1090" name="续晓婧" initials="续" lastIdx="2" clrIdx="0"/>
  <p:cmAuthor id="1091" name="p LJ" initials="p" lastIdx="2" clrIdx="0"/>
  <p:cmAuthor id="1092" name="崔阳阳" initials="崔" lastIdx="1" clrIdx="453"/>
  <p:cmAuthor id="1093" name="Lee Melo" initials="L" lastIdx="1" clrIdx="0"/>
  <p:cmAuthor id="1094" name="office2016mac60432" initials="o" lastIdx="1" clrIdx="0"/>
  <p:cmAuthor id="1095" name="运营" initials="运" lastIdx="1" clrIdx="101"/>
  <p:cmAuthor id="1096" name="13954" initials="1" lastIdx="1" clrIdx="228"/>
  <p:cmAuthor id="1097" name="徐晓丽" initials="徐" lastIdx="1" clrIdx="23"/>
  <p:cmAuthor id="1098" name="星辰" initials="星" lastIdx="1" clrIdx="217"/>
  <p:cmAuthor id="1099" name="戴方方" initials="戴" lastIdx="3" clrIdx="0"/>
  <p:cmAuthor id="29922660" name="杨强" initials="杨" lastIdx="0" clrIdx="0"/>
  <p:cmAuthor id="1100" name="陈 明东" initials="陈" lastIdx="1" clrIdx="0"/>
  <p:cmAuthor id="29922661" name="檀晟 陈" initials="檀晟" lastIdx="1" clrIdx="10"/>
  <p:cmAuthor id="1101" name="office user" initials="o" lastIdx="1" clrIdx="2"/>
  <p:cmAuthor id="1102" name="haiming27@126.com" initials="h" lastIdx="1" clrIdx="78"/>
  <p:cmAuthor id="1103" name="office365" initials="o" lastIdx="1" clrIdx="22"/>
  <p:cmAuthor id="1104" name="杜 洋" initials="杜" lastIdx="5" clrIdx="5"/>
  <p:cmAuthor id="1105" name="甄 建文" initials="甄" lastIdx="4" clrIdx="24"/>
  <p:cmAuthor id="1106" name="tianxy06" initials="t" lastIdx="1" clrIdx="1105"/>
  <p:cmAuthor id="1107" name="章梦滢" initials="章" lastIdx="5" clrIdx="0"/>
  <p:cmAuthor id="1108" name="tuhh" initials="t" lastIdx="1" clrIdx="0"/>
  <p:cmAuthor id="1109" name="57867" initials="5" lastIdx="1" clrIdx="95"/>
  <p:cmAuthor id="1110" name="未知用户49" initials="未" lastIdx="1" clrIdx="0"/>
  <p:cmAuthor id="1111" name="杨 贺春" initials="杨" lastIdx="1" clrIdx="81"/>
  <p:cmAuthor id="1112" name="Chris French" initials="C" lastIdx="68" clrIdx="4"/>
  <p:cmAuthor id="1113" name="用户" initials="用" lastIdx="1" clrIdx="0"/>
  <p:cmAuthor id="1114" name="FS" initials="F" lastIdx="1" clrIdx="0"/>
  <p:cmAuthor id="1115" name="Melissa" initials="M" lastIdx="1" clrIdx="239"/>
  <p:cmAuthor id="1116" name="汪庆涛" initials="汪" lastIdx="0" clrIdx="4"/>
  <p:cmAuthor id="1117" name="huxf" initials="h" lastIdx="1" clrIdx="1116"/>
  <p:cmAuthor id="1118" name="韦三省" initials="韦" lastIdx="1" clrIdx="0"/>
  <p:cmAuthor id="1119" name="庞付娟" initials="庞" lastIdx="29" clrIdx="0"/>
  <p:cmAuthor id="1120" name="zhangliu06" initials="z" lastIdx="2" clrIdx="1119"/>
  <p:cmAuthor id="1121" name="Chen" initials="C" lastIdx="1" clrIdx="94"/>
  <p:cmAuthor id="1122" name="18043170808" initials="1" lastIdx="1" clrIdx="135"/>
  <p:cmAuthor id="1123" name="陈冰靓" initials="陈" lastIdx="1" clrIdx="1"/>
  <p:cmAuthor id="1124" name="liuzao" initials="l" lastIdx="1" clrIdx="1121"/>
  <p:cmAuthor id="1125" name="lihq16" initials="l" lastIdx="1" clrIdx="1124"/>
  <p:cmAuthor id="1126" name="蔡静敏" initials="蔡" lastIdx="1" clrIdx="174"/>
  <p:cmAuthor id="1127" name="lidm70" initials="l" lastIdx="1" clrIdx="1126"/>
  <p:cmAuthor id="1128" name="chen xiaoling" initials="c" lastIdx="1" clrIdx="36"/>
  <p:cmAuthor id="1129" name="叶 俊锋" initials="叶" lastIdx="0" clrIdx="4"/>
  <p:cmAuthor id="1130" name="YANGCHENG" initials="Y" lastIdx="1" clrIdx="0"/>
  <p:cmAuthor id="1131" name="luoye02" initials="l" lastIdx="2" clrIdx="1130"/>
  <p:cmAuthor id="1132" name="zhumin1" initials="z" lastIdx="1" clrIdx="1"/>
  <p:cmAuthor id="1133" name="why" initials="w" lastIdx="2" clrIdx="32"/>
  <p:cmAuthor id="1134" name="YANGS-PC" initials="Y" lastIdx="0" clrIdx="0"/>
  <p:cmAuthor id="1135" name="李 兴" initials="李" lastIdx="2" clrIdx="116"/>
  <p:cmAuthor id="1136" name="wuyizhe" initials="w" lastIdx="0" clrIdx="0"/>
  <p:cmAuthor id="1137" name="未知用户80" initials="未" lastIdx="0" clrIdx="0"/>
  <p:cmAuthor id="1138" name="huangxiaowu" initials="h" lastIdx="2" clrIdx="241"/>
  <p:cmAuthor id="1139" name="xu zhiqiang" initials="x" lastIdx="1" clrIdx="747"/>
  <p:cmAuthor id="207897316" name="    1874，" initials=" " lastIdx="1" clrIdx="0"/>
  <p:cmAuthor id="1141" name="SKY" initials="S" lastIdx="32" clrIdx="0"/>
  <p:cmAuthor id="1143" name="sk" initials="s" lastIdx="1" clrIdx="735"/>
  <p:cmAuthor id="1144" name="未知用户11" initials="未" lastIdx="10" clrIdx="0"/>
  <p:cmAuthor id="1146" name="刘莎" initials="刘" lastIdx="0" clrIdx="0"/>
  <p:cmAuthor id="1147" name="li chen" initials="l" lastIdx="1" clrIdx="34"/>
  <p:cmAuthor id="1148" name="黄 佳昕" initials="黄" lastIdx="1" clrIdx="120"/>
  <p:cmAuthor id="1149" name="康玮华" initials="康" lastIdx="1" clrIdx="0"/>
  <p:cmAuthor id="1150" name="tpuser" initials="t" lastIdx="1" clrIdx="0"/>
  <p:cmAuthor id="1151" name="马琛琛" initials="马" lastIdx="1" clrIdx="0"/>
  <p:cmAuthor id="1152" name="唐芳菲" initials="唐" lastIdx="0" clrIdx="1151"/>
  <p:cmAuthor id="1153" name="hee-lhb" initials="h" lastIdx="1" clrIdx="0"/>
  <p:cmAuthor id="1154" name="ju zhang" initials="j" lastIdx="0" clrIdx="1"/>
  <p:cmAuthor id="1155" name="楚汉公司企划部" initials="楚" lastIdx="1" clrIdx="884"/>
  <p:cmAuthor id="1156" name="xingxf" initials="x" lastIdx="2" clrIdx="0"/>
  <p:cmAuthor id="1157" name="fengxl1" initials="f" lastIdx="1" clrIdx="1156"/>
  <p:cmAuthor id="1158" name="龚平-lcq" initials="龚" lastIdx="3" clrIdx="0"/>
  <p:cmAuthor id="1159" name="easonyoun" initials="e" lastIdx="0" clrIdx="0"/>
  <p:cmAuthor id="1160" name="zhangzy130" initials="z" lastIdx="1" clrIdx="1159"/>
  <p:cmAuthor id="1161" name="1qchengnan" initials="1" lastIdx="1" clrIdx="454"/>
  <p:cmAuthor id="1162" name="李 惠" initials="李" lastIdx="1" clrIdx="0"/>
  <p:cmAuthor id="1163" name="吴 育明" initials="吴" lastIdx="3" clrIdx="0"/>
  <p:cmAuthor id="1164" name="Qu song" initials="Q" lastIdx="2" clrIdx="125"/>
  <p:cmAuthor id="1165" name="86158" initials="8" lastIdx="2" clrIdx="915"/>
  <p:cmAuthor id="1166" name="Smilyrwj" initials="S" lastIdx="1" clrIdx="140"/>
  <p:cmAuthor id="1167" name="19140" initials="1" lastIdx="2" clrIdx="0"/>
  <p:cmAuthor id="1168" name="刘沐妍" initials="刘" lastIdx="4" clrIdx="1"/>
  <p:cmAuthor id="1169" name="Eileen Yi" initials="E" lastIdx="0" clrIdx="1168"/>
  <p:cmAuthor id="1170" name="朱晓彤" initials="朱" lastIdx="1" clrIdx="454"/>
  <p:cmAuthor id="1171" name="欢 韩" initials="欢" lastIdx="1" clrIdx="936"/>
  <p:cmAuthor id="1172" name="闫旭" initials="闫" lastIdx="1" clrIdx="746"/>
  <p:cmAuthor id="1173" name="savanna" initials="s" lastIdx="1" clrIdx="1172"/>
  <p:cmAuthor id="1174" name="左健" initials="左" lastIdx="1" clrIdx="748"/>
  <p:cmAuthor id="1175" name="建雄 雷" initials="建" lastIdx="1" clrIdx="18"/>
  <p:cmAuthor id="1176" name="未知用户82" initials="未" lastIdx="1" clrIdx="0"/>
  <p:cmAuthor id="1177" name="shouzhan" initials="s" lastIdx="1" clrIdx="855"/>
  <p:cmAuthor id="1178" name="未定义" initials="未" lastIdx="11" clrIdx="0"/>
  <p:cmAuthor id="1179" name="372674247@qq.com" initials="3" lastIdx="0" clrIdx="1178"/>
  <p:cmAuthor id="1180" name="qiuws01" initials="qiuws01" lastIdx="1" clrIdx="1179"/>
  <p:cmAuthor id="1181" name="姜伟齐" initials="姜" lastIdx="1" clrIdx="0"/>
  <p:cmAuthor id="1182" name="陈虹" initials="陈" lastIdx="1" clrIdx="93"/>
  <p:cmAuthor id="1183" name="JIDI" initials="J" lastIdx="0" clrIdx="0"/>
  <p:cmAuthor id="1184" name="泰康自贡本部" initials="泰" lastIdx="1" clrIdx="812"/>
  <p:cmAuthor id="1185" name="yang kina" initials="y" lastIdx="1" clrIdx="735"/>
  <p:cmAuthor id="1186" name="张 步伟" initials="张" lastIdx="1" clrIdx="5"/>
  <p:cmAuthor id="1187" name="FZL" initials="F" lastIdx="1" clrIdx="1186"/>
  <p:cmAuthor id="1188" name="547518668@qq.com" initials="5" lastIdx="1" clrIdx="0"/>
  <p:cmAuthor id="1189" name="Yvonne Lin" initials="Y" lastIdx="35" clrIdx="3"/>
  <p:cmAuthor id="1190" name="李俊武" initials="李俊武" lastIdx="1" clrIdx="1189"/>
  <p:cmAuthor id="1191" name="Deng weihua" initials="D" lastIdx="1" clrIdx="21"/>
  <p:cmAuthor id="1192" name="邹维敏" initials="邹" lastIdx="1" clrIdx="91"/>
  <p:cmAuthor id="1193" name="Dlj0533" initials="D" lastIdx="1" clrIdx="96"/>
  <p:cmAuthor id="1194" name="葛艳艳" initials="葛" lastIdx="2" clrIdx="126"/>
  <p:cmAuthor id="1195" name="严政宇" initials="严政宇" lastIdx="1" clrIdx="1194"/>
  <p:cmAuthor id="1196" name="30827" initials="3" lastIdx="2" clrIdx="23"/>
  <p:cmAuthor id="1197" name="wanghongmei" initials="w" lastIdx="1" clrIdx="0"/>
  <p:cmAuthor id="1198" name="songdy05" initials="s" lastIdx="1" clrIdx="1197"/>
  <p:cmAuthor id="1199" name="王 宣" initials="王" lastIdx="1" clrIdx="2"/>
  <p:cmAuthor id="1200" name="杨淑淇❀" initials="杨" lastIdx="1" clrIdx="93"/>
  <p:cmAuthor id="1201" name="Xinyi" initials="X" lastIdx="1" clrIdx="136"/>
  <p:cmAuthor id="1202" name="ht guo" initials="h" lastIdx="0" clrIdx="1"/>
  <p:cmAuthor id="1203" name="朱云" initials="朱" lastIdx="1" clrIdx="141"/>
  <p:cmAuthor id="1204" name="HP" initials="H" lastIdx="1" clrIdx="22"/>
  <p:cmAuthor id="1205" name="zhaoxx" initials="z" lastIdx="1" clrIdx="243"/>
  <p:cmAuthor id="1206" name="yunshengjun" initials="y" lastIdx="1" clrIdx="248"/>
  <p:cmAuthor id="1207" name="王 为杰" initials="王" lastIdx="1" clrIdx="738"/>
  <p:cmAuthor id="1208" name="IdeaNova-manager" initials="I" lastIdx="1" clrIdx="0"/>
  <p:cmAuthor id="1209" name="konglu2012@126.com" initials="k" lastIdx="1" clrIdx="0"/>
  <p:cmAuthor id="1210" name="tanfen" initials="t" lastIdx="0" clrIdx="1209"/>
  <p:cmAuthor id="1211" name="王潇" initials="王" lastIdx="1" clrIdx="426"/>
  <p:cmAuthor id="1212" name="13602" initials="1" lastIdx="1" clrIdx="1211"/>
  <p:cmAuthor id="1213" name="垚 郭" initials="垚" lastIdx="1" clrIdx="988"/>
  <p:cmAuthor id="1215" name="taikangF1" initials="t" lastIdx="1" clrIdx="1196"/>
  <p:cmAuthor id="1216" name="韩蕴智" initials="韩" lastIdx="1" clrIdx="434"/>
  <p:cmAuthor id="1218" name="张玮" initials="张" lastIdx="1" clrIdx="438"/>
  <p:cmAuthor id="1219" name="刘思" initials="刘" lastIdx="0" clrIdx="1218"/>
  <p:cmAuthor id="1220" name="TPL-1803-310253" initials="T" lastIdx="2" clrIdx="436"/>
  <p:cmAuthor id="1223" name="Disuzz" initials="D" lastIdx="2" clrIdx="189"/>
  <p:cmAuthor id="1224" name="CSH" initials="C" lastIdx="1" clrIdx="120"/>
  <p:cmAuthor id="1225" name="94495" initials="9" lastIdx="1" clrIdx="1224"/>
  <p:cmAuthor id="1226" name="Keve" initials="K" lastIdx="1" clrIdx="95"/>
  <p:cmAuthor id="1227" name="陆 先生" initials="陆" lastIdx="1" clrIdx="93"/>
  <p:cmAuthor id="1228" name="未知用户62" initials="未" lastIdx="1" clrIdx="0"/>
  <p:cmAuthor id="1229" name="wenxing" initials="w" lastIdx="3" clrIdx="0"/>
  <p:cmAuthor id="1230" name="sl" initials="s" lastIdx="1" clrIdx="429"/>
  <p:cmAuthor id="1231" name="SC-CD-YX3B-备用HP1" initials="S" lastIdx="1" clrIdx="439"/>
  <p:cmAuthor id="1232" name="紫藤无语" initials="紫" lastIdx="1" clrIdx="440"/>
  <p:cmAuthor id="307362028" name="心悦诚服" initials="心" lastIdx="1" clrIdx="1368"/>
  <p:cmAuthor id="1233" name="17279" initials="1" lastIdx="1" clrIdx="1232"/>
  <p:cmAuthor id="1234" name="赵云" initials="赵" lastIdx="8" clrIdx="0"/>
  <p:cmAuthor id="1235" name="wdl" initials="w" lastIdx="1" clrIdx="221"/>
  <p:cmAuthor id="1236" name="yang" initials="y" lastIdx="1" clrIdx="144"/>
  <p:cmAuthor id="1237" name="L T" initials="L" lastIdx="2" clrIdx="0"/>
  <p:cmAuthor id="1238" name="吴囧囧" initials="吴" lastIdx="1" clrIdx="25"/>
  <p:cmAuthor id="1239" name="FXZC" initials="F" lastIdx="1" clrIdx="94"/>
  <p:cmAuthor id="1240" name="liwenjie" initials="l" lastIdx="1" clrIdx="1239"/>
  <p:cmAuthor id="1241" name="xiaoxuan Zeng" initials="x" lastIdx="1" clrIdx="0"/>
  <p:cmAuthor id="1242" name="he836" initials="h" lastIdx="1" clrIdx="106"/>
  <p:cmAuthor id="1243" name="weilong yan" initials="w" lastIdx="1" clrIdx="22"/>
  <p:cmAuthor id="1244" name="刘 健伟" initials="刘" lastIdx="1" clrIdx="735"/>
  <p:cmAuthor id="1245" name="未知用户55" initials="未" lastIdx="1" clrIdx="0"/>
  <p:cmAuthor id="1246" name="៰ݰ" initials="៰" lastIdx="0" clrIdx="0"/>
  <p:cmAuthor id="1247" name="王 楠" initials="王" lastIdx="1" clrIdx="728"/>
  <p:cmAuthor id="1248" name="陈中桃" initials="陈" lastIdx="1" clrIdx="463"/>
  <p:cmAuthor id="1249" name="未知用户81" initials="未" lastIdx="1" clrIdx="0"/>
  <p:cmAuthor id="1250" name="霍琰" initials="霍" lastIdx="1" clrIdx="422"/>
  <p:cmAuthor id="1251" name="liang ge" initials="l" lastIdx="1" clrIdx="3"/>
  <p:cmAuthor id="1252" name="sx_xuzx" initials="s" lastIdx="26" clrIdx="17"/>
  <p:cmAuthor id="1253" name="孟 昕" initials="孟" lastIdx="1" clrIdx="18"/>
  <p:cmAuthor id="1254" name="Chen Gin" initials="C" lastIdx="0" clrIdx="1"/>
  <p:cmAuthor id="1255" name="杨迟" initials="杨" lastIdx="11" clrIdx="0"/>
  <p:cmAuthor id="1256" name="cs" initials="c" lastIdx="1" clrIdx="733"/>
  <p:cmAuthor id="1257" name="surface" initials="s" lastIdx="1" clrIdx="734"/>
  <p:cmAuthor id="1258" name="先生 叶" initials="先" lastIdx="1" clrIdx="22"/>
  <p:cmAuthor id="1259" name="83657" initials="8" lastIdx="1" clrIdx="955"/>
  <p:cmAuthor id="1260" name="袁 玥挺" initials="袁" lastIdx="1" clrIdx="2"/>
  <p:cmAuthor id="1261" name="Microsoft Office User" initials="M" lastIdx="1" clrIdx="23"/>
  <p:cmAuthor id="1264" name="xiegz01" initials="x" lastIdx="2" clrIdx="1263"/>
  <p:cmAuthor id="1265" name="tjliqq" initials="tjliqq" lastIdx="1" clrIdx="1264"/>
  <p:cmAuthor id="1266" name="chenjing" initials="c" lastIdx="4" clrIdx="1"/>
  <p:cmAuthor id="1267" name="zhangll237" initials="z" lastIdx="1" clrIdx="1266"/>
  <p:cmAuthor id="1268" name="tpxiao" initials="t" lastIdx="1" clrIdx="0"/>
  <p:cmAuthor id="1269" name="时方赛" initials="时" lastIdx="1" clrIdx="202"/>
  <p:cmAuthor id="1270" name="NiHao" initials="N" lastIdx="1" clrIdx="897"/>
  <p:cmAuthor id="1271" name="wanghui25" initials="w" lastIdx="2" clrIdx="0"/>
  <p:cmAuthor id="1272" name="刘薇" initials="刘" lastIdx="2" clrIdx="0"/>
  <p:cmAuthor id="1273" name="孙珍珍" initials="孙" lastIdx="0" clrIdx="1"/>
  <p:cmAuthor id="1274" name="李蓓" initials="李" lastIdx="4" clrIdx="2"/>
  <p:cmAuthor id="1275" name="童 灏" initials="童" lastIdx="1" clrIdx="728"/>
  <p:cmAuthor id="1276" name="yJQ" initials="y" lastIdx="1" clrIdx="733"/>
  <p:cmAuthor id="1277" name="panyi05" initials="p" lastIdx="1" clrIdx="1276"/>
  <p:cmAuthor id="1278" name="幸运的蕾蕾" initials="幸" lastIdx="1" clrIdx="760"/>
  <p:cmAuthor id="1279" name="周玲娟" initials="周" lastIdx="1" clrIdx="1278"/>
  <p:cmAuthor id="1280" name="ree15" initials="r" lastIdx="1" clrIdx="459"/>
  <p:cmAuthor id="1282" name="郑勇进" initials="郑" lastIdx="0" clrIdx="177"/>
  <p:cmAuthor id="427452623" name="赵阳" initials="赵" lastIdx="1" clrIdx="1275"/>
  <p:cmAuthor id="1283" name="liuxl202" initials="l" lastIdx="1" clrIdx="1282"/>
  <p:cmAuthor id="1284" name="薛继豪" initials="薛" lastIdx="1" clrIdx="210"/>
  <p:cmAuthor id="1285" name="Jiang, Alicia" initials="J" lastIdx="1" clrIdx="0"/>
  <p:cmAuthor id="1288" name="周俏林" initials="周" lastIdx="1" clrIdx="0"/>
  <p:cmAuthor id="1289" name="zhanglh71" initials="z" lastIdx="1" clrIdx="1288"/>
  <p:cmAuthor id="1290" name="娄亚楠" initials="娄" lastIdx="2" clrIdx="1289"/>
  <p:cmAuthor id="1291" name="zhoutx03" initials="z" lastIdx="1" clrIdx="1290"/>
  <p:cmAuthor id="1292" name="36582" initials="3" lastIdx="1" clrIdx="1017"/>
  <p:cmAuthor id="1293" name="wang xin" initials="w" lastIdx="0" clrIdx="1292"/>
  <p:cmAuthor id="1294" name="songcl" initials="s" lastIdx="1" clrIdx="1293"/>
  <p:cmAuthor id="1295" name="李金龙" initials="李" lastIdx="1" clrIdx="1294"/>
  <p:cmAuthor id="1296" name="youyang" initials="y" lastIdx="2" clrIdx="1295"/>
  <p:cmAuthor id="1297" name="gocheck" initials="g" lastIdx="1" clrIdx="458"/>
  <p:cmAuthor id="1298" name="HUANGLING258" initials="H" lastIdx="0" clrIdx="1297"/>
  <p:cmAuthor id="1299" name="qzclic" initials="q" lastIdx="1" clrIdx="409"/>
  <p:cmAuthor id="1300" name="yubl02" initials="y" lastIdx="1" clrIdx="1299"/>
  <p:cmAuthor id="1301" name="MACHENIKE" initials="M" lastIdx="1" clrIdx="730"/>
  <p:cmAuthor id="1302" name="chenxu001" initials="c" lastIdx="1" clrIdx="1301"/>
  <p:cmAuthor id="361061817" name="赵茜" initials="赵" lastIdx="1" clrIdx="1348"/>
  <p:cmAuthor id="1304" name="莉妹儿" initials="莉" lastIdx="1" clrIdx="1303"/>
  <p:cmAuthor id="1305" name="christy" initials="c" lastIdx="1" clrIdx="1142"/>
  <p:cmAuthor id="1306" name="wp" initials="w" lastIdx="1" clrIdx="247"/>
  <p:cmAuthor id="1307" name="蓝 李宇星" initials="蓝" lastIdx="4" clrIdx="2"/>
  <p:cmAuthor id="1308" name="fz" initials="f" lastIdx="1" clrIdx="0"/>
  <p:cmAuthor id="1309" name="李巾" initials="李" lastIdx="0" clrIdx="1308"/>
  <p:cmAuthor id="1310" name="中国人寿" initials="中" lastIdx="2" clrIdx="0"/>
  <p:cmAuthor id="1311" name="shenxz07" initials="s" lastIdx="0" clrIdx="1310"/>
  <p:cmAuthor id="1312" name="yanglu30" initials="y" lastIdx="1" clrIdx="1027"/>
  <p:cmAuthor id="1313" name="Guo Gordon" initials="G" lastIdx="1" clrIdx="210"/>
  <p:cmAuthor id="241484056" name="我最强大的肌肉是心脏" initials="我" lastIdx="1" clrIdx="1217"/>
  <p:cmAuthor id="1314" name="鄂川 张" initials="鄂" lastIdx="1" clrIdx="1064"/>
  <p:cmAuthor id="461515837" name="记得。" initials="记" lastIdx="2" clrIdx="1288"/>
  <p:cmAuthor id="1315" name="yuexx" initials="y" lastIdx="2" clrIdx="1314"/>
  <p:cmAuthor id="1316" name="45433" initials="4" lastIdx="0" clrIdx="1315"/>
  <p:cmAuthor id="1317" name="haoby" initials="h" lastIdx="1" clrIdx="1316"/>
  <p:cmAuthor id="1318" name="10174" initials="1" lastIdx="1" clrIdx="1317"/>
  <p:cmAuthor id="1319" name="未知的使用者122" initials="未" lastIdx="0" clrIdx="1318"/>
  <p:cmAuthor id="1320" name="wangjly" initials="w" lastIdx="1" clrIdx="1043"/>
  <p:cmAuthor id="1321" name="未知的使用者124" initials="未" lastIdx="0" clrIdx="1320"/>
  <p:cmAuthor id="208581193" name="Popeye" initials="P" lastIdx="1" clrIdx="1288"/>
  <p:cmAuthor id="1322" name="马跃" initials="马" lastIdx="0" clrIdx="0"/>
  <p:cmAuthor id="1323" name="942118604@qq.com" initials="9" lastIdx="1" clrIdx="137"/>
  <p:cmAuthor id="1324" name="刘士慧" initials="刘" lastIdx="2" clrIdx="879"/>
  <p:cmAuthor id="1325" name="Localadmin" initials="L" lastIdx="1" clrIdx="3"/>
  <p:cmAuthor id="1326" name="xiaguoqiang-lbj" initials="x" lastIdx="1" clrIdx="0"/>
  <p:cmAuthor id="1327" name="liuxl10" initials="l" lastIdx="1" clrIdx="1326"/>
  <p:cmAuthor id="1328" name="chenhl" initials="c" lastIdx="1" clrIdx="1327"/>
  <p:cmAuthor id="1329" name="yedy" initials="yedy" lastIdx="1" clrIdx="1328"/>
  <p:cmAuthor id="1330" name="未知的使用者70" initials="未" lastIdx="0" clrIdx="1329"/>
  <p:cmAuthor id="1331" name="39538" initials="3" lastIdx="0" clrIdx="1330"/>
  <p:cmAuthor id="1332" name="滕杰" initials="滕" lastIdx="1" clrIdx="0"/>
  <p:cmAuthor id="1333" name="Qi Bonan" initials="Q" lastIdx="11" clrIdx="23"/>
  <p:cmAuthor id="1334" name="未知的使用者68" initials="未" lastIdx="0" clrIdx="1333"/>
  <p:cmAuthor id="1335" name="郑 晓庄" initials="郑" lastIdx="0" clrIdx="1334"/>
  <p:cmAuthor id="1336" name="未知的使用者69" initials="未" lastIdx="0" clrIdx="1335"/>
  <p:cmAuthor id="1337" name="sxtp" initials="s" lastIdx="1" clrIdx="1013"/>
  <p:cmAuthor id="1338" name="zhanghy153" initials="z" lastIdx="1" clrIdx="1337"/>
  <p:cmAuthor id="1339" name="未知的使用者52" initials="未" lastIdx="0" clrIdx="1338"/>
  <p:cmAuthor id="1340" name="liuqing46" initials="l" lastIdx="2" clrIdx="1063"/>
  <p:cmAuthor id="1341" name="张 淑茜" initials="张" lastIdx="2" clrIdx="2"/>
  <p:cmAuthor id="1342" name="张亚男" initials="张" lastIdx="1" clrIdx="871"/>
  <p:cmAuthor id="1343" name="王磊" initials="王" lastIdx="1" clrIdx="1342"/>
  <p:cmAuthor id="1344" name="752844632@qq.com" initials="7" lastIdx="1" clrIdx="988"/>
  <p:cmAuthor id="1345" name="xingzw" initials="x" lastIdx="1" clrIdx="1344"/>
  <p:cmAuthor id="1346" name="天元" initials="天" lastIdx="1" clrIdx="224"/>
  <p:cmAuthor id="1349" name="xieteng" initials="x" lastIdx="1" clrIdx="1348"/>
  <p:cmAuthor id="1350" name="307356304@qq.com" initials="3" lastIdx="1" clrIdx="1029"/>
  <p:cmAuthor id="1351" name="妍 黄" initials="妍" lastIdx="1" clrIdx="93"/>
  <p:cmAuthor id="204534927" name="⚀⚁⚂⚃⚄⚅༄" initials="⚀" lastIdx="1" clrIdx="1312"/>
  <p:cmAuthor id="1352" name="pizhou" initials="p" lastIdx="1" clrIdx="430"/>
  <p:cmAuthor id="1353" name="jiangqj05" initials="j" lastIdx="2" clrIdx="1352"/>
  <p:cmAuthor id="1354" name="王庆(Kevin)" initials="王" lastIdx="1" clrIdx="0"/>
  <p:cmAuthor id="1355" name="13699440144@163.com" initials="1" lastIdx="2" clrIdx="2"/>
  <p:cmAuthor id="1356" name="Hong ZHANG" initials="H" lastIdx="2" clrIdx="4"/>
  <p:cmAuthor id="1357" name="xiong" initials="x" lastIdx="1" clrIdx="0"/>
  <p:cmAuthor id="1358" name="xy_te" initials="x" lastIdx="1" clrIdx="428"/>
  <p:cmAuthor id="1359" name="张剑" initials="张" lastIdx="1" clrIdx="0"/>
  <p:cmAuthor id="1360" name="zhangbw18" initials="z" lastIdx="1" clrIdx="205"/>
  <p:cmAuthor id="1361" name="wangll132" initials="w" lastIdx="1" clrIdx="206"/>
  <p:cmAuthor id="1362" name="wangyc73" initials="w" lastIdx="2" clrIdx="1361"/>
  <p:cmAuthor id="1363" name="启云" initials="启" lastIdx="0" clrIdx="1362"/>
  <p:cmAuthor id="1364" name="赖强/技术总监室/软件开发中心/总行机关/ABC" initials="赖" lastIdx="5" clrIdx="2"/>
  <p:cmAuthor id="1365" name="dguser" initials="d" lastIdx="1" clrIdx="907"/>
  <p:cmAuthor id="1366" name="袁 栋" initials="袁" lastIdx="1" clrIdx="34"/>
  <p:cmAuthor id="1367" name="tianyuan" initials="t" lastIdx="2" clrIdx="134"/>
  <p:cmAuthor id="1368" name="songlijie" initials="s" lastIdx="1" clrIdx="1196"/>
  <p:cmAuthor id="1369" name="烟台" initials="烟" lastIdx="1" clrIdx="431"/>
  <p:cmAuthor id="346401865" name="小腻腻" initials="小" lastIdx="1" clrIdx="1003"/>
  <p:cmAuthor id="1370" name="qiang" initials="q" lastIdx="1" clrIdx="448"/>
  <p:cmAuthor id="1371" name="未知的使用者146" initials="未" lastIdx="0" clrIdx="1370"/>
  <p:cmAuthor id="1372" name="未知的使用者144" initials="未" lastIdx="0" clrIdx="1371"/>
  <p:cmAuthor id="1373" name="丁书梅" initials="丁" lastIdx="7" clrIdx="1"/>
  <p:cmAuthor id="1374" name="MSL-吕爱华～Elva" initials="M" lastIdx="1" clrIdx="1145"/>
  <p:cmAuthor id="1375" name="未知的使用者135" initials="未" lastIdx="0" clrIdx="1374"/>
  <p:cmAuthor id="1376" name="Hiugibub" initials="H" lastIdx="1" clrIdx="438"/>
  <p:cmAuthor id="1377" name="刘涛" initials="刘" lastIdx="1" clrIdx="1123"/>
  <p:cmAuthor id="1378" name="代 传江" initials="代" lastIdx="1" clrIdx="244"/>
  <p:cmAuthor id="1379" name="孙 鹏" initials="孙" lastIdx="1" clrIdx="746"/>
  <p:cmAuthor id="1380" name="80525" initials="8" lastIdx="0" clrIdx="1379"/>
  <p:cmAuthor id="1381" name="未知的使用者197" initials="未" lastIdx="0" clrIdx="1380"/>
  <p:cmAuthor id="1382" name="未知的使用者162" initials="未" lastIdx="0" clrIdx="1381"/>
  <p:cmAuthor id="1383" name="未知的使用者163" initials="未" lastIdx="0" clrIdx="1382"/>
  <p:cmAuthor id="1384" name="未知的使用者170" initials="未" lastIdx="0" clrIdx="1383"/>
  <p:cmAuthor id="1385" name="振旭 党" initials="振" lastIdx="1" clrIdx="1064"/>
  <p:cmAuthor id="1386" name="litt21" initials="l" lastIdx="0" clrIdx="1385"/>
  <p:cmAuthor id="1387" name="未知的使用者148" initials="未" lastIdx="0" clrIdx="1386"/>
  <p:cmAuthor id="291850830" name="崔晓" initials="崔" lastIdx="1" clrIdx="1112"/>
  <p:cmAuthor id="1388" name="未知的使用者150" initials="未" lastIdx="0" clrIdx="1387"/>
  <p:cmAuthor id="1389" name="yangyuhui" initials="y" lastIdx="0" clrIdx="1388"/>
  <p:cmAuthor id="1390" name="未知的使用者167" initials="未" lastIdx="0" clrIdx="1389"/>
  <p:cmAuthor id="1391" name="你共我" initials="你" lastIdx="0" clrIdx="1390"/>
  <p:cmAuthor id="1392" name="潘诚" initials="潘" lastIdx="0" clrIdx="1391"/>
  <p:cmAuthor id="1393" name="83676" initials="8" lastIdx="0" clrIdx="1392"/>
  <p:cmAuthor id="1394" name="未知的使用者169" initials="未" lastIdx="0" clrIdx="1393"/>
  <p:cmAuthor id="1395" name="丹伟 苏" initials="丹" lastIdx="0" clrIdx="1394"/>
  <p:cmAuthor id="1397" name="未知的使用者119" initials="未" lastIdx="0" clrIdx="1396"/>
  <p:cmAuthor id="1398" name="chenrong33" initials="c" lastIdx="0" clrIdx="1397"/>
  <p:cmAuthor id="442415163" name="楠張" initials="楠" lastIdx="1" clrIdx="1343"/>
  <p:cmAuthor id="1400" name="..." initials="." lastIdx="0" clrIdx="1399"/>
  <p:cmAuthor id="1401" name="97017" initials="9" lastIdx="0" clrIdx="1400"/>
  <p:cmAuthor id="1402" name="未知的使用者200" initials="未" lastIdx="0" clrIdx="1401"/>
  <p:cmAuthor id="1403" name="未知的使用者181" initials="未" lastIdx="0" clrIdx="1402"/>
  <p:cmAuthor id="1404" name="fanghong11" initials="f" lastIdx="0" clrIdx="1403"/>
  <p:cmAuthor id="1405" name="未知的使用者182" initials="未" lastIdx="0" clrIdx="1404"/>
  <p:cmAuthor id="1406" name="白丹" initials="白" lastIdx="0" clrIdx="1405"/>
  <p:cmAuthor id="1407" name="未知的使用者185" initials="未" lastIdx="0" clrIdx="1406"/>
  <p:cmAuthor id="1408" name="未知的使用者186" initials="未" lastIdx="0" clrIdx="1407"/>
  <p:cmAuthor id="1409" name="19620" initials="1" lastIdx="0" clrIdx="1408"/>
  <p:cmAuthor id="1410" name="tyzhanghf" initials="t" lastIdx="0" clrIdx="1409"/>
  <p:cmAuthor id="1411" name="lixx83" initials="l" lastIdx="0" clrIdx="1410"/>
  <p:cmAuthor id="1412" name="李 捷" initials="李" lastIdx="0" clrIdx="1411"/>
  <p:cmAuthor id="1413" name="未知的使用者195" initials="未" lastIdx="0" clrIdx="1412"/>
  <p:cmAuthor id="1414" name="未知的使用者173" initials="未" lastIdx="0" clrIdx="1413"/>
  <p:cmAuthor id="1415" name="wangyq70" initials="w" lastIdx="0" clrIdx="1414"/>
  <p:cmAuthor id="1416" name="未知的使用者175" initials="未" lastIdx="0" clrIdx="1415"/>
  <p:cmAuthor id="1417" name="邹 伟栋" initials="邹" lastIdx="0" clrIdx="1416"/>
  <p:cmAuthor id="1418" name="未知的使用者204" initials="未" lastIdx="0" clrIdx="1417"/>
  <p:cmAuthor id="1419" name="未知的使用者41" initials="未" lastIdx="0" clrIdx="1418"/>
  <p:cmAuthor id="1420" name="ChinaLife" initials="C" lastIdx="0" clrIdx="1419"/>
  <p:cmAuthor id="1421" name="yangsl33" initials="y" lastIdx="1" clrIdx="1107"/>
  <p:cmAuthor id="1422" name="zhanglingli" initials="z" lastIdx="0" clrIdx="1421"/>
  <p:cmAuthor id="1423" name="yangdc09" initials="y" lastIdx="0" clrIdx="1422"/>
  <p:cmAuthor id="1424" name="luyingxx" initials="l" lastIdx="0" clrIdx="1423"/>
  <p:cmAuthor id="1425" name="娟" initials="娟" lastIdx="0" clrIdx="1424"/>
  <p:cmAuthor id="1426" name="zhaoyj55" initials="z" lastIdx="0" clrIdx="1425"/>
  <p:cmAuthor id="1427" name="sgtk" initials="s" lastIdx="0" clrIdx="1426"/>
  <p:cmAuthor id="1428" name="WANGYU521" initials="W" lastIdx="0" clrIdx="1427"/>
  <p:cmAuthor id="1430" name="fanzj03" initials="f" lastIdx="0" clrIdx="1429"/>
  <p:cmAuthor id="1431" name="zhangxj96" initials="z" lastIdx="0" clrIdx="1430"/>
  <p:cmAuthor id="1432" name="di wui" initials="d" lastIdx="0" clrIdx="1431"/>
  <p:cmAuthor id="1434" name="linfang" initials="l" lastIdx="1" clrIdx="95"/>
  <p:cmAuthor id="1437" name="叶云年" initials="叶" lastIdx="0" clrIdx="0"/>
  <p:cmAuthor id="1447" name="邵岩苏" initials="邵" lastIdx="5" clrIdx="0"/>
  <p:cmAuthor id="1448" name="周游" initials="周" lastIdx="2" clrIdx="0"/>
  <p:cmAuthor id="1451" name="sunshinesd" initials="s" lastIdx="1" clrIdx="0"/>
  <p:cmAuthor id="1453" name="쭸ง罤ง罨ง" initials="쭸" lastIdx="1" clrIdx="0"/>
  <p:cmAuthor id="1454" name="86153" initials="8" lastIdx="1" clrIdx="114"/>
  <p:cmAuthor id="1455" name="先涛 柳" initials="先" lastIdx="6" clrIdx="0"/>
  <p:cmAuthor id="1456" name="14413259" initials="1" lastIdx="1" clrIdx="22"/>
  <p:cmAuthor id="1461" name="h468" initials="h" lastIdx="1" clrIdx="454"/>
  <p:cmAuthor id="1463" name="任涛10036216" initials="任涛10036216" lastIdx="0" clrIdx="1462"/>
  <p:cmAuthor id="1464" name="jiapeng wong" initials="j" lastIdx="0" clrIdx="1463"/>
  <p:cmAuthor id="1472" name="董清珍" initials="董" lastIdx="0" clrIdx="1471"/>
  <p:cmAuthor id="278213153" name="一颗柠檬糖" initials="一" lastIdx="1" clrIdx="1408"/>
  <p:cmAuthor id="1475" name="王 曦" initials="王" lastIdx="0" clrIdx="1474"/>
  <p:cmAuthor id="1476" name="Kate Sillitoe (HI)" initials="K" lastIdx="0" clrIdx="1475"/>
  <p:cmAuthor id="1479" name="Xyf" initials="X" lastIdx="0" clrIdx="1478"/>
  <p:cmAuthor id="1480" name="范丽萍" initials="范" lastIdx="0" clrIdx="1479"/>
  <p:cmAuthor id="1481" name="tianjuan555555@outlook.com" initials="t" lastIdx="0" clrIdx="1480"/>
  <p:cmAuthor id="1483" name="但佳" initials="但" lastIdx="1" clrIdx="1"/>
  <p:cmAuthor id="1486" name="jmtaiping" initials="j" lastIdx="1" clrIdx="930"/>
  <p:cmAuthor id="1487" name="王乘宏" initials="王" lastIdx="1" clrIdx="1486"/>
  <p:cmAuthor id="1488" name="zhouyx28" initials="z" lastIdx="1" clrIdx="1487"/>
  <p:cmAuthor id="1489" name="未知用户140" initials="未" lastIdx="0" clrIdx="1488"/>
  <p:cmAuthor id="1490" name="1716169290@qq.com" initials="1" lastIdx="0" clrIdx="1489"/>
  <p:cmAuthor id="1492" name="ST-Zhaoyamo" initials="S" lastIdx="0" clrIdx="1491"/>
  <p:cmAuthor id="1495" name="CommUser" initials="C" lastIdx="0" clrIdx="1494"/>
  <p:cmAuthor id="1496" name="fang" initials="f" lastIdx="1" clrIdx="180"/>
  <p:cmAuthor id="1498" name="sangyq" initials="s" lastIdx="2" clrIdx="1251"/>
  <p:cmAuthor id="1499" name="86189" initials="8" lastIdx="1" clrIdx="907"/>
  <p:cmAuthor id="1500" name="wangrr08" initials="w" lastIdx="1" clrIdx="1499"/>
  <p:cmAuthor id="1501" name="黄婧" initials="黄" lastIdx="0" clrIdx="1500"/>
  <p:cmAuthor id="1502" name="WPS_1698115219" initials="W" lastIdx="0" clrIdx="1501"/>
  <p:cmAuthor id="1504" name="office2016mac05452" initials="o" lastIdx="0" clrIdx="1503"/>
  <p:cmAuthor id="1505" name="韩 振武" initials="韩" lastIdx="0" clrIdx="1504"/>
  <p:cmAuthor id="1506" name="振威 郑" initials="振" lastIdx="1" clrIdx="0"/>
  <p:cmAuthor id="375192836" name="Russell-Thor" initials="R" lastIdx="1" clrIdx="1246"/>
  <p:cmAuthor id="1508" name="w h" initials="w" lastIdx="1" clrIdx="1"/>
  <p:cmAuthor id="1509" name="未知用户331" initials="未" lastIdx="0" clrIdx="1508"/>
  <p:cmAuthor id="1510" name="Lindsay Berg" initials="L" lastIdx="2" clrIdx="2"/>
  <p:cmAuthor id="1511" name="Chris Wells" initials="C" lastIdx="10" clrIdx="3"/>
  <p:cmAuthor id="1513" name="Karri Alexion-Tiernan" initials="K" lastIdx="2" clrIdx="4"/>
  <p:cmAuthor id="1514" name="吴昊" initials="吴" lastIdx="1" clrIdx="6"/>
  <p:cmAuthor id="1515" name="zhouyangfan" initials="z" lastIdx="0" clrIdx="1514"/>
  <p:cmAuthor id="1516" name="陈杰" initials="陈" lastIdx="1" clrIdx="7"/>
  <p:cmAuthor id="1518" name="mahengbo" initials="m" lastIdx="1" clrIdx="8"/>
  <p:cmAuthor id="1519" name="乔引弟-phq" initials="乔" lastIdx="5" clrIdx="9"/>
  <p:cmAuthor id="1520" name="yuhui" initials="y" lastIdx="2" clrIdx="10"/>
  <p:cmAuthor id="1521" name="王 先生" initials="王" lastIdx="1" clrIdx="11"/>
  <p:cmAuthor id="1522" name="孙 澍" initials="孙" lastIdx="0" clrIdx="1521"/>
  <p:cmAuthor id="1526" name="没有心。" initials="没" lastIdx="0" clrIdx="1525"/>
  <p:cmAuthor id="1528" name="Chinalife_Cz" initials="C" lastIdx="0" clrIdx="1527"/>
  <p:cmAuthor id="1530" name="３㎞" initials="３" lastIdx="0" clrIdx="1529"/>
  <p:cmAuthor id="1531" name="野火" initials="野" lastIdx="0" clrIdx="1530"/>
  <p:cmAuthor id="1541" name="沈函洁" initials="沈" lastIdx="0" clrIdx="1540"/>
  <p:cmAuthor id="1089316628" name="L" initials="L" lastIdx="1" clrIdx="1326"/>
  <p:cmAuthor id="1543" name="罗梁" initials="罗" lastIdx="0" clrIdx="1542"/>
  <p:cmAuthor id="1548" name="T K" initials="T" lastIdx="0" clrIdx="1547"/>
  <p:cmAuthor id="1550" name="美世教育" initials="美" lastIdx="31" clrIdx="0"/>
  <p:cmAuthor id="1551" name="美式教育" initials="美" lastIdx="52" clrIdx="1"/>
  <p:cmAuthor id="1552" name="Nie Xiaofei" initials="N" lastIdx="1" clrIdx="2"/>
  <p:cmAuthor id="1553" name="忘记时间" initials="忘" lastIdx="1" clrIdx="0"/>
  <p:cmAuthor id="1554" name="袁银娟_NruuqER3" initials="袁" lastIdx="0" clrIdx="1553"/>
  <p:cmAuthor id="1555" name="菁 王" initials="菁" lastIdx="2" clrIdx="0"/>
  <p:cmAuthor id="1557" name="汪 鑫宁" initials="汪" lastIdx="1" clrIdx="144"/>
  <p:cmAuthor id="1559" name="Pong Henry" initials="P" lastIdx="5" clrIdx="3"/>
  <p:cmAuthor id="1560" name="蔡宁波" initials="蔡" lastIdx="0" clrIdx="4"/>
  <p:cmAuthor id="1561" name="SICA" initials="S" lastIdx="0" clrIdx="1560"/>
  <p:cmAuthor id="1562" name="shencz" initials="s" lastIdx="0" clrIdx="1561"/>
  <p:cmAuthor id="1563" name="文文" initials="文" lastIdx="0" clrIdx="1562"/>
  <p:cmAuthor id="1564" name="刘 林山" initials="刘" lastIdx="1" clrIdx="915"/>
  <p:cmAuthor id="1565" name="路飞张" initials="路" lastIdx="1" clrIdx="121"/>
  <p:cmAuthor id="1566" name="樱洁" initials="樱" lastIdx="0" clrIdx="1565"/>
  <p:cmAuthor id="1567" name="Fan Wang" initials="F" lastIdx="0" clrIdx="1566"/>
  <p:cmAuthor id="1568" name="中国人寿新津公司" initials="中" lastIdx="0" clrIdx="1567"/>
  <p:cmAuthor id="1570" name="佰事坦" initials="佰" lastIdx="0" clrIdx="1569"/>
  <p:cmAuthor id="1572" name="wangjiaqi" initials="w" lastIdx="0" clrIdx="1571"/>
  <p:cmAuthor id="1573" name="惘川" initials="惘" lastIdx="0" clrIdx="1572"/>
  <p:cmAuthor id="1574" name="蒋健" initials="蒋" lastIdx="0" clrIdx="1573"/>
  <p:cmAuthor id="1575" name="老杜" initials="老" lastIdx="0" clrIdx="1574"/>
  <p:cmAuthor id="1576" name="cly" initials="c" lastIdx="1" clrIdx="0"/>
  <p:cmAuthor id="1577" name="城收~方勇::-)" initials="城" lastIdx="0" clrIdx="1576"/>
  <p:cmAuthor id="1578" name="康 田" initials="康田" lastIdx="0" clrIdx="1577"/>
  <p:cmAuthor id="1579" name="彭群" initials="彭群" lastIdx="0" clrIdx="1578"/>
  <p:cmAuthor id="1580" name="郭振华" initials="郭" lastIdx="0" clrIdx="1579"/>
  <p:cmAuthor id="1581" name="lijinhe" initials="l" lastIdx="0" clrIdx="1580"/>
  <p:cmAuthor id="1582" name="李俊昭" initials="徐力" lastIdx="0" clrIdx="1581"/>
  <p:cmAuthor id="1583" name="燕儿" initials="燕" lastIdx="0" clrIdx="1582"/>
  <p:cmAuthor id="1584" name="胡振海" initials="胡" lastIdx="0" clrIdx="1583"/>
  <p:cmAuthor id="1585" name="sunshasha-lsd" initials="s" lastIdx="1" clrIdx="1"/>
  <p:cmAuthor id="1586" name="Wmmmm" initials="W" lastIdx="0" clrIdx="1585"/>
  <p:cmAuthor id="1587" name="微软用户" initials="微" lastIdx="0" clrIdx="1586"/>
  <p:cmAuthor id="1588" name="59575" initials="5" lastIdx="0" clrIdx="1587"/>
  <p:cmAuthor id="1589" name="谦儿 " initials="谦" lastIdx="0" clrIdx="1588"/>
  <p:cmAuthor id="1590" name="love1812" initials="l" lastIdx="1" clrIdx="22"/>
  <p:cmAuthor id="1591" name="潇予" initials="潇" lastIdx="1" clrIdx="115"/>
  <p:cmAuthor id="1592" name="温劭君" initials="温" lastIdx="31" clrIdx="1"/>
  <p:cmAuthor id="1593" name="徐 振" initials="徐" lastIdx="0" clrIdx="1592"/>
  <p:cmAuthor id="1595" name="胡中柱" initials="胡" lastIdx="0" clrIdx="1594"/>
  <p:cmAuthor id="1596" name="QIAOXIANGHONG794" initials="Q" lastIdx="0" clrIdx="1595"/>
  <p:cmAuthor id="1597" name="lijiawei991" initials="l" lastIdx="0" clrIdx="1596"/>
  <p:cmAuthor id="1598" name="赵永倩" initials="赵" lastIdx="1" clrIdx="31"/>
  <p:cmAuthor id="287643681" name="殷格非" initials="殷" lastIdx="2" clrIdx="0"/>
  <p:cmAuthor id="1599" name="hy-tkyl" initials="h" lastIdx="0" clrIdx="1598"/>
  <p:cmAuthor id="287643682" name="z r" initials="zr" lastIdx="5" clrIdx="12"/>
  <p:cmAuthor id="1600" name="王元" initials="R" lastIdx="0" clrIdx="1599"/>
  <p:cmAuthor id="287643683" name="章宝林|zhangbaolin" initials="章宝林" lastIdx="1" clrIdx="21"/>
  <p:cmAuthor id="1601" name="未知用户14" initials="未" lastIdx="0" clrIdx="1600"/>
  <p:cmAuthor id="287643684" name="郑杨燚|zhengyangyi" initials="郑杨燚" lastIdx="1" clrIdx="25"/>
  <p:cmAuthor id="1602" name="杨航" initials="杨" lastIdx="0" clrIdx="1601"/>
  <p:cmAuthor id="287643685" name="虞新颖_36fmV3QV" initials="authorId_321496044" lastIdx="0" clrIdx="0"/>
  <p:cmAuthor id="1603" name="李娜" initials="李" lastIdx="1" clrIdx="0"/>
  <p:cmAuthor id="1604" name="李慧芳" initials="李" lastIdx="0" clrIdx="1603"/>
  <p:cmAuthor id="1605" name="岩" initials="岩" lastIdx="0" clrIdx="1604"/>
  <p:cmAuthor id="1606" name="GS" initials="G" lastIdx="1" clrIdx="38"/>
  <p:cmAuthor id="1607" name="Hi_ Young" initials="H" lastIdx="0" clrIdx="1606"/>
  <p:cmAuthor id="1608" name="林虹" initials="林" lastIdx="0" clrIdx="1607"/>
  <p:cmAuthor id="1609" name="李白的msn" initials="李" lastIdx="0" clrIdx="1608"/>
  <p:cmAuthor id="1610" name="Lc" initials="L" lastIdx="0" clrIdx="1609"/>
  <p:cmAuthor id="1611" name="高乐鸣" initials="高" lastIdx="0" clrIdx="1610"/>
  <p:cmAuthor id="1612" name="洪凯" initials="洪" lastIdx="0" clrIdx="1611"/>
  <p:cmAuthor id="1613" name="xiaoshiwen" initials="x" lastIdx="1" clrIdx="284"/>
  <p:cmAuthor id="1614" name="wujj43" initials="w" lastIdx="1" clrIdx="1035"/>
  <p:cmAuthor id="1615" name="WY" initials="W" lastIdx="0" clrIdx="1614"/>
  <p:cmAuthor id="1616" name="gungod@126.com" initials="g" lastIdx="0" clrIdx="1615"/>
  <p:cmAuthor id="1617" name="邵 坷炜" initials="邵" lastIdx="1" clrIdx="0"/>
  <p:cmAuthor id="1618" name="liuming31" initials="l" lastIdx="0" clrIdx="1617"/>
  <p:cmAuthor id="1619" name="chenbing02" initials="c" lastIdx="2" clrIdx="212"/>
  <p:cmAuthor id="1620" name="榆桃桃" initials="榆" lastIdx="0" clrIdx="1619"/>
  <p:cmAuthor id="1621" name="ying晨" initials="y" lastIdx="0" clrIdx="1620"/>
  <p:cmAuthor id="1622" name="石 苗苗" initials="石" lastIdx="1" clrIdx="891"/>
  <p:cmAuthor id="1623" name="10261" initials="1" lastIdx="1" clrIdx="859"/>
  <p:cmAuthor id="1624" name="黄彩云" initials="黄" lastIdx="1" clrIdx="166"/>
  <p:cmAuthor id="1625" name="Zoyo Wong" initials="Z" lastIdx="0" clrIdx="1624"/>
  <p:cmAuthor id="1626" name="华勇" initials="华" lastIdx="0" clrIdx="1625"/>
  <p:cmAuthor id="1627" name="云南益宁健康 李振宇" initials="云" lastIdx="0" clrIdx="1626"/>
  <p:cmAuthor id="1628" name="新乡～张素香" initials="新" lastIdx="0" clrIdx="1627"/>
  <p:cmAuthor id="1629" name="康凯" initials="康" lastIdx="0" clrIdx="1628"/>
  <p:cmAuthor id="1630" name="马 强" initials="马" lastIdx="1" clrIdx="449"/>
  <p:cmAuthor id="1631" name="WPS_1623122126" initials="W" lastIdx="0" clrIdx="1630"/>
  <p:cmAuthor id="1632" name="liliana" initials="l" lastIdx="1" clrIdx="1013"/>
  <p:cmAuthor id="1633" name="  杨洁 " initials="" lastIdx="0" clrIdx="1632"/>
  <p:cmAuthor id="1634" name="石光火中争何事" initials="石" lastIdx="0" clrIdx="1633"/>
  <p:cmAuthor id="1635" name="Lin" initials="L" lastIdx="0" clrIdx="1634"/>
  <p:cmAuthor id="1636" name="zm8480" initials="z" lastIdx="1" clrIdx="1"/>
  <p:cmAuthor id="1638" name="群 史" initials="群" lastIdx="1" clrIdx="0"/>
  <p:cmAuthor id="1639" name="刘" initials="刘" lastIdx="0" clrIdx="1638"/>
  <p:cmAuthor id="1640" name="蜂蜜柚子茶" initials="蜂" lastIdx="0" clrIdx="1639"/>
  <p:cmAuthor id="1641" name="张瑜" initials="张" lastIdx="0" clrIdx="1640"/>
  <p:cmAuthor id="1642" name="管晨光" initials="管" lastIdx="0" clrIdx="1641"/>
  <p:cmAuthor id="1643" name="琳" initials="琳" lastIdx="0" clrIdx="1642"/>
  <p:cmAuthor id="1644" name="罗 祎嘉" initials="罗" lastIdx="4" clrIdx="22"/>
  <p:cmAuthor id="1645" name="付 维维" initials="付" lastIdx="1" clrIdx="22"/>
  <p:cmAuthor id="1646" name="锦江—阿昊" initials="锦" lastIdx="1" clrIdx="148"/>
  <p:cmAuthor id="1647" name="lu li" initials="l" lastIdx="1" clrIdx="1029"/>
  <p:cmAuthor id="1648" name="llf" initials="l" lastIdx="1" clrIdx="243"/>
  <p:cmAuthor id="1649" name="磊" initials="磊" lastIdx="0" clrIdx="1648"/>
  <p:cmAuthor id="1652" name="WPS_1479449450" initials="W" lastIdx="0" clrIdx="1651"/>
  <p:cmAuthor id="1653" name="廖业华" initials="廖" lastIdx="0" clrIdx="1652"/>
  <p:cmAuthor id="1654" name="朱根磊" initials="朱" lastIdx="0" clrIdx="1653"/>
  <p:cmAuthor id="1655" name="雲深" initials="雲" lastIdx="0" clrIdx="1654"/>
  <p:cmAuthor id="1656" name="qqww" initials="q" lastIdx="0" clrIdx="1655"/>
  <p:cmAuthor id="1657" name="1395raincoat" initials="1" lastIdx="0" clrIdx="1656"/>
  <p:cmAuthor id="1658" name="朝朝暮成雪" initials="朝" lastIdx="0" clrIdx="1657"/>
  <p:cmAuthor id="1659" name="ZCH" initials="Z" lastIdx="2" clrIdx="1003"/>
  <p:cmAuthor id="1660" name="刘欣" initials="刘" lastIdx="0" clrIdx="1659"/>
  <p:cmAuthor id="1661" name="蒋杰" initials="蒋" lastIdx="0" clrIdx="1660"/>
  <p:cmAuthor id="1662" name="Liar、" initials="L" lastIdx="0" clrIdx="1661"/>
  <p:cmAuthor id="1663" name="qijs" initials="q" lastIdx="0" clrIdx="1662"/>
  <p:cmAuthor id="1664" name="yn-km51" initials="y" lastIdx="0" clrIdx="1663"/>
  <p:cmAuthor id="1665" name="liuty33" initials="l" lastIdx="0" clrIdx="1664"/>
  <p:cmAuthor id="1666" name="刘红霞(凯儿得乐.首席经销商)" initials="刘" lastIdx="0" clrIdx="1665"/>
  <p:cmAuthor id="1667" name="蒋煜" initials="蒋" lastIdx="0" clrIdx="0"/>
  <p:cmAuthor id="1668" name="丁喆彤" initials="丁" lastIdx="0" clrIdx="1667"/>
  <p:cmAuthor id="1670" name="hainan zheng" initials="h" lastIdx="0" clrIdx="1669"/>
  <p:cmAuthor id="1673" name="BMW" initials="B" lastIdx="0" clrIdx="1672"/>
  <p:cmAuthor id="1674" name="柳岸" initials="柳" lastIdx="1" clrIdx="4"/>
  <p:cmAuthor id="1676" name="古月立青" initials="古" lastIdx="0" clrIdx="1675"/>
  <p:cmAuthor id="1677" name="康晓宇" initials="康" lastIdx="13" clrIdx="0"/>
  <p:cmAuthor id="1678" name="Eric Shen" initials="E" lastIdx="1" clrIdx="0"/>
  <p:cmAuthor id="1679" name="唐仲志" initials="唐" lastIdx="2" clrIdx="2"/>
  <p:cmAuthor id="1680" name="刘乾勇" initials="刘" lastIdx="1" clrIdx="3"/>
  <p:cmAuthor id="1681" name="丁 文文" initials="丁" lastIdx="1" clrIdx="5"/>
  <p:cmAuthor id="1682" name="asuwin" initials="a" lastIdx="6" clrIdx="4"/>
  <p:cmAuthor id="1683" name="TYZzz" initials="T" lastIdx="1" clrIdx="7"/>
  <p:cmAuthor id="1684" name="2307" initials="2" lastIdx="4" clrIdx="6"/>
  <p:cmAuthor id="1685" name="USER-SSQC025" initials="U" lastIdx="1" clrIdx="10"/>
  <p:cmAuthor id="1686" name="方 周" initials="方" lastIdx="2" clrIdx="11"/>
  <p:cmAuthor id="1687" name="wang luyan" initials="w" lastIdx="1" clrIdx="13"/>
  <p:cmAuthor id="1688" name="Happy" initials="H" lastIdx="2" clrIdx="14"/>
  <p:cmAuthor id="1689" name="Wenjing Zhang" initials="W" lastIdx="1" clrIdx="0"/>
  <p:cmAuthor id="1690" name="李 里" initials="李" lastIdx="3" clrIdx="17"/>
  <p:cmAuthor id="1691" name="Lennox" initials="L" lastIdx="2" clrIdx="17"/>
  <p:cmAuthor id="1692" name="li kai" initials="l" lastIdx="1" clrIdx="18"/>
  <p:cmAuthor id="1693" name="萍萍" initials="萍" lastIdx="0" clrIdx="1692"/>
  <p:cmAuthor id="1694" name="AAA" initials="A" lastIdx="0" clrIdx="1693"/>
  <p:cmAuthor id="1695" name="肖咏雪" initials="肖" lastIdx="0" clrIdx="1694"/>
  <p:cmAuthor id="1697" name="SD-YT-YB" initials="S" lastIdx="0" clrIdx="1696"/>
  <p:cmAuthor id="481162619" name="Ming" initials="M" lastIdx="1" clrIdx="1202"/>
  <p:cmAuthor id="1698" name="张宇婵" initials="张" lastIdx="1" clrIdx="440"/>
  <p:cmAuthor id="1699" name="ZXH" initials="Z" lastIdx="0" clrIdx="1698"/>
  <p:cmAuthor id="1700" name="乐泉" initials="乐" lastIdx="0" clrIdx="1699"/>
  <p:cmAuthor id="1701" name="周文艳" initials="周" lastIdx="0" clrIdx="1700"/>
  <p:cmAuthor id="1702" name="蒙阴收展部" initials="蒙" lastIdx="1" clrIdx="145"/>
  <p:cmAuthor id="1703" name="褚倩云" initials="褚" lastIdx="0" clrIdx="1702"/>
  <p:cmAuthor id="1411827" name="黄晓平" initials="黄" lastIdx="0" clrIdx="0"/>
  <p:cmAuthor id="1704" name="29142" initials="2" lastIdx="1" clrIdx="55"/>
  <p:cmAuthor id="1411828" name="pengfei shen" initials="ps" lastIdx="1" clrIdx="38"/>
  <p:cmAuthor id="1705" name="82167" initials="8" lastIdx="1" clrIdx="1"/>
  <p:cmAuthor id="1411829" name="Wu, Jing 1. (NSB - CN/Hangzhou)" initials="WJ1(C" lastIdx="2" clrIdx="39"/>
  <p:cmAuthor id="1706" name="冰 毅" initials="冰" lastIdx="1" clrIdx="97"/>
  <p:cmAuthor id="1707" name="Surface" initials="S" lastIdx="1" clrIdx="731"/>
  <p:cmAuthor id="1708" name="苍炱子" initials="苍" lastIdx="0" clrIdx="1707"/>
  <p:cmAuthor id="1709" name="comclic" initials="c" lastIdx="1" clrIdx="732"/>
  <p:cmAuthor id="239242718" name="魔尊" initials="魔" lastIdx="1" clrIdx="882"/>
  <p:cmAuthor id="1710" name="JZY" initials="J" lastIdx="0" clrIdx="1709"/>
  <p:cmAuthor id="1711" name="Call Carol" initials="C" lastIdx="0" clrIdx="1710"/>
  <p:cmAuthor id="1712" name="储" initials="储" lastIdx="0" clrIdx="1711"/>
  <p:cmAuthor id="1713" name="全屋定制~欢欢13931190786" initials="全" lastIdx="0" clrIdx="1712"/>
  <p:cmAuthor id="1714" name="了无烦恼" initials="了" lastIdx="0" clrIdx="1713"/>
  <p:cmAuthor id="1715" name="徐伟杰" initials="徐" lastIdx="0" clrIdx="1714"/>
  <p:cmAuthor id="1716" name="阎晓璇" initials="阎" lastIdx="0" clrIdx="1715"/>
  <p:cmAuthor id="1717" name="小～心情" initials="小" lastIdx="0" clrIdx="1716"/>
  <p:cmAuthor id="1718" name="WPS_1708559055" initials="W" lastIdx="0" clrIdx="1717"/>
  <p:cmAuthor id="1719" name="Love丶oath" initials="L" lastIdx="0" clrIdx="1718"/>
  <p:cmAuthor id="1720" name="" initials="" lastIdx="0" clrIdx="1719"/>
  <p:cmAuthor id="1721" name="魏妞妞的生活" initials="魏" lastIdx="0" clrIdx="1720"/>
  <p:cmAuthor id="1722" name="孫。" initials="孫" lastIdx="0" clrIdx="1721"/>
  <p:cmAuthor id="1723" name="朱文畅" initials="朱" lastIdx="0" clrIdx="1722"/>
  <p:cmAuthor id="1724" name="ShanQiu LH" initials="SL" lastIdx="0" clrIdx="1723"/>
  <p:cmAuthor id="1725" name="瑾" initials="瑾" lastIdx="0" clrIdx="1724"/>
  <p:cmAuthor id="1726" name="伊元畅" initials="伊" lastIdx="0" clrIdx="1725"/>
  <p:cmAuthor id="1727" name="夜尽迟渊_UrQfrmQZ" initials="authorId_501680251" lastIdx="0" clrIdx="1726"/>
  <p:cmAuthor id="1728" name="王丰_aE3uARfm" initials="authorId_383357774" lastIdx="0" clrIdx="1727"/>
  <p:cmAuthor id="1729" name="方少_UbQfrimU" initials="authorId_442114952" lastIdx="0" clrIdx="1728"/>
  <p:cmAuthor id="1730" name="叶盛_Q3A3IfEf" initials="authorId_506280334" lastIdx="0" clrIdx="1729"/>
  <p:cmAuthor id="1731" name="Harley._bEJrUJ7r" initials="authorId_432156705" lastIdx="0" clrIdx="1730"/>
  <p:cmAuthor id="1732" name="罗平_VB7vJb2E" initials="authorId_305049361" lastIdx="0" clrIdx="1731"/>
  <p:cmAuthor id="1733" name="xixi_nUjqe22E" initials="authorId_359229261" lastIdx="0" clrIdx="1732"/>
  <p:cmAuthor id="1734" name="goulei" initials="g" lastIdx="0" clrIdx="1733"/>
  <p:cmAuthor id="1735" name="liuyadong" initials="l" lastIdx="0" clrIdx="1734"/>
  <p:cmAuthor id="1736" name="韩丽菲" initials="韩" lastIdx="0" clrIdx="1735"/>
  <p:cmAuthor id="1737" name="杨本杰" initials="杨" lastIdx="0" clrIdx="1736"/>
  <p:cmAuthor id="1738" name="雪珂 赵" initials="雪" lastIdx="0" clrIdx="1737"/>
  <p:cmAuthor id="1739" name="张友华" initials="张" lastIdx="0" clrIdx="1738"/>
  <p:cmAuthor id="1740" name="Ｙ" initials="Ｙ" lastIdx="0" clrIdx="1739"/>
  <p:cmAuthor id="1741" name="~W_W~" initials="~" lastIdx="0" clrIdx="1740"/>
  <p:cmAuthor id="1742" name="•吓兽兽•" initials="•" lastIdx="0" clrIdx="1741"/>
  <p:cmAuthor id="1743" name="renyujing-lgd" initials="r" lastIdx="0" clrIdx="1742"/>
  <p:cmAuthor id="1744" name="Julie Ye" initials="J" lastIdx="0" clrIdx="1743"/>
  <p:cmAuthor id="1745" name="头痛医脚" initials="头" lastIdx="0" clrIdx="1744"/>
  <p:cmAuthor id="1746" name="桃李不言，下自成蹊" initials="桃" lastIdx="0" clrIdx="1745"/>
  <p:cmAuthor id="1747" name=" 猴腮雷。" initials=" " lastIdx="0" clrIdx="1746"/>
  <p:cmAuthor id="1748" name="WPS_1610611214" initials="W" lastIdx="0" clrIdx="1747"/>
  <p:cmAuthor id="1749" name="欣 孟" initials="欣" lastIdx="0" clrIdx="1748"/>
  <p:cmAuthor id="1750" name="心落花开新号18665665205" initials="心" lastIdx="0" clrIdx="1749"/>
  <p:cmAuthor id="1751" name="寒冬冰舞" initials="寒" lastIdx="0" clrIdx="1750"/>
  <p:cmAuthor id="1752" name="吕晓莹 江门中支营销部" initials="吕" lastIdx="0" clrIdx="1751"/>
  <p:cmAuthor id="1753" name="呓语白昼" initials="呓" lastIdx="0" clrIdx="1752"/>
  <p:cmAuthor id="1754" name="180的世界" initials="1" lastIdx="0" clrIdx="1753"/>
  <p:cmAuthor id="1755" name="李西娥15355117599" initials="李" lastIdx="0" clrIdx="1754"/>
  <p:cmAuthor id="1756" name="WSY" initials="W" lastIdx="0" clrIdx="1755"/>
  <p:cmAuthor id="1757" name="Firm" initials="F" lastIdx="0" clrIdx="1756"/>
  <p:cmAuthor id="1758" name="涵岭" initials="涵" lastIdx="0" clrIdx="1757"/>
  <p:cmAuthor id="1759" name="王喜龙" initials="王" lastIdx="0" clrIdx="1758"/>
  <p:cmAuthor id="1760" name="企划部" initials="企" lastIdx="0" clrIdx="1759"/>
  <p:cmAuthor id="1761" name="L军" initials="L" lastIdx="0" clrIdx="1760"/>
  <p:cmAuthor id="1762" name="tangbolang316163com" initials="t" lastIdx="0" clrIdx="1761"/>
  <p:cmAuthor id="1763" name="杉木" initials="杉" lastIdx="0" clrIdx="1762"/>
  <p:cmAuthor id="1764" name="老陆" initials="老" lastIdx="0" clrIdx="1763"/>
  <p:cmAuthor id="1765" name="NB的活着" initials="N" lastIdx="0" clrIdx="1764"/>
  <p:cmAuthor id="1766" name="微信用户" initials="微" lastIdx="0" clrIdx="1765"/>
  <p:cmAuthor id="1767" name="Trimester" initials="T" lastIdx="0" clrIdx="1766"/>
  <p:cmAuthor id="47245819" name="群智集" initials="群" lastIdx="0" clrIdx="0"/>
  <p:cmAuthor id="1768" name="青色石头" initials="青" lastIdx="0" clrIdx="1767"/>
  <p:cmAuthor id="47245820" name="郏 鹏" initials="郏" lastIdx="1" clrIdx="16"/>
  <p:cmAuthor id="1769" name="杜涛" initials="杜" lastIdx="0" clrIdx="1768"/>
  <p:cmAuthor id="47245821" name="李金金" initials="李金金" lastIdx="1" clrIdx="27"/>
  <p:cmAuthor id="1770" name="靳智维" initials="靳" lastIdx="0" clrIdx="1769"/>
  <p:cmAuthor id="47245822" name="晓琳 李" initials="晓琳" lastIdx="1" clrIdx="40"/>
  <p:cmAuthor id="1771" name="文档存本地丢失不负责" initials="文" lastIdx="0" clrIdx="1770"/>
  <p:cmAuthor id="47245823" name="刘海娜|liuhaina" initials="W用" lastIdx="1" clrIdx="36"/>
  <p:cmAuthor id="1772" name="周甜子" initials="周" lastIdx="0" clrIdx="1771"/>
  <p:cmAuthor id="1773" name="美味关系" initials="美" lastIdx="0" clrIdx="1772"/>
  <p:cmAuthor id="1774" name="辣丽萨" initials="辣" lastIdx="0" clrIdx="1773"/>
  <p:cmAuthor id="1775" name="新影响力王辉18765877912" initials="新" lastIdx="0" clrIdx="1774"/>
  <p:cmAuthor id="1776" name="H" initials="H" lastIdx="0" clrIdx="1775"/>
  <p:cmAuthor id="1777" name="轩" initials="轩" lastIdx="0" clrIdx="1776"/>
  <p:cmAuthor id="1778" name="PANMENGTING640" initials="P" lastIdx="0" clrIdx="1777"/>
  <p:cmAuthor id="1779" name="LUMINWEI207" initials="L" lastIdx="0" clrIdx="1778"/>
  <p:cmAuthor id="1780" name="呵呵哒" initials="呵" lastIdx="0" clrIdx="1779"/>
  <p:cmAuthor id="1781" name="聂巍" initials="聂" lastIdx="0" clrIdx="1780"/>
  <p:cmAuthor id="1782" name="郭纯雨" initials="郭" lastIdx="0" clrIdx="1781"/>
  <p:cmAuthor id="1783" name="aloha" initials="a" lastIdx="0" clrIdx="1782"/>
  <p:cmAuthor id="1784" name="刘萌" initials="刘" lastIdx="0" clrIdx="1783"/>
  <p:cmAuthor id="1785" name="VICTOR、、、气弥芯" initials="V" lastIdx="0" clrIdx="1784"/>
  <p:cmAuthor id="1786" name="WPS_1528076820" initials="W" lastIdx="0" clrIdx="1785"/>
  <p:cmAuthor id="1787" name="锐" initials="锐" lastIdx="0" clrIdx="1786"/>
  <p:cmAuthor id="1788" name="Peekaboo ✩ི" initials="P" lastIdx="0" clrIdx="1787"/>
  <p:cmAuthor id="1789" name="威" initials="威" lastIdx="0" clrIdx="1788"/>
  <p:cmAuthor id="1790" name="啃鸡翅的青蛙" initials="啃" lastIdx="0" clrIdx="1789"/>
  <p:cmAuthor id="1791" name="小悦♌" initials="小" lastIdx="0" clrIdx="1790"/>
  <p:cmAuthor id="1792" name="ZJKai" initials="Z" lastIdx="0" clrIdx="1791"/>
  <p:cmAuthor id="1793" name="李梳子" initials="李" lastIdx="0" clrIdx="1792"/>
  <p:cmAuthor id="1794" name="许愿" initials="许" lastIdx="0" clrIdx="1793"/>
  <p:cmAuthor id="1795" name="周丽" initials="周" lastIdx="0" clrIdx="1794"/>
  <p:cmAuthor id="1796" name="远帅" initials="远帅" lastIdx="0" clrIdx="1795"/>
  <p:cmAuthor id="1797" name="Steven" initials="S" lastIdx="0" clrIdx="1796"/>
  <p:cmAuthor id="1798" name="仲跻彩" initials="仲" lastIdx="0" clrIdx="1797"/>
  <p:cmAuthor id="1799" name="英Lcy" initials="英" lastIdx="0" clrIdx="1798"/>
  <p:cmAuthor id="1800" name="知晓而乾." initials="知" lastIdx="0" clrIdx="1799"/>
  <p:cmAuthor id="1801" name="张释水" initials="张" lastIdx="0" clrIdx="1800"/>
  <p:cmAuthor id="1802" name="运管部文书" initials="运" lastIdx="0" clrIdx="1801"/>
  <p:cmAuthor id="1803" name="liuling003" initials="l" lastIdx="0" clrIdx="1802"/>
  <p:cmAuthor id="1804" name="Zhao" initials="Z" lastIdx="0" clrIdx="1803"/>
  <p:cmAuthor id="1805" name="86185" initials="8" lastIdx="0" clrIdx="1804"/>
  <p:cmAuthor id="1806" name="ronald" initials="r" lastIdx="0" clrIdx="1805"/>
  <p:cmAuthor id="1807" name="ygbx" initials="y" lastIdx="0" clrIdx="1806"/>
  <p:cmAuthor id="1808" name="sunshine" initials="s" lastIdx="0" clrIdx="1807"/>
  <p:cmAuthor id="1809" name="丁亚楠" initials="丁" lastIdx="0" clrIdx="1808"/>
  <p:cmAuthor id="1810" name="cjj" initials="c" lastIdx="0" clrIdx="1809"/>
  <p:cmAuthor id="1811" name="yuanzheng" initials="y" lastIdx="0" clrIdx="1810"/>
  <p:cmAuthor id="1812" name="张文蕾" initials="张" lastIdx="0" clrIdx="1811"/>
  <p:cmAuthor id="1813" name="wangyanlin" initials="w" lastIdx="0" clrIdx="1812"/>
  <p:cmAuthor id="1814" name="孙青云" initials="孙" lastIdx="0" clrIdx="1813"/>
  <p:cmAuthor id="1815" name="么" initials="么" lastIdx="0" clrIdx="1814"/>
  <p:cmAuthor id="1816" name="CHN0012081" initials="C" lastIdx="0" clrIdx="1815"/>
  <p:cmAuthor id="1817" name="guo wei" initials="g" lastIdx="0" clrIdx="1816"/>
  <p:cmAuthor id="1818" name="13207614" initials="1" lastIdx="0" clrIdx="1817"/>
  <p:cmAuthor id="1819" name="郑梦" initials="郑" lastIdx="0" clrIdx="1818"/>
  <p:cmAuthor id="1820" name="13207893" initials="1" lastIdx="0" clrIdx="1819"/>
  <p:cmAuthor id="1821" name="peixun2019" initials="p" lastIdx="0" clrIdx="1820"/>
  <p:cmAuthor id="1822" name="周 卿耀" initials="周" lastIdx="0" clrIdx="1821"/>
  <p:cmAuthor id="620906262" name="月M滿xi ビル " initials="月" lastIdx="1" clrIdx="1122"/>
  <p:cmAuthor id="1823" name="刘雷" initials="刘" lastIdx="0" clrIdx="1822"/>
  <p:cmAuthor id="1824" name="马国强" initials="马" lastIdx="0" clrIdx="1823"/>
  <p:cmAuthor id="1825" name="WIN" initials="W" lastIdx="0" clrIdx="1824"/>
  <p:cmAuthor id="1826" name="CHINALIFE" initials="C" lastIdx="0" clrIdx="1825"/>
  <p:cmAuthor id="1827" name="cabrendal" initials="c" lastIdx="0" clrIdx="1826"/>
  <p:cmAuthor id="1828" name="赵鑫" initials="赵" lastIdx="0" clrIdx="1827"/>
  <p:cmAuthor id="750670453" name="WL" initials="W" lastIdx="1" clrIdx="1327"/>
  <p:cmAuthor id="1829" name="李桥波" initials="李" lastIdx="0" clrIdx="1828"/>
  <p:cmAuthor id="1830" name="高巍（内蒙古英才管培生）" initials="高" lastIdx="0" clrIdx="1829"/>
  <p:cmAuthor id="1831" name="牛鹏辉" initials="牛" lastIdx="0" clrIdx="1830"/>
  <p:cmAuthor id="1832" name="ac68 68" initials="a" lastIdx="0" clrIdx="1831"/>
  <p:cmAuthor id="1833" name="46503" initials="4" lastIdx="0" clrIdx="1832"/>
  <p:cmAuthor id="265920134" name="梁健星" initials="梁" lastIdx="1" clrIdx="1"/>
  <p:cmAuthor id="1834" name="86183" initials="8" lastIdx="0" clrIdx="1833"/>
  <p:cmAuthor id="1835" name="王朋" initials="王" lastIdx="0" clrIdx="1834"/>
  <p:cmAuthor id="1836" name="Geffrey Pan" initials="G" lastIdx="0" clrIdx="1835"/>
  <p:cmAuthor id="1837" name="曲包子并不是君子 " initials="曲" lastIdx="0" clrIdx="1836"/>
  <p:cmAuthor id="1838" name="杨 媚" initials="杨" lastIdx="0" clrIdx="1837"/>
  <p:cmAuthor id="1839" name="yangsy" initials="y" lastIdx="0" clrIdx="1838"/>
  <p:cmAuthor id="1840" name="zgtk" initials="z" lastIdx="0" clrIdx="1839"/>
  <p:cmAuthor id="1841" name="liuzj" initials="l" lastIdx="0" clrIdx="1840"/>
  <p:cmAuthor id="1842" name="孔 融" initials="孔" lastIdx="0" clrIdx="1841"/>
  <p:cmAuthor id="1843" name="40733" initials="4" lastIdx="0" clrIdx="1842"/>
  <p:cmAuthor id="326420665" name="的鹿" initials="的" lastIdx="1" clrIdx="1238"/>
  <p:cmAuthor id="1844" name="LVBOCHEN001" initials="L" lastIdx="0" clrIdx="1843"/>
  <p:cmAuthor id="1845" name="weiting zheng" initials="w" lastIdx="0" clrIdx="1844"/>
  <p:cmAuthor id="1846" name="thinkpad" initials="t" lastIdx="0" clrIdx="1845"/>
  <p:cmAuthor id="1847" name="GAOTING0407" initials="G" lastIdx="0" clrIdx="1846"/>
  <p:cmAuthor id="1848" name="Tian Henry" initials="T" lastIdx="0" clrIdx="1847"/>
  <p:cmAuthor id="1849" name="SONY" initials="S" lastIdx="0" clrIdx="1848"/>
  <p:cmAuthor id="1850" name="Fenix Wen" initials="F" lastIdx="0" clrIdx="1849"/>
  <p:cmAuthor id="1851" name="钟苗Lawrence" initials="钟" lastIdx="0" clrIdx="1850"/>
  <p:cmAuthor id="1852" name="黄汝可" initials="黄" lastIdx="0" clrIdx="1851"/>
  <p:cmAuthor id="1853" name="tonghailan" initials="t" lastIdx="0" clrIdx="1852"/>
  <p:cmAuthor id="1854" name="黑飞" initials="黑" lastIdx="0" clrIdx="1853"/>
  <p:cmAuthor id="405075300" name="刚子" initials="刚" lastIdx="1" clrIdx="1271"/>
  <p:cmAuthor id="1857" name="王娟" initials="1" lastIdx="0" clrIdx="1856"/>
  <p:cmAuthor id="1858" name="杨程名" initials="ming" lastIdx="0" clrIdx="1857"/>
  <p:cmAuthor id="1859" name="车旅宝工具" initials="车" lastIdx="0" clrIdx="1858"/>
  <p:cmAuthor id="1860" name="冬天" initials="冬" lastIdx="0" clrIdx="1859"/>
  <p:cmAuthor id="1861" name="春风化雨" initials="春" lastIdx="0" clrIdx="1860"/>
  <p:cmAuthor id="1862" name="David" initials="D" lastIdx="0" clrIdx="1861"/>
  <p:cmAuthor id="1863" name="A其美新华保险13287816977" initials="A" lastIdx="0" clrIdx="1862"/>
  <p:cmAuthor id="1864" name="kiki  " initials="k" lastIdx="0" clrIdx="1863"/>
  <p:cmAuthor id="1865" name="心有猛虎" initials="心" lastIdx="0" clrIdx="1864"/>
  <p:cmAuthor id="1866" name="HE&amp;帅庆（明奇）" initials="H" lastIdx="0" clrIdx="1865"/>
  <p:cmAuthor id="1867" name="王书明" initials="王" lastIdx="0" clrIdx="1866"/>
  <p:cmAuthor id="1868" name="闫文勇" initials="闫" lastIdx="0" clrIdx="1867"/>
  <p:cmAuthor id="1869" name="姗SHAN" initials="姗" lastIdx="0" clrIdx="1868"/>
  <p:cmAuthor id="1870" name="冯芳" initials="冯" lastIdx="0" clrIdx="1869"/>
  <p:cmAuthor id="1871" name="丁皓" initials="丁" lastIdx="0" clrIdx="1870"/>
  <p:cmAuthor id="1872" name="相信未来" initials="相" lastIdx="0" clrIdx="1871"/>
  <p:cmAuthor id="1873" name="孙立宪" initials="孙" lastIdx="0" clrIdx="1872"/>
  <p:cmAuthor id="1874" name="Eric_" initials="E" lastIdx="0" clrIdx="1873"/>
  <p:cmAuthor id="1875" name="^卖女孩的小火柴^" initials="^" lastIdx="0" clrIdx="1874"/>
  <p:cmAuthor id="1876" name="杨超" initials="杨" lastIdx="0" clrIdx="1875"/>
  <p:cmAuthor id="352608227" name="左意" initials="左" lastIdx="3" clrIdx="1339"/>
  <p:cmAuthor id="1877" name="于鹏程" initials="于" lastIdx="0" clrIdx="1876"/>
  <p:cmAuthor id="1878" name="ZOE" initials="Z" lastIdx="0" clrIdx="1877"/>
  <p:cmAuthor id="1879" name="李双燕13954438990" initials="李" lastIdx="0" clrIdx="1878"/>
  <p:cmAuthor id="1880" name="WPS_1569937482" initials="W" lastIdx="0" clrIdx="1879"/>
  <p:cmAuthor id="1881" name="杨兴" initials="杨" lastIdx="0" clrIdx="1880"/>
  <p:cmAuthor id="1882" name="湉蓑" initials="湉" lastIdx="0" clrIdx="1881"/>
  <p:cmAuthor id="1883" name="每天都起的特别特别早的孩纸" initials="每" lastIdx="0" clrIdx="1882"/>
  <p:cmAuthor id="1884" name="晓·霍格" initials="晓" lastIdx="0" clrIdx="1883"/>
  <p:cmAuthor id="1885" name="罗布斯基圆" initials="罗" lastIdx="0" clrIdx="1884"/>
  <p:cmAuthor id="1886" name="csc" initials="c" lastIdx="0" clrIdx="1885"/>
  <p:cmAuthor id="1887" name="草莓啵啵多加草莓" initials="草" lastIdx="0" clrIdx="1886"/>
  <p:cmAuthor id="1888" name="RUNNING MAO" initials="R" lastIdx="0" clrIdx="1887"/>
  <p:cmAuthor id="1889" name="流年suyuelei" initials="流" lastIdx="0" clrIdx="1888"/>
  <p:cmAuthor id="1890" name="岩岩岩六子" initials="岩" lastIdx="0" clrIdx="1889"/>
  <p:cmAuthor id="1891" name="龙魂" initials="龙" lastIdx="0" clrIdx="1890"/>
  <p:cmAuthor id="1892" name="plague" initials="p" lastIdx="0" clrIdx="1891"/>
  <p:cmAuthor id="1893" name="曹晨" initials="曹" lastIdx="0" clrIdx="1892"/>
  <p:cmAuthor id="1894" name="他" initials="他" lastIdx="0" clrIdx="1893"/>
  <p:cmAuthor id="1895" name="YYY_LQ" initials="Y" lastIdx="0" clrIdx="1894"/>
  <p:cmAuthor id="1896" name="辰" initials="辰" lastIdx="0" clrIdx="1895"/>
  <p:cmAuthor id="1897" name="安安_zm6nYnYZ" initials="authorId_347340296" lastIdx="0" clrIdx="1896"/>
  <p:cmAuthor id="1898" name="nature_emInFJF7" initials="authorId_313163542" lastIdx="0" clrIdx="1897"/>
  <p:cmAuthor id="1899" name="杨思思_VNjyvY7j" initials="authorId_430925712" lastIdx="0" clrIdx="1898"/>
  <p:cmAuthor id="1900" name="周君_MfIffYra" initials="authorId_375419134" lastIdx="0" clrIdx="1899"/>
  <p:cmAuthor id="1901" name="白杨刚" initials="白" lastIdx="0" clrIdx="1900"/>
  <p:cmAuthor id="610430672" name="东" initials="东" lastIdx="1" clrIdx="12"/>
  <p:cmAuthor id="284324115" name="宋吉利" initials="宋" lastIdx="1" clrIdx="0"/>
  <p:cmAuthor id="1902" name="goforever814" initials="g" lastIdx="0" clrIdx="1901"/>
  <p:cmAuthor id="1903" name="艾启明" initials="A" lastIdx="0" clrIdx="1902"/>
  <p:cmAuthor id="1904" name="Jing。" initials="J" lastIdx="0" clrIdx="1903"/>
  <p:cmAuthor id="1905" name="郭成伟" initials="郭" lastIdx="0" clrIdx="1904"/>
  <p:cmAuthor id="1906" name="杨再振" initials="杨" lastIdx="0" clrIdx="1905"/>
  <p:cmAuthor id="1907" name="Liangdp" initials="L" lastIdx="0" clrIdx="1906"/>
  <p:cmAuthor id="1908" name="AAA红岛胶州湾海鲜" initials="A" lastIdx="0" clrIdx="1907"/>
  <p:cmAuthor id="1909" name="讀 書" initials="讀" lastIdx="0" clrIdx="1908"/>
  <p:cmAuthor id="1910" name="LonDon 　 ༽" initials="L" lastIdx="0" clrIdx="1909"/>
  <p:cmAuthor id="1911" name="苏醒" initials="苏" lastIdx="0" clrIdx="1910"/>
  <p:cmAuthor id="1912" name="WE" initials="W" lastIdx="0" clrIdx="1911"/>
  <p:cmAuthor id="1913" name="杨哈哈" initials="杨" lastIdx="0" clrIdx="1912"/>
  <p:cmAuthor id="1914" name="huanhuan     、" initials="h" lastIdx="0" clrIdx="1913"/>
  <p:cmAuthor id="1915" name="李东&amp;李运东" initials="李" lastIdx="0" clrIdx="1914"/>
  <p:cmAuthor id="1916" name="唐 赛" initials="唐" lastIdx="0" clrIdx="1915"/>
  <p:cmAuthor id="1917" name="万琦 郭" initials="万郭" lastIdx="0" clrIdx="1916"/>
  <p:cmAuthor id="1918" name="sdgml" initials="s" lastIdx="0" clrIdx="1917"/>
  <p:cmAuthor id="1919" name="liuzh" initials="l" lastIdx="0" clrIdx="1918"/>
  <p:cmAuthor id="1920" name="韩莹莹" initials="韩" lastIdx="0" clrIdx="1919"/>
  <p:cmAuthor id="1921" name="子小 Sunnie" initials="子" lastIdx="0" clrIdx="1920"/>
  <p:cmAuthor id="1922" name="阿蕉" initials="阿" lastIdx="0" clrIdx="1921"/>
  <p:cmAuthor id="1923" name="炬火WPS" initials="炬" lastIdx="0" clrIdx="1922"/>
  <p:cmAuthor id="1924" name="M Y" initials="M" lastIdx="0" clrIdx="1923"/>
  <p:cmAuthor id="1925" name="喂自己袋盐唉" initials="喂" lastIdx="0" clrIdx="1924"/>
  <p:cmAuthor id="1926" name="闫兴文" initials="闫" lastIdx="0" clrIdx="1925"/>
  <p:cmAuthor id="1927" name="强者更强" initials="强" lastIdx="0" clrIdx="1926"/>
  <p:cmAuthor id="475196944" name="姚琳" initials="姚" lastIdx="1133934" clrIdx="0"/>
  <p:cmAuthor id="1928" name="肖淑霞" initials="肖" lastIdx="0" clrIdx="1927"/>
  <p:cmAuthor id="1929" name="陈双华" initials="陈" lastIdx="0" clrIdx="1928"/>
  <p:cmAuthor id="1930" name="噢耶" initials="噢" lastIdx="0" clrIdx="1929"/>
  <p:cmAuthor id="1931" name="瑶瑶" initials="瑶" lastIdx="0" clrIdx="1930"/>
  <p:cmAuthor id="1932" name="Leo" initials="L" lastIdx="0" clrIdx="1931"/>
  <p:cmAuthor id="1933" name="FAN" initials="F" lastIdx="0" clrIdx="1932"/>
  <p:cmAuthor id="1934" name="sunaoran" initials="s" lastIdx="0" clrIdx="1933"/>
  <p:cmAuthor id="1935" name="pinturicchio" initials="p" lastIdx="0" clrIdx="1934"/>
  <p:cmAuthor id="1936" name="零式" initials="零" lastIdx="0" clrIdx="1935"/>
  <p:cmAuthor id="1013762041" name="Leb" initials="L" lastIdx="1" clrIdx="0"/>
  <p:cmAuthor id="1937" name="任治祝" initials="任" lastIdx="0" clrIdx="1936"/>
  <p:cmAuthor id="1938" name="邵建南" initials="邵" lastIdx="0" clrIdx="1937"/>
  <p:cmAuthor id="1939" name="陈求明" initials="陈" lastIdx="0" clrIdx="1938"/>
  <p:cmAuthor id="1940" name="伍莹" initials="伍" lastIdx="0" clrIdx="1939"/>
  <p:cmAuthor id="1941" name="苏" initials="苏" lastIdx="0" clrIdx="1940"/>
  <p:cmAuthor id="1942" name="丽" initials="丽" lastIdx="0" clrIdx="1941"/>
  <p:cmAuthor id="1943" name="A平面设计师『信』" initials="A" lastIdx="0" clrIdx="1942"/>
  <p:cmAuthor id="1944" name="M_OK_Q" initials="M" lastIdx="0" clrIdx="1943"/>
  <p:cmAuthor id="1945" name="daijing15" initials="d" lastIdx="0" clrIdx="1944"/>
  <p:cmAuthor id="1946" name="wanghl121" initials="w" lastIdx="0" clrIdx="1945"/>
  <p:cmAuthor id="1947" name="十三" initials="十" lastIdx="0" clrIdx="1946"/>
  <p:cmAuthor id="1948" name="8237403408" initials="8" lastIdx="0" clrIdx="1947"/>
  <p:cmAuthor id="1949" name="chen qinchuan" initials="c" lastIdx="0" clrIdx="1948"/>
  <p:cmAuthor id="338852205" name="李晓艳" initials="李" lastIdx="1" clrIdx="1241"/>
  <p:cmAuthor id="1950" name="雨蝶" initials="雨" lastIdx="0" clrIdx="1949"/>
  <p:cmAuthor id="1951" name="王德鼎" initials="王" lastIdx="0" clrIdx="1950"/>
  <p:cmAuthor id="1952" name="zhangzf23" initials="z" lastIdx="0" clrIdx="1951"/>
  <p:cmAuthor id="1953" name="韦燕妮" initials="韦" lastIdx="0" clrIdx="1952"/>
  <p:cmAuthor id="1955" name="wenxin20" initials="w" lastIdx="0" clrIdx="1954"/>
  <p:cmAuthor id="1956" name="夏 溪" initials="夏" lastIdx="0" clrIdx="1955"/>
  <p:cmAuthor id="1957" name="huangwg01" initials="h" lastIdx="0" clrIdx="1956"/>
  <p:cmAuthor id="1958" name="lidan118" initials="l" lastIdx="0" clrIdx="1957"/>
  <p:cmAuthor id="1959" name="huangwei34" initials="h" lastIdx="0" clrIdx="1958"/>
  <p:cmAuthor id="1960" name="yangshuai" initials="y" lastIdx="0" clrIdx="1959"/>
  <p:cmAuthor id="1961" name="zhangyu232" initials="z" lastIdx="0" clrIdx="1960"/>
  <p:cmAuthor id="1962" name="guoel" initials="g" lastIdx="0" clrIdx="1961"/>
  <p:cmAuthor id="1963" name="tianrx03" initials="t" lastIdx="0" clrIdx="1962"/>
  <p:cmAuthor id="1964" name="86156" initials="8" lastIdx="0" clrIdx="1963"/>
  <p:cmAuthor id="1965" name="Ive'" initials="I" lastIdx="0" clrIdx="1964"/>
  <p:cmAuthor id="1966" name="小平" initials="小" lastIdx="0" clrIdx="1965"/>
  <p:cmAuthor id="1967" name="gech" initials="g" lastIdx="0" clrIdx="1966"/>
  <p:cmAuthor id="1968" name="zhouying42" initials="z" lastIdx="0" clrIdx="1967"/>
  <p:cmAuthor id="1969" name="majl" initials="m" lastIdx="0" clrIdx="1968"/>
  <p:cmAuthor id="1970" name="Xu Ethan" initials="X" lastIdx="0" clrIdx="1969"/>
  <p:cmAuthor id="1971" name="panfei_zhai@163.com" initials="p" lastIdx="0" clrIdx="1970"/>
  <p:cmAuthor id="1972" name="yanghy100" initials="y" lastIdx="0" clrIdx="1971"/>
  <p:cmAuthor id="1973" name="黄 霞" initials="黄" lastIdx="0" clrIdx="1972"/>
  <p:cmAuthor id="1974" name="lipj10" initials="l" lastIdx="0" clrIdx="1973"/>
  <p:cmAuthor id="1975" name="Summer" initials="S" lastIdx="0" clrIdx="1974"/>
  <p:cmAuthor id="334904544" name="付萌" initials="付" lastIdx="1" clrIdx="1540"/>
  <p:cmAuthor id="1976" name="wangliang52" initials="w" lastIdx="0" clrIdx="1975"/>
  <p:cmAuthor id="1977" name="lich1" initials="l" lastIdx="0" clrIdx="1976"/>
  <p:cmAuthor id="1978" name="liyang258" initials="l" lastIdx="0" clrIdx="1977"/>
  <p:cmAuthor id="1979" name="田宇" initials="田" lastIdx="0" clrIdx="1978"/>
  <p:cmAuthor id="1980" name="zeyu duan" initials="" lastIdx="0" clrIdx="1979"/>
  <p:cmAuthor id="226265913" name="吴冰彬" initials="吴" lastIdx="1" clrIdx="1224"/>
  <p:cmAuthor id="1981" name="zhaomeng11" initials="z" lastIdx="0" clrIdx="1980"/>
  <p:cmAuthor id="1982" name="wangly130" initials="w" lastIdx="0" clrIdx="1981"/>
  <p:cmAuthor id="1983" name="Lily" initials="L" lastIdx="0" clrIdx="1982"/>
  <p:cmAuthor id="1984" name="yangzz" initials="y" lastIdx="0" clrIdx="1983"/>
  <p:cmAuthor id="1985" name="csliqiong" initials="c" lastIdx="0" clrIdx="1984"/>
  <p:cmAuthor id="1986" name="daiyqly" initials="d" lastIdx="0" clrIdx="1985"/>
  <p:cmAuthor id="1987" name="lijian02" initials="l" lastIdx="0" clrIdx="1986"/>
  <p:cmAuthor id="1988" name="Mmm" initials="M" lastIdx="0" clrIdx="1987"/>
  <p:cmAuthor id="1989" name="admin1" initials="a" lastIdx="0" clrIdx="1988"/>
  <p:cmAuthor id="1990" name="lingxiaomin" initials="l" lastIdx="0" clrIdx="1989"/>
  <p:cmAuthor id="1991" name="宋 歌" initials="宋" lastIdx="0" clrIdx="1990"/>
  <p:cmAuthor id="1992" name="tjwyy" initials="t" lastIdx="0" clrIdx="1991"/>
  <p:cmAuthor id="1993" name="leihongly" initials="l" lastIdx="0" clrIdx="1992"/>
  <p:cmAuthor id="1994" name="袁冲" initials="袁" lastIdx="0" clrIdx="1993"/>
  <p:cmAuthor id="1995" name="61068" initials="6" lastIdx="0" clrIdx="1994"/>
  <p:cmAuthor id="1996" name="yuanyy11" initials="y" lastIdx="0" clrIdx="1995"/>
  <p:cmAuthor id="1997" name="黄炎 张" initials="黄" lastIdx="0" clrIdx="1996"/>
  <p:cmAuthor id="1998" name="吴 钢" initials="吴" lastIdx="0" clrIdx="1997"/>
  <p:cmAuthor id="1999" name="丁稳" initials="丁" lastIdx="0" clrIdx="1998"/>
  <p:cmAuthor id="2000" name="张静_QZZvv2Aj" initials="authorId_625078060" lastIdx="1658295" clrIdx="95"/>
  <p:cmAuthor id="2001" name="张婧玉" initials="张婧玉" lastIdx="1" clrIdx="96"/>
  <p:cmAuthor id="2002" name="杨舟" initials="Y" lastIdx="1" clrIdx="97"/>
  <p:cmAuthor id="2003" name="梁鹏" initials="u" lastIdx="1" clrIdx="35"/>
  <p:cmAuthor id="2004" name="范 斌" initials="范" lastIdx="1" clrIdx="36"/>
  <p:cmAuthor id="2005" name="毕邺" initials="党委办公室" lastIdx="2" clrIdx="37"/>
  <p:cmAuthor id="2006" name="qsl" initials="q" lastIdx="3" clrIdx="38"/>
  <p:cmAuthor id="2007" name="lijj08" initials="l" lastIdx="0" clrIdx="2006"/>
  <p:cmAuthor id="2008" name="wugd02" initials="w" lastIdx="0" clrIdx="2007"/>
  <p:cmAuthor id="2009" name="tyzhuij" initials="t" lastIdx="0" clrIdx="2008"/>
  <p:cmAuthor id="2010" name="fanjw12" initials="f" lastIdx="0" clrIdx="2009"/>
  <p:cmAuthor id="2011" name="陈漂亮" initials="陈" lastIdx="0" clrIdx="2010"/>
  <p:cmAuthor id="2012" name="吕玲" initials="吕" lastIdx="0" clrIdx="2011"/>
  <p:cmAuthor id="2013" name="翟宇欣" initials="翟" lastIdx="0" clrIdx="2012"/>
  <p:cmAuthor id="2014" name="祝尔雯" initials="祝" lastIdx="0" clrIdx="2013"/>
  <p:cmAuthor id="2015" name="薇" initials="薇" lastIdx="0" clrIdx="2014"/>
  <p:cmAuthor id="2016" name="王习习" initials="王" lastIdx="0" clrIdx="2015"/>
  <p:cmAuthor id="2017" name="朱春花" initials="朱" lastIdx="0" clrIdx="2016"/>
  <p:cmAuthor id="2018" name="李金娜" initials="李" lastIdx="0" clrIdx="2017"/>
  <p:cmAuthor id="2019" name="肖聪  18627035868" initials="肖" lastIdx="0" clrIdx="2018"/>
  <p:cmAuthor id="2020" name="xiechanghao-lsd" initials="x" lastIdx="0" clrIdx="2019"/>
  <p:cmAuthor id="233865496" name=" 毛宇（Kevin）" initials=" " lastIdx="2" clrIdx="811"/>
  <p:cmAuthor id="2021" name="琴园行政办公室" initials="琴" lastIdx="0" clrIdx="2020"/>
  <p:cmAuthor id="2022" name="WPS_1304021054" initials="W" lastIdx="0" clrIdx="2021"/>
  <p:cmAuthor id="2023" name="WPS_1686640465" initials="W" lastIdx="0" clrIdx="2022"/>
  <p:cmAuthor id="2024" name="张侃" initials="张" lastIdx="0" clrIdx="2023"/>
  <p:cmAuthor id="2025" name="陈树权" initials="陈" lastIdx="0" clrIdx="2024"/>
  <p:cmAuthor id="2026" name="八妹" initials="八" lastIdx="0" clrIdx="2025"/>
  <p:cmAuthor id="2027" name="刘 思蜀" initials="刘" lastIdx="0" clrIdx="2026"/>
  <p:cmAuthor id="2028" name="张麒麟" initials="张" lastIdx="0" clrIdx="2027"/>
  <p:cmAuthor id="2029" name="16104" initials="1" lastIdx="0" clrIdx="2028"/>
  <p:cmAuthor id="2030" name="chenxh" initials="c" lastIdx="0" clrIdx="2029"/>
  <p:cmAuthor id="2031" name="125204404@qq.com" initials="1" lastIdx="0" clrIdx="2030"/>
  <p:cmAuthor id="226407304" name="啵啵" initials="啵" lastIdx="1" clrIdx="1345"/>
  <p:cmAuthor id="2032" name="张泊育" initials="张" lastIdx="0" clrIdx="2031"/>
  <p:cmAuthor id="2034" name="刘洪涛" initials="刘" lastIdx="0" clrIdx="2033"/>
  <p:cmAuthor id="2035" name="多先生" initials="多" lastIdx="0" clrIdx="2034"/>
  <p:cmAuthor id="2036" name="李丹" initials="李" lastIdx="0" clrIdx="2035"/>
  <p:cmAuthor id="2037" name="彬彬的小可爱" initials="彬" lastIdx="0" clrIdx="2036"/>
  <p:cmAuthor id="2038" name="君旁一人" initials="君" lastIdx="0" clrIdx="2037"/>
  <p:cmAuthor id="2039" name="ax-" initials="a" lastIdx="0" clrIdx="2038"/>
  <p:cmAuthor id="2040" name="he'gang" initials="h" lastIdx="0" clrIdx="2039"/>
  <p:cmAuthor id="2041" name="℡  " initials="℡" lastIdx="0" clrIdx="2040"/>
  <p:cmAuthor id="2042" name="pangln01" initials="p" lastIdx="0" clrIdx="2041"/>
  <p:cmAuthor id="2043" name="黄" initials="黄" lastIdx="0" clrIdx="2042"/>
  <p:cmAuthor id="2044" name="86176" initials="8" lastIdx="0" clrIdx="2043"/>
  <p:cmAuthor id="2045" name="PCC" initials="P" lastIdx="0" clrIdx="2044"/>
  <p:cmAuthor id="2046" name="王卓" initials="王" lastIdx="0" clrIdx="2045"/>
  <p:cmAuthor id="2047" name="lee" initials="l" lastIdx="0" clrIdx="2046"/>
  <p:cmAuthor id="2048" name="wuxiaomei1" initials="w" lastIdx="0" clrIdx="2047"/>
  <p:cmAuthor id="2049" name="chenjieying" initials="c" lastIdx="0" clrIdx="2048"/>
  <p:cmAuthor id="2050" name="pengliyuan" initials="p" lastIdx="0" clrIdx="2049"/>
  <p:cmAuthor id="2051" name="huangkaozhong" initials="h" lastIdx="0" clrIdx="2050"/>
  <p:cmAuthor id="2052" name="caiye" initials="c" lastIdx="0" clrIdx="2051"/>
  <p:cmAuthor id="2053" name="朱文佳" initials="朱" lastIdx="0" clrIdx="2052"/>
  <p:cmAuthor id="2054" name="Hong, Yanling [JJPCN]" initials="H" lastIdx="0" clrIdx="2053"/>
  <p:cmAuthor id="2055" name="86136" initials="8" lastIdx="0" clrIdx="2054"/>
  <p:cmAuthor id="2056" name="Ansel Liu 刘晖" initials="A" lastIdx="0" clrIdx="2055"/>
  <p:cmAuthor id="2057" name="马玥" initials="马" lastIdx="0" clrIdx="2056"/>
  <p:cmAuthor id="2058" name="lingwei.huang 黄灵伟 &lt;lingwei.huang@goodbaby.com&gt;" initials="l" lastIdx="0" clrIdx="2057"/>
  <p:cmAuthor id="2059" name="hxl1112" initials="h" lastIdx="0" clrIdx="2058"/>
  <p:cmAuthor id="2060" name="USER-" initials="U" lastIdx="0" clrIdx="2059"/>
  <p:cmAuthor id="2061" name="韵 江" initials="韵" lastIdx="0" clrIdx="2060"/>
  <p:cmAuthor id="2062" name=".Yolo" initials="." lastIdx="0" clrIdx="2061"/>
  <p:cmAuthor id="1322171516" name="大璇。" initials="大" lastIdx="1" clrIdx="914"/>
  <p:cmAuthor id="2063" name="穆 杨禹" initials="穆" lastIdx="0" clrIdx="2062"/>
  <p:cmAuthor id="2064" name="Miss" initials="M" lastIdx="0" clrIdx="2063"/>
  <p:cmAuthor id="2065" name="Duke" initials="D" lastIdx="0" clrIdx="2064"/>
  <p:cmAuthor id="2066" name="子轩 朱" initials="子" lastIdx="0" clrIdx="2065"/>
  <p:cmAuthor id="2067" name="SHEN" initials="S" lastIdx="0" clrIdx="2066"/>
  <p:cmAuthor id="2068" name="bjdan" initials="b" lastIdx="0" clrIdx="2067"/>
  <p:cmAuthor id="401042365" name="虞灵镓" initials="虞" lastIdx="1" clrIdx="0"/>
  <p:cmAuthor id="2069" name="lixiaotong-ghq" initials="l" lastIdx="0" clrIdx="2068"/>
  <p:cmAuthor id="2070" name="huangmei17" initials="h" lastIdx="0" clrIdx="2069"/>
  <p:cmAuthor id="2071" name="管 晨光" initials="管" lastIdx="0" clrIdx="2070"/>
  <p:cmAuthor id="2072" name="APPLE" initials="A" lastIdx="0" clrIdx="2071"/>
  <p:cmAuthor id="2073" name="李 菲亚" initials="李" lastIdx="0" clrIdx="2072"/>
  <p:cmAuthor id="2074" name="j" initials="j" lastIdx="0" clrIdx="2073"/>
  <p:cmAuthor id="2075" name="黄 建林" initials="黄" lastIdx="0" clrIdx="2074"/>
  <p:cmAuthor id="2076" name="Raffeal" initials="R" lastIdx="0" clrIdx="2075"/>
  <p:cmAuthor id="2078" name="Ss." initials="S" lastIdx="0" clrIdx="2077"/>
  <p:cmAuthor id="2079" name="ROSE_N" initials="R" lastIdx="0" clrIdx="2078"/>
  <p:cmAuthor id="248745805" name="遥远的TA" initials="遥" lastIdx="2" clrIdx="1267"/>
  <p:cmAuthor id="2080" name="少年啊" initials="少" lastIdx="0" clrIdx="2079"/>
  <p:cmAuthor id="2081" name="Deadpool" initials="D" lastIdx="0" clrIdx="2080"/>
  <p:cmAuthor id="2082" name="arao" initials="a" lastIdx="0" clrIdx="2081"/>
  <p:cmAuthor id="2083" name="刘密芬" initials="刘" lastIdx="0" clrIdx="2082"/>
  <p:cmAuthor id="2084" name="郑瑞侠中国人寿" initials="郑" lastIdx="0" clrIdx="2083"/>
  <p:cmAuthor id="2085" name="try" initials="t" lastIdx="0" clrIdx="2084"/>
  <p:cmAuthor id="2086" name="贾英才" initials="贾" lastIdx="0" clrIdx="2085"/>
  <p:cmAuthor id="2087" name="亮亮" initials="亮" lastIdx="0" clrIdx="2086"/>
  <p:cmAuthor id="2088" name="晴。" initials="晴" lastIdx="0" clrIdx="2087"/>
  <p:cmAuthor id="2090" name="黄新玮" initials="黄" lastIdx="0" clrIdx="2089"/>
  <p:cmAuthor id="2091" name="阚吉伟" initials="阚" lastIdx="0" clrIdx="2090"/>
  <p:cmAuthor id="2092" name="zhangyy345" initials="z" lastIdx="0" clrIdx="2091"/>
  <p:cmAuthor id="2093" name="dingyf08" initials="d" lastIdx="0" clrIdx="2092"/>
  <p:cmAuthor id="2094" name="未知" initials="未" lastIdx="0" clrIdx="2093"/>
  <p:cmAuthor id="2095" name="yixuan" initials="y" lastIdx="0" clrIdx="2094"/>
  <p:cmAuthor id="2097" name="wtt" initials="w" lastIdx="0" clrIdx="2096"/>
  <p:cmAuthor id="2102" name="冯 志红" initials="冯" lastIdx="0" clrIdx="2101"/>
  <p:cmAuthor id="2103" name="zhangmg1" initials="z" lastIdx="0" clrIdx="2102"/>
  <p:cmAuthor id="2104" name="董爽爽" initials="董" lastIdx="0" clrIdx="2103"/>
  <p:cmAuthor id="2105" name="佚名" initials="佚" lastIdx="0" clrIdx="2104"/>
  <p:cmAuthor id="2106" name="TAO LIU" initials="T" lastIdx="0" clrIdx="2105"/>
  <p:cmAuthor id="2107" name="liucf24" initials="l" lastIdx="0" clrIdx="2106"/>
  <p:cmAuthor id="2108" name="未知用户79" initials="未" lastIdx="0" clrIdx="2107"/>
  <p:cmAuthor id="2109" name="张蕊" initials="张" lastIdx="0" clrIdx="2108"/>
  <p:cmAuthor id="2110" name="黄凌(寿险总部营销部人员管理室)" initials="黄凌(寿险总部营销部人员管理室)" lastIdx="0" clrIdx="2109"/>
  <p:cmAuthor id="2111" name="沿路一起走半里长街" initials="沿" lastIdx="0" clrIdx="2110"/>
  <p:cmAuthor id="2112" name="Tina储" initials="T" lastIdx="0" clrIdx="2111"/>
  <p:cmAuthor id="2113" name="熊 轶" initials="熊" lastIdx="0" clrIdx="2112"/>
  <p:cmAuthor id="2114" name="杨惠峰" initials="杨惠峰" lastIdx="0" clrIdx="2113"/>
  <p:cmAuthor id="2115" name="zhang" initials="z" lastIdx="0" clrIdx="2114"/>
  <p:cmAuthor id="2117" name="黄帅" initials="黄帅" lastIdx="0" clrIdx="2116"/>
  <p:cmAuthor id="271814009" name="俏*" initials="俏" lastIdx="1" clrIdx="1225"/>
  <p:cmAuthor id="2118" name="Henrrrrry" initials="H" lastIdx="0" clrIdx="2117"/>
  <p:cmAuthor id="2119" name="用户名错误！请更改后加域。" initials="用" lastIdx="0" clrIdx="2118"/>
  <p:cmAuthor id="2120" name="月野兔小兔" initials="月" lastIdx="0" clrIdx="2119"/>
  <p:cmAuthor id="2121" name="成成" initials="成" lastIdx="0" clrIdx="2120"/>
  <p:cmAuthor id="2122" name="秦晨" initials="秦" lastIdx="0" clrIdx="2121"/>
  <p:cmAuthor id="2123" name="芯超生物-孙贵涛" initials="芯" lastIdx="0" clrIdx="2122"/>
  <p:cmAuthor id="2124" name="QHB" initials="Q" lastIdx="0" clrIdx="2123"/>
  <p:cmAuthor id="2125" name="WPS_1538116613" initials="W" lastIdx="0" clrIdx="2124"/>
  <p:cmAuthor id="2126" name="仙贝" initials="仙" lastIdx="0" clrIdx="2125"/>
  <p:cmAuthor id="2127" name="张凯树兰（济南）医院" initials="张" lastIdx="0" clrIdx="2126"/>
  <p:cmAuthor id="2128" name="Magnolia-bj" initials="M" lastIdx="0" clrIdx="2127"/>
  <p:cmAuthor id="2129" name="王嘉蕾" initials="王" lastIdx="0" clrIdx="2128"/>
  <p:cmAuthor id="2130" name="芮绮" initials="芮" lastIdx="0" clrIdx="2129"/>
  <p:cmAuthor id="2131" name="Cristia" initials="C" lastIdx="0" clrIdx="2130"/>
  <p:cmAuthor id="2132" name="C＇est la vie" initials="C" lastIdx="0" clrIdx="2131"/>
  <p:cmAuthor id="2133" name="ZHOU" initials="Z" lastIdx="0" clrIdx="2132"/>
  <p:cmAuthor id="2134" name=" 李小存" initials=" " lastIdx="0" clrIdx="2133"/>
  <p:cmAuthor id="2135" name="金羊" initials="金" lastIdx="0" clrIdx="2134"/>
  <p:cmAuthor id="2136" name="茫茫" initials="茫" lastIdx="0" clrIdx="2135"/>
  <p:cmAuthor id="2137" name="阿豆子妹妹" initials="阿" lastIdx="0" clrIdx="2136"/>
  <p:cmAuthor id="2138" name="Mercy" initials="M" lastIdx="0" clrIdx="2137"/>
  <p:cmAuthor id="2139" name="Astronaut" initials="A" lastIdx="0" clrIdx="2138"/>
  <p:cmAuthor id="2140" name="DANDAN" initials="D" lastIdx="0" clrIdx="2139"/>
  <p:cmAuthor id="2141" name="Mr…赵" initials="M" lastIdx="0" clrIdx="2140"/>
  <p:cmAuthor id="2142" name="薛刚" initials="薛" lastIdx="0" clrIdx="2141"/>
  <p:cmAuthor id="2143" name="taikang" initials="t" lastIdx="0" clrIdx="2142"/>
  <p:cmAuthor id="2144" name="gaoxm01" initials="g" lastIdx="0" clrIdx="2143"/>
  <p:cmAuthor id="2145" name="远 姚" initials="远" lastIdx="0" clrIdx="2144"/>
  <p:cmAuthor id="2146" name="Kristi Heim" initials="K" lastIdx="0" clrIdx="2145"/>
  <p:cmAuthor id="2147" name="小豆豆" initials="小" lastIdx="0" clrIdx="2146"/>
  <p:cmAuthor id="2148" name="小馨 " initials="小" lastIdx="0" clrIdx="2147"/>
  <p:cmAuthor id="2149" name="卢宝燕" initials="卢" lastIdx="0" clrIdx="2148"/>
  <p:cmAuthor id="484542107" name="太平林" initials="太" lastIdx="1" clrIdx="1268"/>
  <p:cmAuthor id="2150" name="chenhxc" initials="c" lastIdx="0" clrIdx="2149"/>
  <p:cmAuthor id="2151" name="范 军" initials="范" lastIdx="0" clrIdx="2150"/>
  <p:cmAuthor id="2152" name="A圆周率财务13387312475" initials="A" lastIdx="0" clrIdx="2151"/>
  <p:cmAuthor id="2153" name="美景" initials="美" lastIdx="0" clrIdx="2152"/>
  <p:cmAuthor id="2154" name="Xue 坤" initials="X" lastIdx="0" clrIdx="2153"/>
  <p:cmAuthor id="2155" name="楠木青城°" initials="楠" lastIdx="0" clrIdx="2154"/>
  <p:cmAuthor id="2156" name="WPS_1468503736" initials="W" lastIdx="0" clrIdx="2155"/>
  <p:cmAuthor id="2157" name="Wisteria" initials="W" lastIdx="0" clrIdx="2156"/>
  <p:cmAuthor id="2158" name="冯依林" initials="冯" lastIdx="0" clrIdx="2157"/>
  <p:cmAuthor id="2159" name="刘建新" initials="刘" lastIdx="0" clrIdx="2158"/>
  <p:cmAuthor id="2160" name="缪" initials="缪" lastIdx="0" clrIdx="2159"/>
  <p:cmAuthor id="2161" name="耗子" initials="耗" lastIdx="0" clrIdx="2160"/>
  <p:cmAuthor id="2162" name="欢乐马" initials="欢" lastIdx="0" clrIdx="2161"/>
  <p:cmAuthor id="2163" name="赵升" initials="赵" lastIdx="0" clrIdx="2162"/>
  <p:cmAuthor id="2164" name="Wendy" initials="W" lastIdx="0" clrIdx="2163"/>
  <p:cmAuthor id="2165" name="黄黄" initials="黄" lastIdx="0" clrIdx="2164"/>
  <p:cmAuthor id="2166" name="老叶" initials="老" lastIdx="0" clrIdx="2165"/>
  <p:cmAuthor id="2167" name="程谭" initials="程" lastIdx="0" clrIdx="2166"/>
  <p:cmAuthor id="2168" name="源源" initials="源" lastIdx="0" clrIdx="2167"/>
  <p:cmAuthor id="2169" name="YCL" initials="Y" lastIdx="0" clrIdx="2168"/>
  <p:cmAuthor id="2170" name=" 郭玉婷" initials=" " lastIdx="0" clrIdx="2169"/>
  <p:cmAuthor id="2171" name="梦瑶" initials="梦" lastIdx="0" clrIdx="2170"/>
  <p:cmAuthor id="2172" name="戚静秋" initials="戚" lastIdx="0" clrIdx="2171"/>
  <p:cmAuthor id="2173" name="陌上花开" initials="陌" lastIdx="0" clrIdx="2172"/>
  <p:cmAuthor id="2174" name="杨珺" initials="杨" lastIdx="0" clrIdx="2173"/>
  <p:cmAuthor id="2175" name="邋遢小公主" initials="邋" lastIdx="0" clrIdx="2174"/>
  <p:cmAuthor id="2176" name="初❤️sophia" initials="初" lastIdx="0" clrIdx="2175"/>
  <p:cmAuthor id="2177" name="dreadnaught" initials="d" lastIdx="0" clrIdx="2176"/>
  <p:cmAuthor id="2178" name="珂珂" initials="珂" lastIdx="0" clrIdx="2177"/>
  <p:cmAuthor id="2179" name="张雪" initials="张" lastIdx="0" clrIdx="2178"/>
  <p:cmAuthor id="2180" name="wjy" initials="w" lastIdx="0" clrIdx="2179"/>
  <p:cmAuthor id="2181" name="郭超" initials="gc" lastIdx="0" clrIdx="2180"/>
  <p:cmAuthor id="2182" name="礼品" initials="礼" lastIdx="0" clrIdx="2181"/>
  <p:cmAuthor id="2183" name="茜～茜☆姐" initials="茜" lastIdx="0" clrIdx="2182"/>
  <p:cmAuthor id="562976535" name="衣腾" initials="衣" lastIdx="1" clrIdx="996"/>
  <p:cmAuthor id="2184" name="黄锐" initials="黄" lastIdx="0" clrIdx="2183"/>
  <p:cmAuthor id="2185" name="xn_chenying137" initials="x" lastIdx="0" clrIdx="2184"/>
  <p:cmAuthor id="2186" name="陈波冰" initials="陈" lastIdx="0" clrIdx="2185"/>
  <p:cmAuthor id="2187" name="zhaojing123" initials="z" lastIdx="0" clrIdx="2186"/>
  <p:cmAuthor id="2188" name="猫钰栋." initials="猫" lastIdx="0" clrIdx="2187"/>
  <p:cmAuthor id="2189" name="范文博" initials="范" lastIdx="0" clrIdx="2188"/>
  <p:cmAuthor id="2190" name="annry" initials="a" lastIdx="0" clrIdx="2189"/>
  <p:cmAuthor id="2192" name="端端" initials="端" lastIdx="0" clrIdx="2191"/>
  <p:cmAuthor id="2193" name="戴斌" initials="戴" lastIdx="0" clrIdx="2192"/>
  <p:cmAuthor id="2194" name="一鸣 周" initials="一" lastIdx="0" clrIdx="2193"/>
  <p:cmAuthor id="2195" name="gatk" initials="g" lastIdx="0" clrIdx="2194"/>
  <p:cmAuthor id="2196" name="刘亚东（江平）" initials="刘" lastIdx="0" clrIdx="2195"/>
  <p:cmAuthor id="2197" name="w." initials="w" lastIdx="0" clrIdx="2196"/>
  <p:cmAuthor id="2198" name="Ripcord  °" initials="R" lastIdx="0" clrIdx="2197"/>
  <p:cmAuthor id="2199" name="迪葵" initials="迪" lastIdx="0" clrIdx="2198"/>
  <p:cmAuthor id="2200" name="苏鹏飞" initials="苏" lastIdx="0" clrIdx="2199"/>
  <p:cmAuthor id="577827218" name="7864245" initials="7" lastIdx="6" clrIdx="1244"/>
  <p:cmAuthor id="2201" name="chenxiang28" initials="c" lastIdx="0" clrIdx="2200"/>
  <p:cmAuthor id="2202" name="10058" initials="1" lastIdx="0" clrIdx="2201"/>
  <p:cmAuthor id="2204" name="PC-Chinalife" initials="P" lastIdx="0" clrIdx="2203"/>
  <p:cmAuthor id="2205" name="15853" initials="1" lastIdx="0" clrIdx="2204"/>
  <p:cmAuthor id="2206" name="1971717159@qq.com" initials="1" lastIdx="0" clrIdx="2205"/>
  <p:cmAuthor id="299089624" name="会打奥特曼的小怪兽" initials="会" lastIdx="1" clrIdx="1246"/>
  <p:cmAuthor id="2207" name="li" initials="l" lastIdx="0" clrIdx="2206"/>
  <p:cmAuthor id="2208" name="yan" initials="y" lastIdx="0" clrIdx="2207"/>
  <p:cmAuthor id="2209" name="冯俊" initials="冯" lastIdx="0" clrIdx="2208"/>
  <p:cmAuthor id="2210" name="冯 俊" initials="冯" lastIdx="0" clrIdx="2209"/>
  <p:cmAuthor id="2211" name="于洪洲-ZLWD" initials="于" lastIdx="0" clrIdx="2210"/>
  <p:cmAuthor id="2212" name="韩晓" initials="韩" lastIdx="0" clrIdx="2211"/>
  <p:cmAuthor id="2213" name="小火车" initials="小" lastIdx="0" clrIdx="2212"/>
  <p:cmAuthor id="2214" name="jijn" initials="jijn" lastIdx="0" clrIdx="2213"/>
  <p:cmAuthor id="2215" name="阿多" initials="阿" lastIdx="0" clrIdx="2214"/>
  <p:cmAuthor id="2216" name="文向阳" initials="文" lastIdx="0" clrIdx="2215"/>
  <p:cmAuthor id="2217" name="Alina•曦曦" initials="A" lastIdx="0" clrIdx="2216"/>
  <p:cmAuthor id="2218" name="刘琦" initials="刘" lastIdx="0" clrIdx="2217"/>
  <p:cmAuthor id="2219" name="duyanna" initials="d" lastIdx="0" clrIdx="2218"/>
  <p:cmAuthor id="2220" name="叫我王均铭" initials="叫" lastIdx="0" clrIdx="2219"/>
  <p:cmAuthor id="2221" name="Jerry彩阅童书馆" initials="J" lastIdx="0" clrIdx="2220"/>
  <p:cmAuthor id="2222" name="袁天赐" initials="袁" lastIdx="0" clrIdx="2221"/>
  <p:cmAuthor id="2223" name="来富" initials="来" lastIdx="0" clrIdx="2222"/>
  <p:cmAuthor id="2224" name="王洋" initials="王" lastIdx="0" clrIdx="2223"/>
  <p:cmAuthor id="2225" name="yyq" initials="y" lastIdx="0" clrIdx="2224"/>
  <p:cmAuthor id="2226" name="zhangying133" initials="z" lastIdx="0" clrIdx="2225"/>
  <p:cmAuthor id="2227" name="gaosl09" initials="g" lastIdx="0" clrIdx="2226"/>
  <p:cmAuthor id="2228" name="Li, Shuainan" initials="L" lastIdx="0" clrIdx="2227"/>
  <p:cmAuthor id="2230" name="空气" initials="空" lastIdx="0" clrIdx="2229"/>
  <p:cmAuthor id="755555338" name="童敏" initials="童" lastIdx="1" clrIdx="1278"/>
  <p:cmAuthor id="2231" name="你会唱小星星吗" initials="你" lastIdx="0" clrIdx="2230"/>
  <p:cmAuthor id="2232" name="峰籽" initials="峰" lastIdx="0" clrIdx="2231"/>
  <p:cmAuthor id="2233" name="成海" initials="成" lastIdx="0" clrIdx="2232"/>
  <p:cmAuthor id="1628247267" name="8237476879" initials="8" lastIdx="1" clrIdx="1158"/>
  <p:cmAuthor id="394807091" name=" penny潘" initials=" " lastIdx="1" clrIdx="2"/>
  <p:cmAuthor id="2234" name="大猫" initials="大" lastIdx="0" clrIdx="2233"/>
  <p:cmAuthor id="2235" name="济宁段歌" initials="济" lastIdx="0" clrIdx="2234"/>
  <p:cmAuthor id="2236" name="Shiro" initials="S" lastIdx="0" clrIdx="2235"/>
  <p:cmAuthor id="2237" name="Sweivv" initials="S" lastIdx="0" clrIdx="2236"/>
  <p:cmAuthor id="2238" name="喜气洋洋" initials="喜" lastIdx="0" clrIdx="2237"/>
  <p:cmAuthor id="2239" name="孙晶晶" initials="孙" lastIdx="0" clrIdx="2238"/>
  <p:cmAuthor id="2240" name="一笑" initials="一" lastIdx="0" clrIdx="2239"/>
  <p:cmAuthor id="2241" name="wangdw11" initials="w" lastIdx="0" clrIdx="2240"/>
  <p:cmAuthor id="2242" name="吕游" initials="吕" lastIdx="0" clrIdx="2241"/>
  <p:cmAuthor id="2243" name="4622" initials="4" lastIdx="0" clrIdx="2242"/>
  <p:cmAuthor id="2244" name="张英超" initials="张英超" lastIdx="0" clrIdx="2243"/>
  <p:cmAuthor id="2245" name="席薇" initials="席" lastIdx="0" clrIdx="2244"/>
  <p:cmAuthor id="2246" name="阿堃" initials="阿" lastIdx="0" clrIdx="2245"/>
  <p:cmAuthor id="2247" name="liclly" initials="l" lastIdx="0" clrIdx="2246"/>
  <p:cmAuthor id="2248" name="." initials="." lastIdx="0" clrIdx="2247"/>
  <p:cmAuthor id="2249" name="马雪莲" initials="马" lastIdx="0" clrIdx="2248"/>
  <p:cmAuthor id="2250" name="蓝色。" initials="蓝" lastIdx="0" clrIdx="2249"/>
  <p:cmAuthor id="2251" name="李文静" initials="李" lastIdx="0" clrIdx="2250"/>
  <p:cmAuthor id="2252" name="譞譞" initials="譞" lastIdx="0" clrIdx="2251"/>
  <p:cmAuthor id="229661656" name="型男大叔" initials="型" lastIdx="1" clrIdx="1331"/>
  <p:cmAuthor id="2253" name="IO1385373002" initials="I" lastIdx="0" clrIdx="2252"/>
  <p:cmAuthor id="2254" name="YUYAO435" initials="Y" lastIdx="0" clrIdx="2253"/>
  <p:cmAuthor id="2255" name="SANGYUYANG615" initials="S" lastIdx="0" clrIdx="2254"/>
  <p:cmAuthor id="2256" name="杜俊河" initials="杜" lastIdx="0" clrIdx="2255"/>
  <p:cmAuthor id="2257" name="享受生活" initials="享" lastIdx="0" clrIdx="2256"/>
  <p:cmAuthor id="2258" name="赵思为" initials="赵" lastIdx="0" clrIdx="2257"/>
  <p:cmAuthor id="2259" name="谭燕华" initials="谭" lastIdx="0" clrIdx="2258"/>
  <p:cmAuthor id="2260" name="桃子" initials="桃" lastIdx="0" clrIdx="2259"/>
  <p:cmAuthor id="2261" name="Eleonora" initials="E" lastIdx="0" clrIdx="2260"/>
  <p:cmAuthor id="2262" name="Lea" initials="L" lastIdx="0" clrIdx="2261"/>
  <p:cmAuthor id="2263" name="Ma～梓尛" initials="M" lastIdx="0" clrIdx="2262"/>
  <p:cmAuthor id="2264" name="祇祗衹袛" initials="祇" lastIdx="0" clrIdx="2263"/>
  <p:cmAuthor id="2265" name="ningyo" initials="n" lastIdx="0" clrIdx="2264"/>
  <p:cmAuthor id="2266" name="海纳百川" initials="海" lastIdx="0" clrIdx="2265"/>
  <p:cmAuthor id="2267" name="高兴" initials="高" lastIdx="0" clrIdx="2266"/>
  <p:cmAuthor id="2268" name="王彩艳" initials="王" lastIdx="0" clrIdx="2267"/>
  <p:cmAuthor id="2270" name="牛奶要和巧克力做朋友" initials="牛" lastIdx="0" clrIdx="2269"/>
  <p:cmAuthor id="2271" name="魏力" initials="魏" lastIdx="0" clrIdx="2270"/>
  <p:cmAuthor id="2272" name=" 朱涛" initials=" " lastIdx="0" clrIdx="2271"/>
  <p:cmAuthor id="2273" name="era" initials="e" lastIdx="0" clrIdx="2272"/>
  <p:cmAuthor id="2274" name="杨星月" initials="杨" lastIdx="0" clrIdx="2273"/>
  <p:cmAuthor id="2275" name="WPS_1725416501" initials="W" lastIdx="0" clrIdx="2274"/>
  <p:cmAuthor id="2276" name="M:-I湄子～" initials="M" lastIdx="0" clrIdx="2275"/>
  <p:cmAuthor id="2277" name="HL Y" initials="H" lastIdx="0" clrIdx="2276"/>
  <p:cmAuthor id="2278" name="陈帅" initials="陈" lastIdx="0" clrIdx="2277"/>
  <p:cmAuthor id="2279" name="Mni" initials="M" lastIdx="0" clrIdx="2278"/>
  <p:cmAuthor id="2280" name="WPS_1651823446" initials="W" lastIdx="0" clrIdx="2279"/>
  <p:cmAuthor id="285034486" name="青灯" initials="青" lastIdx="3" clrIdx="1093"/>
  <p:cmAuthor id="2281" name="Icy" initials="I" lastIdx="0" clrIdx="2280"/>
  <p:cmAuthor id="2282" name="dove" initials="d" lastIdx="0" clrIdx="2281"/>
  <p:cmAuthor id="2283" name="MJ ✨" initials="M" lastIdx="0" clrIdx="2282"/>
  <p:cmAuthor id="2284" name="企业用户_248623753" initials="企" lastIdx="0" clrIdx="2283"/>
  <p:cmAuthor id="2285" name="谢衍豪" initials="谢衍豪" lastIdx="0" clrIdx="2284"/>
  <p:cmAuthor id="2286" name="tm" initials="t" lastIdx="0" clrIdx="2285"/>
  <p:cmAuthor id="2287" name="星星宇杰" initials="星" lastIdx="0" clrIdx="2286"/>
  <p:cmAuthor id="195697120" name="cmcc" initials="c" lastIdx="1" clrIdx="1212"/>
  <p:cmAuthor id="2288" name="κiζsヤ姚伟杰シ" initials="κ" lastIdx="0" clrIdx="2287"/>
  <p:cmAuthor id="2289" name="WPS_1716945864" initials="W" lastIdx="0" clrIdx="2288"/>
  <p:cmAuthor id="2290" name="田梦琦" initials="田" lastIdx="0" clrIdx="2289"/>
  <p:cmAuthor id="2291" name="LoonG" initials="L" lastIdx="0" clrIdx="2290"/>
  <p:cmAuthor id="2292" name="中国人寿何春华" initials="中" lastIdx="0" clrIdx="2291"/>
  <p:cmAuthor id="2293" name="知止" initials="知" lastIdx="0" clrIdx="2292"/>
  <p:cmAuthor id="2294" name="ENDLESS" initials="E" lastIdx="0" clrIdx="2293"/>
  <p:cmAuthor id="2295" name="王辰" initials="王" lastIdx="0" clrIdx="2294"/>
  <p:cmAuthor id="2296" name="8237476420" initials="8" lastIdx="0" clrIdx="2295"/>
  <p:cmAuthor id="2297" name="小马哥Dream" initials="小" lastIdx="0" clrIdx="2296"/>
  <p:cmAuthor id="2298" name="梁维欢" initials="梁" lastIdx="0" clrIdx="2297"/>
  <p:cmAuthor id="2299" name="保定「崔文明」" initials="保" lastIdx="0" clrIdx="2298"/>
  <p:cmAuthor id="2300" name="青年禾俊" initials="青" lastIdx="0" clrIdx="2299"/>
  <p:cmAuthor id="2301" name="金玉" initials="金" lastIdx="0" clrIdx="2300"/>
  <p:cmAuthor id="2302" name="Minibear" initials="M" lastIdx="0" clrIdx="2301"/>
  <p:cmAuthor id="2303" name="ywp" initials="y" lastIdx="0" clrIdx="2302"/>
  <p:cmAuthor id="2304" name="楠楠" initials="楠" lastIdx="0" clrIdx="2303"/>
  <p:cmAuthor id="2305" name="人贵以专" initials="人" lastIdx="0" clrIdx="2304"/>
  <p:cmAuthor id="2306" name="A吕良-太平保险" initials="A" lastIdx="0" clrIdx="2305"/>
  <p:cmAuthor id="2307" name="昊子" initials="昊" lastIdx="0" clrIdx="2306"/>
  <p:cmAuthor id="1029658345" name="朱莹" initials="朱" lastIdx="1" clrIdx="1287"/>
  <p:cmAuthor id="2308" name="WPS_1493975009" initials="W" lastIdx="0" clrIdx="2307"/>
  <p:cmAuthor id="2309" name="段小飞" initials="段" lastIdx="0" clrIdx="2308"/>
  <p:cmAuthor id="2310" name="大川" initials="大" lastIdx="0" clrIdx="2309"/>
  <p:cmAuthor id="2311" name="微笑扌奄飾悲伤" initials="微" lastIdx="0" clrIdx="2310"/>
  <p:cmAuthor id="2312" name="F肥宝er" initials="F" lastIdx="0" clrIdx="2311"/>
  <p:cmAuthor id="2313" name="半倚深秋" initials="半" lastIdx="0" clrIdx="2312"/>
  <p:cmAuthor id="774051369" name="廖先生" initials="廖" lastIdx="1" clrIdx="1299"/>
  <p:cmAuthor id="2314" name="Adeline" initials="A" lastIdx="0" clrIdx="2313"/>
  <p:cmAuthor id="2315" name="abracadabra" initials="a" lastIdx="0" clrIdx="2314"/>
  <p:cmAuthor id="2316" name="宁庆丽" initials="宁" lastIdx="0" clrIdx="2315"/>
  <p:cmAuthor id="2317" name="高跟鞋的暧昧" initials="" lastIdx="0" clrIdx="2316"/>
  <p:cmAuthor id="2318" name="鬼目" initials="鬼" lastIdx="0" clrIdx="2317"/>
  <p:cmAuthor id="2319" name="嗯" initials="嗯" lastIdx="0" clrIdx="2318"/>
  <p:cmAuthor id="2320" name="90年后的今天" initials="9" lastIdx="0" clrIdx="2319"/>
  <p:cmAuthor id="194441519" name="煮酒论捭阖" initials="煮" lastIdx="1" clrIdx="736"/>
  <p:cmAuthor id="2321" name="Sun" initials="S" lastIdx="0" clrIdx="2320"/>
  <p:cmAuthor id="2322" name="平行宇宙" initials="平" lastIdx="0" clrIdx="2321"/>
  <p:cmAuthor id="2323" name="李志平sam" initials="李" lastIdx="0" clrIdx="2322"/>
  <p:cmAuthor id="2324" name="FionaShu" initials="F" lastIdx="0" clrIdx="2323"/>
  <p:cmAuthor id="2325" name="套马滴汉子" initials="套" lastIdx="0" clrIdx="2324"/>
  <p:cmAuthor id="2326" name="小雨点" initials="小" lastIdx="0" clrIdx="2325"/>
  <p:cmAuthor id="2327" name="秋秋秋秋秋天" initials="秋" lastIdx="0" clrIdx="2326"/>
  <p:cmAuthor id="2328" name="大地流星" initials="大" lastIdx="0" clrIdx="2327"/>
  <p:cmAuthor id="2329" name="笑笑滴麻麻" initials="笑" lastIdx="0" clrIdx="2328"/>
  <p:cmAuthor id="2330" name="苏泊尔 乐扣 八马茶叶 比得兔-范" initials="苏" lastIdx="0" clrIdx="2329"/>
  <p:cmAuthor id="2331" name="范范同学是羽蒙" initials="范" lastIdx="0" clrIdx="2330"/>
  <p:cmAuthor id="2332" name="王立军" initials="王" lastIdx="0" clrIdx="2331"/>
  <p:cmAuthor id="2333" name="WPS_1608624619" initials="W" lastIdx="0" clrIdx="2332"/>
  <p:cmAuthor id="2334" name="hxj" initials="h" lastIdx="0" clrIdx="2333"/>
  <p:cmAuthor id="2335" name="默啊默" initials="默" lastIdx="0" clrIdx="2334"/>
  <p:cmAuthor id="2336" name="周周" initials="周" lastIdx="0" clrIdx="2335"/>
  <p:cmAuthor id="2337" name="bo BO" initials="b" lastIdx="0" clrIdx="2336"/>
  <p:cmAuthor id="2338" name="天天向上" initials="天" lastIdx="0" clrIdx="2337"/>
  <p:cmAuthor id="2339" name="孟钢" initials="孟" lastIdx="0" clrIdx="2338"/>
  <p:cmAuthor id="2340" name="李伟" initials="李" lastIdx="0" clrIdx="2339"/>
  <p:cmAuthor id="2341" name="赵梓含" initials="赵" lastIdx="0" clrIdx="2340"/>
  <p:cmAuthor id="2342" name="丽君" initials="丽" lastIdx="0" clrIdx="2341"/>
  <p:cmAuthor id="2343" name="^_^瑶瑶" initials="^" lastIdx="0" clrIdx="2342"/>
  <p:cmAuthor id="2344" name="周周什么峰" initials="周" lastIdx="0" clrIdx="2343"/>
  <p:cmAuthor id="2345" name="赵倩" initials="赵" lastIdx="0" clrIdx="2344"/>
  <p:cmAuthor id="2346" name="沈晖 中国太平" initials="沈" lastIdx="0" clrIdx="2345"/>
  <p:cmAuthor id="2347" name="申勇" initials="申" lastIdx="0" clrIdx="2346"/>
  <p:cmAuthor id="2348" name="Dee（TDJ）" initials="D" lastIdx="0" clrIdx="2347"/>
  <p:cmAuthor id="2349" name="，(=￣ ρ￣=) ..zzZZ困" initials="，" lastIdx="0" clrIdx="2348"/>
  <p:cmAuthor id="2350" name="住城堡" initials="住" lastIdx="0" clrIdx="2349"/>
  <p:cmAuthor id="2351" name="Joanna.張" initials="J" lastIdx="0" clrIdx="2350"/>
  <p:cmAuthor id="2352" name="yuyang0308.tpl" initials="y" lastIdx="0" clrIdx="2351"/>
  <p:cmAuthor id="2353" name="锅盖头" initials="锅" lastIdx="0" clrIdx="2352"/>
  <p:cmAuthor id="2354" name="信守一生" initials="信" lastIdx="0" clrIdx="2353"/>
  <p:cmAuthor id="2355" name="绿洲" initials="绿" lastIdx="0" clrIdx="2354"/>
  <p:cmAuthor id="2356" name="吕小祥" initials="吕" lastIdx="0" clrIdx="2355"/>
  <p:cmAuthor id="2357" name="朱子和" initials="朱" lastIdx="0" clrIdx="2356"/>
  <p:cmAuthor id="2358" name="安吉麗娜" initials="安" lastIdx="0" clrIdx="2357"/>
  <p:cmAuthor id="2359" name="易小俗" initials="易" lastIdx="0" clrIdx="2358"/>
  <p:cmAuthor id="2360" name="ZhouQQ" initials="Z" lastIdx="0" clrIdx="2359"/>
  <p:cmAuthor id="2361" name="周正" initials="周" lastIdx="0" clrIdx="2360"/>
  <p:cmAuthor id="2362" name="曹虾虾" initials="曹" lastIdx="0" clrIdx="2361"/>
  <p:cmAuthor id="367429796" name="斐斐" initials="斐" lastIdx="1" clrIdx="1385"/>
  <p:cmAuthor id="2363" name="Endless-killing" initials="E" lastIdx="0" clrIdx="2362"/>
  <p:cmAuthor id="674915500" name="孟群航" initials="孟" lastIdx="1" clrIdx="6"/>
  <p:cmAuthor id="2364" name="mo溪" initials="m" lastIdx="0" clrIdx="2363"/>
  <p:cmAuthor id="2365" name="WPS_1714981614" initials="W" lastIdx="0" clrIdx="2364"/>
  <p:cmAuthor id="2366" name=".O.Странн.о" initials="." lastIdx="0" clrIdx="2365"/>
  <p:cmAuthor id="2367" name="武海丽" initials="武" lastIdx="0" clrIdx="2366"/>
  <p:cmAuthor id="2368" name="王馨怡" initials="王" lastIdx="0" clrIdx="2367"/>
  <p:cmAuthor id="2369" name="杪霜" initials="杪" lastIdx="0" clrIdx="2368"/>
  <p:cmAuthor id="2370" name="*木子xiaoお" initials="*" lastIdx="0" clrIdx="2369"/>
  <p:cmAuthor id="2371" name="一川烟草" initials="一" lastIdx="0" clrIdx="2370"/>
  <p:cmAuthor id="2372" name="陈思然" initials="陈" lastIdx="0" clrIdx="2371"/>
  <p:cmAuthor id="2373" name="杜中敏" initials="杜" lastIdx="0" clrIdx="2372"/>
  <p:cmAuthor id="2374" name="继续睡" initials="继" lastIdx="0" clrIdx="2373"/>
  <p:cmAuthor id="2375" name="156****4961" initials="1" lastIdx="0" clrIdx="2374"/>
  <p:cmAuthor id="2376" name="挑剔" initials="挑" lastIdx="0" clrIdx="2375"/>
  <p:cmAuthor id="2377" name="LJ" initials="L" lastIdx="0" clrIdx="2376"/>
  <p:cmAuthor id="2378" name="高逢" initials="高" lastIdx="0" clrIdx="2377"/>
  <p:cmAuthor id="2379" name="进红" initials="进" lastIdx="0" clrIdx="2378"/>
  <p:cmAuthor id="2380" name="阳阳～" initials="阳" lastIdx="0" clrIdx="2379"/>
  <p:cmAuthor id="2381" name="LO_Zz" initials="L" lastIdx="0" clrIdx="2380"/>
  <p:cmAuthor id="2382" name="lizhihui-007" initials="l" lastIdx="0" clrIdx="2381"/>
  <p:cmAuthor id="2383" name="盼哒" initials="盼" lastIdx="0" clrIdx="2382"/>
  <p:cmAuthor id="2384" name="104550268@qq.com" initials="1" lastIdx="0" clrIdx="2383"/>
  <p:cmAuthor id="2385" name="何玮亚" initials="何" lastIdx="0" clrIdx="2384"/>
  <p:cmAuthor id="2386" name="郭凯" initials="郭" lastIdx="0" clrIdx="2385"/>
  <p:cmAuthor id="2387" name="caohw" initials="c" lastIdx="0" clrIdx="2386"/>
  <p:cmAuthor id="2388" name="胡冰清" initials="胡冰清" lastIdx="0" clrIdx="2387"/>
  <p:cmAuthor id="2389" name="聪" initials="聪" lastIdx="0" clrIdx="2388"/>
  <p:cmAuthor id="2390" name="秦颖" initials="秦" lastIdx="0" clrIdx="2389"/>
  <p:cmAuthor id="2392" name="WPS_1665985342" initials="W" lastIdx="0" clrIdx="2391"/>
  <p:cmAuthor id="2393" name="chenyuhan" initials="c" lastIdx="0" clrIdx="2392"/>
  <p:cmAuthor id="2394" name="李毅敏" initials="李" lastIdx="0" clrIdx="2393"/>
  <p:cmAuthor id="2395" name="wangqd07" initials="w" lastIdx="0" clrIdx="2394"/>
  <p:cmAuthor id="2396" name="马兴隆" initials="马" lastIdx="0" clrIdx="2395"/>
  <p:cmAuthor id="2399" name="不抛弃不放弃" initials="不" lastIdx="0" clrIdx="2398"/>
  <p:cmAuthor id="2400" name="王玉鑫" initials="王" lastIdx="0" clrIdx="2399"/>
  <p:cmAuthor id="258584117" name="解颖" initials="解" lastIdx="1" clrIdx="3"/>
  <p:cmAuthor id="2401" name="王过儿" initials="王" lastIdx="0" clrIdx="2400"/>
  <p:cmAuthor id="2402" name="➰。naive" initials="➰" lastIdx="0" clrIdx="2401"/>
  <p:cmAuthor id="2403" name="牧谣" initials="牧" lastIdx="0" clrIdx="2402"/>
  <p:cmAuthor id="2404" name="赵长红" initials="赵" lastIdx="0" clrIdx="2403"/>
  <p:cmAuthor id="2405" name="张建微（中国太平）" initials="张" lastIdx="0" clrIdx="2404"/>
  <p:cmAuthor id="2406" name="WPS_1615697703" initials="W" lastIdx="0" clrIdx="2405"/>
  <p:cmAuthor id="2407" name="Lumos" initials="L" lastIdx="0" clrIdx="2406"/>
  <p:cmAuthor id="1366625250" name="Andy" initials="A" lastIdx="1" clrIdx="1267"/>
  <p:cmAuthor id="2408" name="爱喝酸奶的短发Boy" initials="爱" lastIdx="0" clrIdx="2407"/>
  <p:cmAuthor id="2409" name="诗远" initials="诗" lastIdx="0" clrIdx="2408"/>
  <p:cmAuthor id="2410" name="23688" initials="2" lastIdx="0" clrIdx="2409"/>
  <p:cmAuthor id="2411" name="Avery" initials="A" lastIdx="0" clrIdx="2410"/>
  <p:cmAuthor id="2412" name="派大星" initials="派" lastIdx="0" clrIdx="2411"/>
  <p:cmAuthor id="441821231" name="Ruu" initials="R" lastIdx="1" clrIdx="1340"/>
  <p:cmAuthor id="2413" name="汪皞东" initials="汪" lastIdx="0" clrIdx="2412"/>
  <p:cmAuthor id="2414" name="nick" initials="n" lastIdx="0" clrIdx="2413"/>
  <p:cmAuthor id="2415" name="养乐多" initials="养" lastIdx="0" clrIdx="2414"/>
  <p:cmAuthor id="2416" name="CHENMEIQI002" initials="C" lastIdx="0" clrIdx="2415"/>
  <p:cmAuthor id="2417" name="LIUZIDAN095" initials="L" lastIdx="0" clrIdx="2416"/>
  <p:cmAuthor id="2418" name="逝水无痕" initials="逝" lastIdx="0" clrIdx="2417"/>
  <p:cmAuthor id="2419" name="13922371695" initials="1" lastIdx="0" clrIdx="2418"/>
  <p:cmAuthor id="2420" name="WPS_1371675162" initials="W" lastIdx="0" clrIdx="2419"/>
  <p:cmAuthor id="2421" name="胡亚新" initials="胡" lastIdx="0" clrIdx="2420"/>
  <p:cmAuthor id="2422" name="WPS_1479264988" initials="W" lastIdx="0" clrIdx="2421"/>
  <p:cmAuthor id="2423" name="淳光凤" initials="淳" lastIdx="0" clrIdx="2422"/>
  <p:cmAuthor id="2424" name="企业用户_307889315" initials="企" lastIdx="0" clrIdx="2423"/>
  <p:cmAuthor id="2425" name="WPS_1650255372" initials="W" lastIdx="0" clrIdx="2424"/>
  <p:cmAuthor id="2426" name="ั͡尐 ั͡志 ั͡ ั͡✾" initials="ั" lastIdx="0" clrIdx="2425"/>
  <p:cmAuthor id="2427" name="三喵" initials="三" lastIdx="0" clrIdx="2426"/>
  <p:cmAuthor id="2428" name="潜望南溟" initials="潜" lastIdx="0" clrIdx="2427"/>
  <p:cmAuthor id="2429" name="蓝色素描" initials="蓝" lastIdx="0" clrIdx="2428"/>
  <p:cmAuthor id="2430" name="。" initials="。" lastIdx="0" clrIdx="2429"/>
  <p:cmAuthor id="2431" name="paul xie" initials="px" lastIdx="0" clrIdx="2430"/>
  <p:cmAuthor id="2432" name="郭子钰" initials="郭子钰" lastIdx="0" clrIdx="2431"/>
  <p:cmAuthor id="2433" name="♥ 偶尔" initials="♥" lastIdx="0" clrIdx="2432"/>
  <p:cmAuthor id="2434" name="" initials="" lastIdx="0" clrIdx="2433"/>
  <p:cmAuthor id="2435" name="wangxixi-002" initials="w" lastIdx="0" clrIdx="2434"/>
  <p:cmAuthor id="2436" name="汤川学。" initials="汤" lastIdx="0" clrIdx="2435"/>
  <p:cmAuthor id="2437" name="丫子" initials="丫" lastIdx="0" clrIdx="2436"/>
  <p:cmAuthor id="2438" name="白彬" initials="白" lastIdx="0" clrIdx="2437"/>
  <p:cmAuthor id="2439" name="雷婷婷" initials="雷" lastIdx="0" clrIdx="2438"/>
  <p:cmAuthor id="2440" name="谷军龙" initials="谷" lastIdx="0" clrIdx="2439"/>
  <p:cmAuthor id="2441" name="Miamor" initials="M" lastIdx="0" clrIdx="2440"/>
  <p:cmAuthor id="2442" name="张婧" initials="张" lastIdx="0" clrIdx="2441"/>
  <p:cmAuthor id="2443" name="WPS_1638506234" initials="W" lastIdx="0" clrIdx="2442"/>
  <p:cmAuthor id="2444" name="左边" initials="左" lastIdx="0" clrIdx="2443"/>
  <p:cmAuthor id="2445" name="★、南加洲。不落雨——" initials="★" lastIdx="0" clrIdx="2444"/>
  <p:cmAuthor id="2446" name="zhengyadan" initials="z" lastIdx="0" clrIdx="2445"/>
  <p:cmAuthor id="2447" name="wanghe-004" initials="w" lastIdx="0" clrIdx="2446"/>
  <p:cmAuthor id="2448" name="zml" initials="z" lastIdx="0" clrIdx="2447"/>
  <p:cmAuthor id="2450" name="安若浅溪" initials="安" lastIdx="0" clrIdx="2449"/>
  <p:cmAuthor id="2451" name="王海峰" initials="王" lastIdx="0" clrIdx="2450"/>
  <p:cmAuthor id="2452" name="梨涡浅笑" initials="梨" lastIdx="0" clrIdx="2451"/>
  <p:cmAuthor id="2453" name="孙兆宁" initials="孙" lastIdx="0" clrIdx="2452"/>
  <p:cmAuthor id="2454" name="北冥有鱼" initials="北" lastIdx="0" clrIdx="2453"/>
  <p:cmAuthor id="2455" name="曹宇" initials="曹" lastIdx="0" clrIdx="2454"/>
  <p:cmAuthor id="2456" name="SUNCHEN329" initials="S" lastIdx="0" clrIdx="2455"/>
  <p:cmAuthor id="2457" name="ʚ雪妹ɞ" initials="ʚ" lastIdx="0" clrIdx="2456"/>
  <p:cmAuthor id="292785428" name="姗姗来迟" initials="姗" lastIdx="1" clrIdx="1314"/>
  <p:cmAuthor id="293170015" name="葛玉娟" initials="葛" lastIdx="1536286" clrIdx="0"/>
  <p:cmAuthor id="293170016" name="Zhiming Wei/CHN" initials="ZW" lastIdx="1" clrIdx="10"/>
  <p:cmAuthor id="293170017" name="wei zhiming" initials="wz" lastIdx="2" clrIdx="25"/>
  <p:cmAuthor id="450692944" name="贝贝" initials="贝" lastIdx="2" clrIdx="1338"/>
  <p:cmAuthor id="2516" name="熊耀鹏" initials="熊耀鹏" lastIdx="0" clrIdx="2515"/>
  <p:cmAuthor id="2517" name="田颖" initials="田颖" lastIdx="0" clrIdx="2516"/>
  <p:cmAuthor id="2519" name="Mz" initials="M" lastIdx="0" clrIdx="2518"/>
  <p:cmAuthor id="2520" name="zhenwb" initials="" lastIdx="0" clrIdx="2519"/>
  <p:cmAuthor id="2521" name="未知用户22" initials="未" lastIdx="0" clrIdx="2520"/>
  <p:cmAuthor id="2522" name="PPTer_Tang" initials="P" lastIdx="0" clrIdx="2521"/>
  <p:cmAuthor id="2523" name="季玉洁" initials="季" lastIdx="0" clrIdx="2522"/>
  <p:cmAuthor id="2527" name="Wang, Cherry-J" initials="W" lastIdx="0" clrIdx="2526"/>
  <p:cmAuthor id="2528" name="吕震" initials="吕" lastIdx="0" clrIdx="2527"/>
  <p:cmAuthor id="297430010" name="书" initials="书" lastIdx="2" clrIdx="1146"/>
  <p:cmAuthor id="2529" name="卫天一" initials="卫" lastIdx="0" clrIdx="2528"/>
  <p:cmAuthor id="2531" name="杨涛-lah" initials="杨" lastIdx="0" clrIdx="2530"/>
  <p:cmAuthor id="2534" name="陈 橙橙" initials="陈" lastIdx="0" clrIdx="2533"/>
  <p:cmAuthor id="2536" name="朱粒" initials="朱" lastIdx="0" clrIdx="2535"/>
  <p:cmAuthor id="2537" name="xbany" initials="x" lastIdx="0" clrIdx="2536"/>
  <p:cmAuthor id="2538" name="邓蓉榕" initials="邓" lastIdx="0" clrIdx="2537"/>
  <p:cmAuthor id="509148977" name="晨晓" initials="晨" lastIdx="1" clrIdx="1280"/>
  <p:cmAuthor id="2539" name="Windows" initials="W" lastIdx="0" clrIdx="2538"/>
  <p:cmAuthor id="2544" name="未知用户27" initials="未" lastIdx="0" clrIdx="2543"/>
  <p:cmAuthor id="1146610041" name="ʚ吴倩ɞ" initials="ʚ" lastIdx="1" clrIdx="0"/>
  <p:cmAuthor id="2547" name="jiaru tiger" initials="jt" lastIdx="0" clrIdx="2546"/>
  <p:cmAuthor id="2548" name="zhao wei" initials="z" lastIdx="0" clrIdx="2547"/>
  <p:cmAuthor id="2550" name="未知用户19" initials="未" lastIdx="0" clrIdx="2549"/>
  <p:cmAuthor id="2551" name="Olivia Fung" initials="O" lastIdx="0" clrIdx="2550"/>
  <p:cmAuthor id="2552" name="郭书含" initials="郭" lastIdx="0" clrIdx="2551"/>
  <p:cmAuthor id="2555" name="未知用户13" initials="未" lastIdx="0" clrIdx="2554"/>
  <p:cmAuthor id="2556" name="tkyan" initials="t" lastIdx="0" clrIdx="2555"/>
  <p:cmAuthor id="2558" name="刘云轩" initials="刘" lastIdx="0" clrIdx="2557"/>
  <p:cmAuthor id="2559" name="chenmy" initials="c" lastIdx="0" clrIdx="2558"/>
  <p:cmAuthor id="2560" name="未知用户56" initials="未" lastIdx="0" clrIdx="2559"/>
  <p:cmAuthor id="2564" name="陈文华" initials="u" lastIdx="0" clrIdx="2563"/>
  <p:cmAuthor id="2565" name="ZhengShilei" initials="Z" lastIdx="0" clrIdx="2564"/>
  <p:cmAuthor id="215370093" name="孔永威" initials="孔" lastIdx="1" clrIdx="1198"/>
  <p:cmAuthor id="2568" name="未知用户191" initials="未" lastIdx="0" clrIdx="2567"/>
  <p:cmAuthor id="2570" name="You Zhou" initials="YZ" lastIdx="0" clrIdx="2569"/>
  <p:cmAuthor id="2571" name="HuaZai33" initials="H" lastIdx="0" clrIdx="2570"/>
  <p:cmAuthor id="2576" name="A" initials="A" lastIdx="0" clrIdx="2575"/>
  <p:cmAuthor id="2577" name="沈 霏" initials="沈" lastIdx="0" clrIdx="2576"/>
  <p:cmAuthor id="2581" name="123" initials="1" lastIdx="0" clrIdx="2580"/>
  <p:cmAuthor id="2582" name="A1832" initials="A" lastIdx="0" clrIdx="2581"/>
  <p:cmAuthor id="2584" name="张辉" initials="张" lastIdx="0" clrIdx="2583"/>
  <p:cmAuthor id="2585" name="邹 宏松" initials="邹" lastIdx="0" clrIdx="2584"/>
  <p:cmAuthor id="2586" name="未知用户451" initials="未" lastIdx="0" clrIdx="2585"/>
  <p:cmAuthor id="2588" name="未知用户112" initials="未" lastIdx="0" clrIdx="2587"/>
  <p:cmAuthor id="2589" name="钱 伟强" initials="钱" lastIdx="0" clrIdx="2588"/>
  <p:cmAuthor id="2592" name="YU" initials="Y" lastIdx="0" clrIdx="2591"/>
  <p:cmAuthor id="2594" name="lingshou" initials="l" lastIdx="0" clrIdx="2593"/>
  <p:cmAuthor id="2595" name="ming qiu" initials="m" lastIdx="0" clrIdx="2594"/>
  <p:cmAuthor id="2596" name="巧克力" initials="巧" lastIdx="0" clrIdx="2595"/>
  <p:cmAuthor id="2597" name="瞿 梅" initials="瞿" lastIdx="0" clrIdx="2596"/>
  <p:cmAuthor id="2598" name="zhushubing" initials="z" lastIdx="0" clrIdx="2597"/>
  <p:cmAuthor id="2599" name="超'S 康皮呦特儿" initials="超" lastIdx="0" clrIdx="2598"/>
  <p:cmAuthor id="2601" name="孙现民" initials="孙" lastIdx="0" clrIdx="2600"/>
  <p:cmAuthor id="2605" name="wangqi01-lhe" initials="w" lastIdx="0" clrIdx="2604"/>
  <p:cmAuthor id="2606" name="黄梅" initials="黄" lastIdx="0" clrIdx="2605"/>
  <p:cmAuthor id="2608" name="cindyhycai@hsbc.com.cn" initials="c" lastIdx="0" clrIdx="2607"/>
  <p:cmAuthor id="2609" name="教育培训部" initials="教" lastIdx="0" clrIdx="2608"/>
  <p:cmAuthor id="2610" name="TP" initials="T" lastIdx="0" clrIdx="2609"/>
  <p:cmAuthor id="336969415" name="静若繁花" initials="静" lastIdx="1" clrIdx="1327"/>
  <p:cmAuthor id="2611" name="yi'da'su" initials="y" lastIdx="0" clrIdx="2610"/>
  <p:cmAuthor id="2612" name="新笔记本电脑二" initials="新" lastIdx="0" clrIdx="2611"/>
  <p:cmAuthor id="2613" name="wangyi" initials="w" lastIdx="0" clrIdx="2612"/>
  <p:cmAuthor id="310078471" name="飞博士™" initials="飞" lastIdx="1" clrIdx="1100"/>
  <p:cmAuthor id="2614" name="邓 舒囡" initials="邓" lastIdx="0" clrIdx="2613"/>
  <p:cmAuthor id="2616" name="Think" initials="T" lastIdx="0" clrIdx="2615"/>
  <p:cmAuthor id="2617" name="86151" initials="8" lastIdx="0" clrIdx="2616"/>
  <p:cmAuthor id="2618" name="liuyao" initials="l" lastIdx="0" clrIdx="2617"/>
  <p:cmAuthor id="2620" name="guanliyuan" initials="g" lastIdx="0" clrIdx="2619"/>
  <p:cmAuthor id="2621" name="王骏楷" initials="王" lastIdx="0" clrIdx="2620"/>
  <p:cmAuthor id="2622" name="兖州" initials="兖" lastIdx="0" clrIdx="2621"/>
  <p:cmAuthor id="2623" name="Tp" initials="T" lastIdx="0" clrIdx="2622"/>
  <p:cmAuthor id="2624" name="达里奥" initials="达" lastIdx="0" clrIdx="2623"/>
  <p:cmAuthor id="2625" name="wangsj0429" initials="w" lastIdx="0" clrIdx="2624"/>
  <p:cmAuthor id="2626" name="高立启" initials="高" lastIdx="0" clrIdx="2625"/>
  <p:cmAuthor id="2628" name="Zhang, Teresa-Y" initials="Z" lastIdx="0" clrIdx="2627"/>
  <p:cmAuthor id="2629" name="yuanwz02" initials="y" lastIdx="0" clrIdx="2628"/>
  <p:cmAuthor id="2638" name="minad" initials="m" lastIdx="0" clrIdx="2637"/>
  <p:cmAuthor id="2639" name="chenjy" initials="c" lastIdx="0" clrIdx="2638"/>
  <p:cmAuthor id="2640" name="zhoujw08" initials="z" lastIdx="0" clrIdx="2639"/>
  <p:cmAuthor id="2641" name="王伟光" initials="王" lastIdx="0" clrIdx="2640"/>
  <p:cmAuthor id="2642" name="zhongwen01" initials="z" lastIdx="0" clrIdx="2641"/>
  <p:cmAuthor id="2643" name="猪小果的小本本" initials="猪" lastIdx="0" clrIdx="2642"/>
  <p:cmAuthor id="2645" name="亮" initials="亮" lastIdx="0" clrIdx="2644"/>
  <p:cmAuthor id="2646" name="wangsl10" initials="w" lastIdx="0" clrIdx="2645"/>
  <p:cmAuthor id="2647" name="郑骏" initials="郑" lastIdx="0" clrIdx="2646"/>
  <p:cmAuthor id="268780637" name="罗纯勇" initials="罗" lastIdx="1" clrIdx="1180"/>
  <p:cmAuthor id="2649" name="woki" initials="w" lastIdx="0" clrIdx="2648"/>
  <p:cmAuthor id="2650" name="xiaoyang20" initials="x" lastIdx="0" clrIdx="2649"/>
  <p:cmAuthor id="8535702" name="曾蓓/贝贝" initials="曾" lastIdx="0" clrIdx="0"/>
  <p:cmAuthor id="2651" name="王兆乾" initials="王兆乾" lastIdx="0" clrIdx="2650"/>
  <p:cmAuthor id="2652" name="孙阿宝" initials="孙" lastIdx="0" clrIdx="2651"/>
  <p:cmAuthor id="2653" name="wuziq" initials="w" lastIdx="0" clrIdx="2652"/>
  <p:cmAuthor id="2655" name="曹雪" initials="曹" lastIdx="0" clrIdx="2654"/>
  <p:cmAuthor id="2656" name="HG" initials="H" lastIdx="0" clrIdx="2655"/>
  <p:cmAuthor id="2657" name="李珔暐" initials="李" lastIdx="0" clrIdx="2656"/>
  <p:cmAuthor id="2658" name="fumen" initials="f" lastIdx="0" clrIdx="2657"/>
  <p:cmAuthor id="2659" name="樊星" initials="樊" lastIdx="0" clrIdx="2658"/>
  <p:cmAuthor id="2660" name="乩 战" initials="乩" lastIdx="0" clrIdx="2659"/>
  <p:cmAuthor id="2661" name="马继忠" initials="马继忠" lastIdx="0" clrIdx="2660"/>
  <p:cmAuthor id="2662" name="hexz15" initials="h" lastIdx="0" clrIdx="2661"/>
  <p:cmAuthor id="2663" name="maxr15" initials="m" lastIdx="0" clrIdx="2662"/>
  <p:cmAuthor id="2664" name="xuelan03" initials="x" lastIdx="0" clrIdx="2663"/>
  <p:cmAuthor id="2665" name="limanman-002" initials="l" lastIdx="0" clrIdx="2664"/>
  <p:cmAuthor id="2666" name="huawei" initials="h" lastIdx="0" clrIdx="2665"/>
  <p:cmAuthor id="2669" name="张海磊" initials="张" lastIdx="0" clrIdx="2668"/>
  <p:cmAuthor id="562635173" name="Teresa  " initials="T" lastIdx="2" clrIdx="0"/>
  <p:cmAuthor id="276892976" name="不达目标，不改名！！" initials="不" lastIdx="1" clrIdx="1285"/>
  <p:cmAuthor id="2671" name="Vicky Cheung" initials="V" lastIdx="0" clrIdx="2670"/>
  <p:cmAuthor id="2673" name="乾坤 赵" initials="乾赵" lastIdx="0" clrIdx="2672"/>
  <p:cmAuthor id="2675" name="YANGLAN493" initials="Y" lastIdx="0" clrIdx="2674"/>
  <p:cmAuthor id="2676" name="test" initials="t" lastIdx="0" clrIdx="2675"/>
  <p:cmAuthor id="2677" name="AY M" initials="AM" lastIdx="0" clrIdx="2676"/>
  <p:cmAuthor id="2678" name="吴岩" initials="吴" lastIdx="0" clrIdx="2677"/>
  <p:cmAuthor id="258752032" name="张牧子" initials="张" lastIdx="1" clrIdx="1171"/>
  <p:cmAuthor id="2683" name="王永" initials="王" lastIdx="0" clrIdx="2682"/>
  <p:cmAuthor id="146566726" name="高飞" initials="高" lastIdx="0" clrIdx="0"/>
  <p:cmAuthor id="146566727" name="xzb1" initials="x" lastIdx="1" clrIdx="1"/>
  <p:cmAuthor id="2687" name="levy" initials="l" lastIdx="0" clrIdx="2686"/>
  <p:cmAuthor id="2691" name="Fengling" initials="F" lastIdx="0" clrIdx="2690"/>
  <p:cmAuthor id="2692" name="sunxp002" initials="s" lastIdx="0" clrIdx="2691"/>
  <p:cmAuthor id="278073032" name="李天昊" initials="李" lastIdx="1" clrIdx="141"/>
  <p:cmAuthor id="2695" name="765404776@qq.com" initials="7" lastIdx="0" clrIdx="2694"/>
  <p:cmAuthor id="2698" name="林正阳" initials="林" lastIdx="0" clrIdx="2697"/>
  <p:cmAuthor id="2702" name="lgp" initials="l" lastIdx="0" clrIdx="2701"/>
  <p:cmAuthor id="2703" name="Student" initials="S" lastIdx="0" clrIdx="2702"/>
  <p:cmAuthor id="2705" name="sylvia lee" initials="" lastIdx="0" clrIdx="2704"/>
  <p:cmAuthor id="2706" name="吴 小丽" initials="吴" lastIdx="0" clrIdx="2705"/>
  <p:cmAuthor id="2712" name="15631" initials="1" lastIdx="0" clrIdx="2711"/>
  <p:cmAuthor id="2713" name="weihua" initials="w" lastIdx="0" clrIdx="2712"/>
  <p:cmAuthor id="2714" name="lin lin" initials="l" lastIdx="0" clrIdx="2713"/>
  <p:cmAuthor id="2715" name="朱明霞" initials="朱" lastIdx="0" clrIdx="2714"/>
  <p:cmAuthor id="2716" name="510102" initials="5" lastIdx="0" clrIdx="2715"/>
  <p:cmAuthor id="2718" name="zz" initials="z" lastIdx="0" clrIdx="2717"/>
  <p:cmAuthor id="2719" name="实习生_严政宇" initials="实" lastIdx="0" clrIdx="2718"/>
  <p:cmAuthor id="2720" name="Wei Fusheng" initials="WF" lastIdx="0" clrIdx="2719"/>
  <p:cmAuthor id="2721" name="赵赫" initials="赵" lastIdx="0" clrIdx="2720"/>
  <p:cmAuthor id="2723" name="郝艳丽" initials="郝" lastIdx="0" clrIdx="2722"/>
  <p:cmAuthor id="2724" name="69395" initials="6" lastIdx="0" clrIdx="2723"/>
  <p:cmAuthor id="2725" name="yantb" initials="y" lastIdx="0" clrIdx="2724"/>
  <p:cmAuthor id="2726" name="志伟" initials="志" lastIdx="0" clrIdx="2725"/>
  <p:cmAuthor id="2727" name="luohong07" initials="l" lastIdx="0" clrIdx="2726"/>
  <p:cmAuthor id="2731" name="孔玉玉" initials="t" lastIdx="0" clrIdx="2730"/>
  <p:cmAuthor id="2732" name="范汗杰10197873" initials="范汗杰10197873" lastIdx="0" clrIdx="2731"/>
  <p:cmAuthor id="2733" name="沙俊杰00140688" initials="沙俊杰00140688" lastIdx="0" clrIdx="2732"/>
  <p:cmAuthor id="2734" name="life" initials="l" lastIdx="0" clrIdx="2733"/>
  <p:cmAuthor id="2736" name="王维维" initials="王维维" lastIdx="0" clrIdx="2735"/>
  <p:cmAuthor id="2737" name="刘永超" initials="刘" lastIdx="0" clrIdx="2736"/>
  <p:cmAuthor id="2738" name="陈培思" initials="陈" lastIdx="0" clrIdx="2737"/>
  <p:cmAuthor id="268064162" name="金鱼·张晨·远想·项目经理" initials="金" lastIdx="0" clrIdx="0"/>
  <p:cmAuthor id="2739" name="陈 兆良" initials="陈" lastIdx="0" clrIdx="2738"/>
  <p:cmAuthor id="268064163" name="JOHNNY GAO" initials="JG" lastIdx="1" clrIdx="2"/>
  <p:cmAuthor id="2740" name="Tmh" initials="T" lastIdx="0" clrIdx="2739"/>
  <p:cmAuthor id="268064164" name="江 玲" initials="江" lastIdx="1" clrIdx="14"/>
  <p:cmAuthor id="2741" name="蒋良" initials="蒋" lastIdx="0" clrIdx="2740"/>
  <p:cmAuthor id="268064165" name="陈 玉凤" initials="陈" lastIdx="1" clrIdx="14"/>
  <p:cmAuthor id="590229609" name="❤_＂QIAN。✿" initials="❤" lastIdx="1" clrIdx="1285"/>
  <p:cmAuthor id="2742" name="李小青" initials="李小青" lastIdx="0" clrIdx="2741"/>
  <p:cmAuthor id="2743" name="刘玥" initials="刘玥" lastIdx="0" clrIdx="2742"/>
  <p:cmAuthor id="268064167" name="rongfu@kaisonxm.com" initials="" lastIdx="1" clrIdx="25"/>
  <p:cmAuthor id="2744" name="C_yc_F43GDJ6" initials="C" lastIdx="0" clrIdx="2743"/>
  <p:cmAuthor id="2745" name="郭素冰" initials="郭素冰" lastIdx="0" clrIdx="2744"/>
  <p:cmAuthor id="2748" name="骅鹏 史" initials="骅史" lastIdx="0" clrIdx="2747"/>
  <p:cmAuthor id="2749" name="ZH" initials="Z" lastIdx="0" clrIdx="2748"/>
  <p:cmAuthor id="2750" name="李恋春" initials="李" lastIdx="0" clrIdx="2749"/>
  <p:cmAuthor id="2751" name="18678" initials="1" lastIdx="0" clrIdx="2750"/>
  <p:cmAuthor id="2752" name="xinghua-001" initials="x" lastIdx="0" clrIdx="2751"/>
  <p:cmAuthor id="257621377" name="国寿～李康" initials="国" lastIdx="1" clrIdx="1259"/>
  <p:cmAuthor id="227081860" name="jack龙" initials="j" lastIdx="1" clrIdx="0"/>
  <p:cmAuthor id="2753" name="86137" initials="8" lastIdx="0" clrIdx="2752"/>
  <p:cmAuthor id="2754" name="T165779" initials="T" lastIdx="0" clrIdx="2753"/>
  <p:cmAuthor id="2755" name="lishaoqing" initials="l" lastIdx="0" clrIdx="2754"/>
  <p:cmAuthor id="2756" name="leimengqi" initials="l" lastIdx="0" clrIdx="2755"/>
  <p:cmAuthor id="2758" name="melody" initials="m" lastIdx="0" clrIdx="2757"/>
  <p:cmAuthor id="2759" name="hanqiang-007" initials="h" lastIdx="0" clrIdx="2758"/>
  <p:cmAuthor id="371617831" name="周峰" initials="周" lastIdx="1" clrIdx="1383"/>
  <p:cmAuthor id="2760" name="金佳慧" initials="金" lastIdx="0" clrIdx="2759"/>
  <p:cmAuthor id="2761" name="杨亦澄" initials="杨" lastIdx="0" clrIdx="2760"/>
  <p:cmAuthor id="2762" name="叶琦" initials="叶琦" lastIdx="0" clrIdx="2761"/>
  <p:cmAuthor id="2764" name="Qiqi" initials="Q" lastIdx="0" clrIdx="2763"/>
  <p:cmAuthor id="2765" name="志全 钟" initials="志" lastIdx="0" clrIdx="2764"/>
  <p:cmAuthor id="2766" name="王 英海" initials="王" lastIdx="0" clrIdx="2765"/>
  <p:cmAuthor id="2767" name="林素玉" initials="林" lastIdx="0" clrIdx="2766"/>
  <p:cmAuthor id="2768" name="dengjunhua11@outlook.com" initials="d" lastIdx="0" clrIdx="2767"/>
  <p:cmAuthor id="2769" name="Marty" initials="M" lastIdx="0" clrIdx="2768"/>
  <p:cmAuthor id="2770" name="刘晓光" initials="刘" lastIdx="0" clrIdx="2769"/>
  <p:cmAuthor id="2771" name="wangpf24" initials="w" lastIdx="0" clrIdx="2770"/>
  <p:cmAuthor id="2772" name="陈伟" initials="陈" lastIdx="0" clrIdx="2771"/>
  <p:cmAuthor id="2773" name="Office" initials="O" lastIdx="0" clrIdx="2772"/>
  <p:cmAuthor id="2774" name="王俊娜" initials="王" lastIdx="0" clrIdx="2773"/>
  <p:cmAuthor id="2775" name="tanmy05" initials="t" lastIdx="0" clrIdx="2774"/>
  <p:cmAuthor id="353158055" name="韩雨" initials="韩" lastIdx="0" clrIdx="0"/>
  <p:cmAuthor id="2777" name="yuanchun03" initials="y" lastIdx="0" clrIdx="2776"/>
  <p:cmAuthor id="2778" name="施丽勤_uMzuu63y" initials="施" lastIdx="0" clrIdx="2777"/>
  <p:cmAuthor id="2779" name="fanwenxuan" initials="f" lastIdx="0" clrIdx="2778"/>
  <p:cmAuthor id="2780" name="dingyibo-005" initials="d" lastIdx="0" clrIdx="2779"/>
  <p:cmAuthor id="2782" name="zhouzean" initials="z" lastIdx="0" clrIdx="2781"/>
  <p:cmAuthor id="2783" name="李鹏飞_6bQfzI3a" initials="李" lastIdx="0" clrIdx="2782"/>
  <p:cmAuthor id="2785" name="李晓菲_MZFnUzi6" initials="李" lastIdx="0" clrIdx="2784"/>
  <p:cmAuthor id="2786" name="小珞_QjMfU7FR" initials="小" lastIdx="0" clrIdx="2785"/>
  <p:cmAuthor id="2787" name="熊仪_aYju7RJj" initials="熊" lastIdx="0" clrIdx="2786"/>
  <p:cmAuthor id="2788" name="yifei" initials="y" lastIdx="0" clrIdx="2787"/>
  <p:cmAuthor id="2789" name="ADMIN" initials="A" lastIdx="0" clrIdx="2788"/>
  <p:cmAuthor id="2790" name="Paul" initials="P" lastIdx="0" clrIdx="2789"/>
  <p:cmAuthor id="2791" name="chivas d" initials="c" lastIdx="0" clrIdx="2790"/>
  <p:cmAuthor id="2793" name="meijie03" initials="m" lastIdx="0" clrIdx="2792"/>
  <p:cmAuthor id="2794" name="14412663" initials="1" lastIdx="0" clrIdx="2793"/>
  <p:cmAuthor id="2795" name="tkqd" initials="t" lastIdx="0" clrIdx="2794"/>
  <p:cmAuthor id="2796" name="王峰" initials="王" lastIdx="0" clrIdx="2795"/>
  <p:cmAuthor id="2797" name="grace" initials="g" lastIdx="0" clrIdx="2796"/>
  <p:cmAuthor id="2798" name="yuancc04" initials="y" lastIdx="0" clrIdx="2797"/>
  <p:cmAuthor id="2800" name="tytlertang" initials="t" lastIdx="0" clrIdx="2799"/>
  <p:cmAuthor id="2805" name="贲春刚" initials="贲" lastIdx="0" clrIdx="2804"/>
  <p:cmAuthor id="315469343" name="微微" initials="微" lastIdx="1" clrIdx="1154"/>
  <p:cmAuthor id="2806" name="马 天宁" initials="马" lastIdx="0" clrIdx="2805"/>
  <p:cmAuthor id="2807" name="李寄思" initials="李" lastIdx="0" clrIdx="2806"/>
  <p:cmAuthor id="2808" name="JS-NT-HA-Salse2" initials="J" lastIdx="0" clrIdx="2807"/>
  <p:cmAuthor id="2809" name="万小龙" initials="万" lastIdx="0" clrIdx="2808"/>
  <p:cmAuthor id="2810" name="张 双全" initials="张" lastIdx="0" clrIdx="2809"/>
  <p:cmAuthor id="2811" name="骆倩怡_Znauj26B" initials="authorId_382814100" lastIdx="0" clrIdx="2810"/>
  <p:cmAuthor id="2812" name="阚 兴龙" initials="阚" lastIdx="0" clrIdx="2811"/>
  <p:cmAuthor id="2815" name="wfy" initials="w" lastIdx="0" clrIdx="2814"/>
  <p:cmAuthor id="2816" name="裴 忠山" initials="裴" lastIdx="0" clrIdx="2815"/>
  <p:cmAuthor id="2818" name="个业一" initials="个" lastIdx="0" clrIdx="2817"/>
  <p:cmAuthor id="2820" name="杨凯的电脑" initials="杨" lastIdx="0" clrIdx="2819"/>
  <p:cmAuthor id="2821" name="yltp" initials="y" lastIdx="0" clrIdx="2820"/>
  <p:cmAuthor id="2822" name="bc" initials="b" lastIdx="0" clrIdx="2821"/>
  <p:cmAuthor id="2823" name="liuxin" initials="liuxin" lastIdx="0" clrIdx="2822"/>
  <p:cmAuthor id="2824" name="ccg" initials="c" lastIdx="0" clrIdx="2823"/>
  <p:cmAuthor id="2827" name="MI" initials="M" lastIdx="0" clrIdx="2826"/>
  <p:cmAuthor id="2828" name="28857476@qq.com" initials="2" lastIdx="0" clrIdx="2827"/>
  <p:cmAuthor id="2829" name="mengxy27" initials="m" lastIdx="0" clrIdx="2828"/>
  <p:cmAuthor id="2830" name="mc" initials="m" lastIdx="0" clrIdx="2829"/>
  <p:cmAuthor id="2831" name="whale king" initials="w" lastIdx="0" clrIdx="2830"/>
  <p:cmAuthor id="2832" name="zhangjihua" initials="z" lastIdx="0" clrIdx="2831"/>
  <p:cmAuthor id="2833" name="zhangrui0317" initials="z" lastIdx="0" clrIdx="2832"/>
  <p:cmAuthor id="2834" name="朱乐定" initials="朱" lastIdx="0" clrIdx="2833"/>
  <p:cmAuthor id="2836" name="特力 塔娜" initials="特" lastIdx="0" clrIdx="2835"/>
  <p:cmAuthor id="2837" name="82124" initials="8" lastIdx="0" clrIdx="2836"/>
  <p:cmAuthor id="2838" name="朱庆" initials="朱" lastIdx="0" clrIdx="2837"/>
  <p:cmAuthor id="2839" name="hanpeng10" initials="h" lastIdx="0" clrIdx="2838"/>
  <p:cmAuthor id="2840" name="猪猪" initials="猪" lastIdx="0" clrIdx="2839"/>
  <p:cmAuthor id="2841" name="111" initials="1" lastIdx="0" clrIdx="2840"/>
  <p:cmAuthor id="2843" name="Li Jason" initials="LJ" lastIdx="0" clrIdx="2842"/>
  <p:cmAuthor id="2844" name="黄琪" initials="黄" lastIdx="0" clrIdx="2843"/>
  <p:cmAuthor id="2845" name="机智欣" initials="机" lastIdx="0" clrIdx="2844"/>
  <p:cmAuthor id="2846" name="梁峻滔" initials="梁" lastIdx="0" clrIdx="2845"/>
  <p:cmAuthor id="2847" name="tanhl05" initials="t" lastIdx="0" clrIdx="2846"/>
  <p:cmAuthor id="333314508" name="金玲" initials="金" lastIdx="1" clrIdx="0"/>
  <p:cmAuthor id="2848" name="叶益妮" initials="叶益妮" lastIdx="0" clrIdx="2847"/>
  <p:cmAuthor id="2849" name="zhangjinhao" initials="z" lastIdx="0" clrIdx="2848"/>
  <p:cmAuthor id="2850" name="OA\xiezhongshi" initials="O" lastIdx="0" clrIdx="2849"/>
  <p:cmAuthor id="2852" name="未知用户70" initials="未" lastIdx="0" clrIdx="2851"/>
  <p:cmAuthor id="2853" name="未知用户71" initials="未" lastIdx="0" clrIdx="2852"/>
  <p:cmAuthor id="2854" name="未知用户107" initials="未" lastIdx="0" clrIdx="2853"/>
  <p:cmAuthor id="2855" name="JASON" initials="J" lastIdx="0" clrIdx="2854"/>
  <p:cmAuthor id="2856" name="初磊" initials="初磊" lastIdx="0" clrIdx="2855"/>
  <p:cmAuthor id="2858" name="JUN" initials="J" lastIdx="0" clrIdx="2857"/>
  <p:cmAuthor id="2859" name="林慧娴" initials="林" lastIdx="0" clrIdx="2858"/>
  <p:cmAuthor id="2860" name="way" initials="w" lastIdx="0" clrIdx="2859"/>
  <p:cmAuthor id="49837067" name="刘浩" initials="刘" lastIdx="180431" clrIdx="0"/>
  <p:cmAuthor id="2861" name="zql" initials="z" lastIdx="0" clrIdx="2860"/>
  <p:cmAuthor id="49837068" name="Vivian Liu" initials="VL" lastIdx="1" clrIdx="1"/>
  <p:cmAuthor id="2862" name="史其淼" initials="史" lastIdx="0" clrIdx="2861"/>
  <p:cmAuthor id="49837069" name="刘 姝" initials="刘" lastIdx="1" clrIdx="36"/>
  <p:cmAuthor id="2863" name="周舒扬" initials="周" lastIdx="0" clrIdx="2862"/>
  <p:cmAuthor id="49837070" name="xikai gao" initials="xg" lastIdx="1" clrIdx="37"/>
  <p:cmAuthor id="2864" name="17346" initials="1" lastIdx="0" clrIdx="2863"/>
  <p:cmAuthor id="49837071" name="雪玲 姚" initials="雪玲" lastIdx="3" clrIdx="222"/>
  <p:cmAuthor id="2865" name="未知用户106" initials="未" lastIdx="0" clrIdx="2864"/>
  <p:cmAuthor id="49837072" name="汤 海宝" initials="汤" lastIdx="2" clrIdx="176"/>
  <p:cmAuthor id="49837073" name="何子文" initials="何子文" lastIdx="1" clrIdx="193"/>
  <p:cmAuthor id="2867" name="刘燕" initials="刘" lastIdx="0" clrIdx="2866"/>
  <p:cmAuthor id="49837074" name="余森" initials="余森" lastIdx="1" clrIdx="449"/>
  <p:cmAuthor id="2868" name="sunxin-lsd" initials="s" lastIdx="0" clrIdx="2867"/>
  <p:cmAuthor id="49837075" name="sai han" initials="sh" lastIdx="1" clrIdx="452"/>
  <p:cmAuthor id="2869" name="赵书全" initials="赵" lastIdx="0" clrIdx="2868"/>
  <p:cmAuthor id="49837076" name="肖琼" initials="肖琼" lastIdx="1" clrIdx="453"/>
  <p:cmAuthor id="2870" name="GL" initials="G" lastIdx="0" clrIdx="2869"/>
  <p:cmAuthor id="330579747" name="李洁" initials="李" lastIdx="1" clrIdx="1250"/>
  <p:cmAuthor id="49837077" name="小乐崽子" initials="小乐崽子" lastIdx="1" clrIdx="757"/>
  <p:cmAuthor id="2871" name="26969" initials="2" lastIdx="0" clrIdx="2870"/>
  <p:cmAuthor id="49837078" name="huangliangliang" initials="h" lastIdx="2" clrIdx="761"/>
  <p:cmAuthor id="1260396448" name="文竹" initials="文" lastIdx="1" clrIdx="999"/>
  <p:cmAuthor id="2873" name="wuping" initials="w" lastIdx="0" clrIdx="2872"/>
  <p:cmAuthor id="2874" name="yanggang1214@163.com" initials="" lastIdx="0" clrIdx="2873"/>
  <p:cmAuthor id="2876" name="Jerry" initials="J" lastIdx="0" clrIdx="2875"/>
  <p:cmAuthor id="2877" name="wunn0618" initials="w" lastIdx="0" clrIdx="2876"/>
  <p:cmAuthor id="2878" name="macbook  air" initials="m" lastIdx="0" clrIdx="2877"/>
  <p:cmAuthor id="2879" name="fengsq" initials="f" lastIdx="0" clrIdx="2878"/>
  <p:cmAuthor id="2880" name="liqw3" initials="l" lastIdx="0" clrIdx="2879"/>
  <p:cmAuthor id="2881" name="Jun Li" initials="J" lastIdx="0" clrIdx="2880"/>
  <p:cmAuthor id="2882" name="zhangsq2" initials="z" lastIdx="0" clrIdx="2881"/>
  <p:cmAuthor id="2883" name="马 雪骊" initials="马" lastIdx="0" clrIdx="2882"/>
  <p:cmAuthor id="2884" name="我的文档" initials="我" lastIdx="0" clrIdx="2883"/>
  <p:cmAuthor id="2885" name="℃" initials="℃" lastIdx="0" clrIdx="2884"/>
  <p:cmAuthor id="2886" name="小莹 李" initials="小李" lastIdx="0" clrIdx="2885"/>
  <p:cmAuthor id="2887" name="buyunfeng" initials="b" lastIdx="0" clrIdx="2886"/>
  <p:cmAuthor id="2888" name="lemon" initials="l" lastIdx="0" clrIdx="2887"/>
  <p:cmAuthor id="2889" name="shallen" initials="s" lastIdx="0" clrIdx="2888"/>
  <p:cmAuthor id="2890" name="丁聪聪" initials="丁" lastIdx="0" clrIdx="2889"/>
  <p:cmAuthor id="2891" name="11783" initials="1" lastIdx="0" clrIdx="2890"/>
  <p:cmAuthor id="2892" name="哒.dai" initials="哒" lastIdx="0" clrIdx="2891"/>
  <p:cmAuthor id="2893" name="守民 肖" initials="守肖" lastIdx="0" clrIdx="2892"/>
  <p:cmAuthor id="2894" name="nn" initials="n" lastIdx="0" clrIdx="2893"/>
  <p:cmAuthor id="571908024" name="WPS_1559739268" initials="W" lastIdx="1" clrIdx="243"/>
  <p:cmAuthor id="2895" name="zzlife" initials="z" lastIdx="0" clrIdx="2894"/>
  <p:cmAuthor id="2896" name="wzadmin" initials="w" lastIdx="0" clrIdx="2895"/>
  <p:cmAuthor id="2897" name="王向羽" initials="王" lastIdx="0" clrIdx="2896"/>
  <p:cmAuthor id="2898" name="涛娜" initials="涛" lastIdx="0" clrIdx="2897"/>
  <p:cmAuthor id="2899" name="yangyanxia" initials="y" lastIdx="0" clrIdx="2898"/>
  <p:cmAuthor id="2900" name="张宏伟" initials="张" lastIdx="0" clrIdx="2899"/>
  <p:cmAuthor id="2901" name="未知的使用者159" initials="未" lastIdx="0" clrIdx="2900"/>
  <p:cmAuthor id="2902" name="未知的使用者115" initials="未" lastIdx="0" clrIdx="2901"/>
  <p:cmAuthor id="2903" name="Evonlin" initials="E" lastIdx="0" clrIdx="2902"/>
  <p:cmAuthor id="2904" name="未知的使用者38" initials="未" lastIdx="0" clrIdx="2903"/>
  <p:cmAuthor id="2905" name="huang gerrard" initials="h" lastIdx="0" clrIdx="2904"/>
  <p:cmAuthor id="2906" name="12606" initials="1" lastIdx="0" clrIdx="2905"/>
  <p:cmAuthor id="2907" name="刘君" initials="刘" lastIdx="0" clrIdx="2906"/>
  <p:cmAuthor id="2908" name="peng gao" initials="p" lastIdx="0" clrIdx="2907"/>
  <p:cmAuthor id="2909" name="未知用户1" initials="未知用户1" lastIdx="0" clrIdx="2908"/>
  <p:cmAuthor id="2910" name="未知用户2" initials="未知用户2" lastIdx="0" clrIdx="2909"/>
  <p:cmAuthor id="2911" name="未知用户3" initials="未知用户3" lastIdx="0" clrIdx="2910"/>
  <p:cmAuthor id="2912" name="未知用户4" initials="未知用户4" lastIdx="0" clrIdx="2911"/>
  <p:cmAuthor id="2913" name="未知用户5" initials="未知用户5" lastIdx="0" clrIdx="2912"/>
  <p:cmAuthor id="2914" name="未知用户6" initials="未知用户6" lastIdx="0" clrIdx="2913"/>
  <p:cmAuthor id="2915" name="未知用户7" initials="未知用户7" lastIdx="0" clrIdx="2914"/>
  <p:cmAuthor id="2916" name="未知用户8" initials="未知用户8" lastIdx="0" clrIdx="2915"/>
  <p:cmAuthor id="2917" name="未知用户9" initials="未知用户9" lastIdx="0" clrIdx="2916"/>
  <p:cmAuthor id="2918" name="未知用户10" initials="未知用户10" lastIdx="0" clrIdx="2917"/>
  <p:cmAuthor id="2919" name="未知用户11" initials="未知用户11" lastIdx="0" clrIdx="2918"/>
  <p:cmAuthor id="2920" name="未知用户12" initials="未知用户12" lastIdx="0" clrIdx="2919"/>
  <p:cmAuthor id="2921" name="未知用户13" initials="未知用户13" lastIdx="0" clrIdx="2920"/>
  <p:cmAuthor id="2922" name="未知用户14" initials="未知用户14" lastIdx="0" clrIdx="2921"/>
  <p:cmAuthor id="2923" name="未知用户15" initials="未知用户15" lastIdx="0" clrIdx="2922"/>
  <p:cmAuthor id="2924" name="未知用户16" initials="未知用户16" lastIdx="0" clrIdx="2923"/>
  <p:cmAuthor id="2925" name="未知用户17" initials="未知用户17" lastIdx="0" clrIdx="2924"/>
  <p:cmAuthor id="2926" name="未知用户18" initials="未知用户18" lastIdx="0" clrIdx="2925"/>
  <p:cmAuthor id="2927" name="未知用户19" initials="未知用户19" lastIdx="0" clrIdx="2926"/>
  <p:cmAuthor id="2928" name="未知用户20" initials="未知用户20" lastIdx="0" clrIdx="2927"/>
  <p:cmAuthor id="2929" name="xizhen" initials="x" lastIdx="0" clrIdx="2928"/>
  <p:cmAuthor id="2930" name="未知用户21" initials="未知用户21" lastIdx="0" clrIdx="2929"/>
  <p:cmAuthor id="2931" name="未知用户22" initials="未知用户22" lastIdx="0" clrIdx="2930"/>
  <p:cmAuthor id="2932" name="未知用户23" initials="未知用户23" lastIdx="0" clrIdx="2931"/>
  <p:cmAuthor id="2933" name="未知用户24" initials="未知用户24" lastIdx="0" clrIdx="2932"/>
  <p:cmAuthor id="2934" name="未知用户25" initials="未知用户25" lastIdx="0" clrIdx="2933"/>
  <p:cmAuthor id="2935" name="未知用户26" initials="未知用户26" lastIdx="0" clrIdx="2934"/>
  <p:cmAuthor id="2936" name="未知用户27" initials="未知用户27" lastIdx="0" clrIdx="2935"/>
  <p:cmAuthor id="2937" name="未知用户28" initials="未知用户28" lastIdx="0" clrIdx="2936"/>
  <p:cmAuthor id="2938" name="未知用户29" initials="未知用户29" lastIdx="0" clrIdx="2937"/>
  <p:cmAuthor id="2939" name="未知用户30" initials="未知用户30" lastIdx="0" clrIdx="2938"/>
  <p:cmAuthor id="2940" name="未知用户31" initials="未知用户31" lastIdx="0" clrIdx="2939"/>
  <p:cmAuthor id="2941" name="未知用户32" initials="未知用户32" lastIdx="0" clrIdx="2940"/>
  <p:cmAuthor id="2942" name="未知用户33" initials="未知用户33" lastIdx="0" clrIdx="2941"/>
  <p:cmAuthor id="2943" name="未知用户34" initials="未知用户34" lastIdx="0" clrIdx="2942"/>
  <p:cmAuthor id="2944" name="未知用户35" initials="未知用户35" lastIdx="0" clrIdx="2943"/>
  <p:cmAuthor id="2945" name="未知用户36" initials="未知用户36" lastIdx="0" clrIdx="2944"/>
  <p:cmAuthor id="2946" name="未知用户37" initials="未知用户37" lastIdx="0" clrIdx="2945"/>
  <p:cmAuthor id="2947" name="未知用户38" initials="未知用户38" lastIdx="0" clrIdx="2946"/>
  <p:cmAuthor id="2948" name="未知用户39" initials="未知用户39" lastIdx="0" clrIdx="2947"/>
  <p:cmAuthor id="2949" name="未知用户40" initials="未知用户40" lastIdx="0" clrIdx="2948"/>
  <p:cmAuthor id="2950" name="未知用户41" initials="未知用户41" lastIdx="0" clrIdx="2949"/>
  <p:cmAuthor id="2951" name="未知用户42" initials="未知用户42" lastIdx="0" clrIdx="2950"/>
  <p:cmAuthor id="2952" name="未知用户43" initials="未知用户43" lastIdx="0" clrIdx="2951"/>
  <p:cmAuthor id="2953" name="未知用户44" initials="未知用户44" lastIdx="0" clrIdx="2952"/>
  <p:cmAuthor id="2954" name="未知用户45" initials="未知用户45" lastIdx="0" clrIdx="2953"/>
  <p:cmAuthor id="2955" name="未知用户46" initials="未知用户46" lastIdx="0" clrIdx="2954"/>
  <p:cmAuthor id="2956" name="未知用户47" initials="未知用户47" lastIdx="0" clrIdx="2955"/>
  <p:cmAuthor id="2957" name="未知用户48" initials="未知用户48" lastIdx="0" clrIdx="2956"/>
  <p:cmAuthor id="2958" name="未知用户49" initials="未知用户49" lastIdx="0" clrIdx="2957"/>
  <p:cmAuthor id="2959" name="未知用户50" initials="未知用户50" lastIdx="0" clrIdx="2958"/>
  <p:cmAuthor id="2960" name="未知用户51" initials="未知用户51" lastIdx="0" clrIdx="2959"/>
  <p:cmAuthor id="2961" name="未知用户52" initials="未知用户52" lastIdx="0" clrIdx="2960"/>
  <p:cmAuthor id="2962" name="未知用户53" initials="未知用户53" lastIdx="0" clrIdx="2961"/>
  <p:cmAuthor id="2963" name="未知用户54" initials="未知用户54" lastIdx="0" clrIdx="2962"/>
  <p:cmAuthor id="2964" name="未知用户55" initials="未知用户55" lastIdx="0" clrIdx="2963"/>
  <p:cmAuthor id="2965" name="未知用户56" initials="未知用户56" lastIdx="0" clrIdx="2964"/>
  <p:cmAuthor id="2966" name="未知用户57" initials="未知用户57" lastIdx="0" clrIdx="2965"/>
  <p:cmAuthor id="2967" name="未知用户58" initials="未知用户58" lastIdx="0" clrIdx="2966"/>
  <p:cmAuthor id="2968" name="未知用户59" initials="未知用户59" lastIdx="0" clrIdx="2967"/>
  <p:cmAuthor id="2969" name="未知用户60" initials="未知用户60" lastIdx="0" clrIdx="2968"/>
  <p:cmAuthor id="2970" name="未知用户61" initials="未知用户61" lastIdx="0" clrIdx="2969"/>
  <p:cmAuthor id="2971" name="未知用户62" initials="未知用户62" lastIdx="0" clrIdx="2970"/>
  <p:cmAuthor id="2972" name="未知用户63" initials="未知用户63" lastIdx="0" clrIdx="2971"/>
  <p:cmAuthor id="2973" name="未知用户64" initials="未知用户64" lastIdx="0" clrIdx="2972"/>
  <p:cmAuthor id="2974" name="未知用户65" initials="未知用户65" lastIdx="0" clrIdx="2973"/>
  <p:cmAuthor id="2975" name="未知用户66" initials="未知用户66" lastIdx="0" clrIdx="2974"/>
  <p:cmAuthor id="2976" name="李燕衡" initials="李" lastIdx="0" clrIdx="2975"/>
  <p:cmAuthor id="2977" name="未知用户67" initials="未知用户67" lastIdx="0" clrIdx="2976"/>
  <p:cmAuthor id="2978" name="未知用户68" initials="未知用户68" lastIdx="0" clrIdx="2977"/>
  <p:cmAuthor id="2979" name="未知用户69" initials="未知用户69" lastIdx="0" clrIdx="2978"/>
  <p:cmAuthor id="2980" name="未知用户70" initials="未知用户70" lastIdx="0" clrIdx="2979"/>
  <p:cmAuthor id="2981" name="未知用户71" initials="未知用户71" lastIdx="0" clrIdx="2980"/>
  <p:cmAuthor id="2982" name="未知用户72" initials="未知用户72" lastIdx="0" clrIdx="2981"/>
  <p:cmAuthor id="2983" name="未知用户73" initials="未知用户73" lastIdx="0" clrIdx="2982"/>
  <p:cmAuthor id="2984" name="未知用户74" initials="未知用户74" lastIdx="0" clrIdx="2983"/>
  <p:cmAuthor id="2985" name="未知用户75" initials="未知用户75" lastIdx="0" clrIdx="2984"/>
  <p:cmAuthor id="2986" name="未知用户76" initials="未知用户76" lastIdx="0" clrIdx="2985"/>
  <p:cmAuthor id="2987" name="未知用户77" initials="未知用户77" lastIdx="0" clrIdx="2986"/>
  <p:cmAuthor id="2988" name="未知用户78" initials="未知用户78" lastIdx="0" clrIdx="2987"/>
  <p:cmAuthor id="2989" name="未知用户79" initials="未知用户79" lastIdx="0" clrIdx="2988"/>
  <p:cmAuthor id="318256903" name="张贝贝" initials="张" lastIdx="1" clrIdx="1"/>
  <p:cmAuthor id="2990" name="未知用户80" initials="未知用户80" lastIdx="0" clrIdx="2989"/>
  <p:cmAuthor id="2991" name="未知用户81" initials="未知用户81" lastIdx="0" clrIdx="2990"/>
  <p:cmAuthor id="2992" name="未知用户82" initials="未知用户82" lastIdx="0" clrIdx="2991"/>
  <p:cmAuthor id="261533147" name="幼儿园里那颗雨花石" initials="幼" lastIdx="1" clrIdx="1272"/>
  <p:cmAuthor id="2993" name="未知用户83" initials="未知用户83" lastIdx="0" clrIdx="2992"/>
  <p:cmAuthor id="2994" name="未知用户84" initials="未知用户84" lastIdx="0" clrIdx="2993"/>
  <p:cmAuthor id="2995" name="未知用户85" initials="未知用户85" lastIdx="0" clrIdx="2994"/>
  <p:cmAuthor id="2996" name="未知用户86" initials="未知用户86" lastIdx="0" clrIdx="2995"/>
  <p:cmAuthor id="2997" name="未知用户87" initials="未知用户87" lastIdx="0" clrIdx="2996"/>
  <p:cmAuthor id="2998" name="未知用户88" initials="未知用户88" lastIdx="0" clrIdx="2997"/>
  <p:cmAuthor id="2999" name="未知用户89" initials="未知用户89" lastIdx="0" clrIdx="2998"/>
  <p:cmAuthor id="3000" name="未知用户90" initials="未知用户90" lastIdx="0" clrIdx="2999"/>
  <p:cmAuthor id="3001" name="未知用户91" initials="未知用户91" lastIdx="0" clrIdx="3000"/>
  <p:cmAuthor id="3002" name="未知用户92" initials="未知用户92" lastIdx="0" clrIdx="3001"/>
  <p:cmAuthor id="3003" name="未知用户93" initials="未知用户93" lastIdx="0" clrIdx="3002"/>
  <p:cmAuthor id="3004" name="未知用户94" initials="未知用户94" lastIdx="0" clrIdx="3003"/>
  <p:cmAuthor id="3005" name="未知用户95" initials="未知用户95" lastIdx="0" clrIdx="3004"/>
  <p:cmAuthor id="3006" name="未知用户96" initials="未知用户96" lastIdx="0" clrIdx="3005"/>
  <p:cmAuthor id="3007" name="未知用户97" initials="未知用户97" lastIdx="0" clrIdx="3006"/>
  <p:cmAuthor id="3008" name="未知用户98" initials="未知用户98" lastIdx="0" clrIdx="3007"/>
  <p:cmAuthor id="3009" name="未知用户99" initials="未知用户99" lastIdx="0" clrIdx="3008"/>
  <p:cmAuthor id="3010" name="未知用户100" initials="未知用户100" lastIdx="0" clrIdx="3009"/>
  <p:cmAuthor id="3011" name="未知用户101" initials="未知用户101" lastIdx="0" clrIdx="3010"/>
  <p:cmAuthor id="3012" name="未知用户102" initials="未知用户102" lastIdx="0" clrIdx="3011"/>
  <p:cmAuthor id="3013" name="未知用户103" initials="未知用户103" lastIdx="0" clrIdx="3012"/>
  <p:cmAuthor id="3014" name="未知用户104" initials="未知用户104" lastIdx="0" clrIdx="3013"/>
  <p:cmAuthor id="3015" name="未知用户105" initials="未知用户105" lastIdx="0" clrIdx="3014"/>
  <p:cmAuthor id="3016" name="未知用户106" initials="未知用户106" lastIdx="0" clrIdx="3015"/>
  <p:cmAuthor id="3017" name="未知用户107" initials="未知用户107" lastIdx="0" clrIdx="3016"/>
  <p:cmAuthor id="3018" name="yiwei zhu" initials="y" lastIdx="0" clrIdx="3017"/>
  <p:cmAuthor id="3019" name="谢志斌" initials="谢志斌" lastIdx="0" clrIdx="3018"/>
  <p:cmAuthor id="3020" name="杨法勇" initials="杨" lastIdx="0" clrIdx="3019"/>
  <p:cmAuthor id="3021" name="chenli8" initials="c" lastIdx="0" clrIdx="3020"/>
  <p:cmAuthor id="3022" name="tplife" initials="t" lastIdx="0" clrIdx="3021"/>
  <p:cmAuthor id="3023" name="zhangli42" initials="z" lastIdx="0" clrIdx="3022"/>
  <p:cmAuthor id="3024" name="wangshengping" initials="w" lastIdx="0" clrIdx="3023"/>
  <p:cmAuthor id="3025" name="曹伟华" initials="caoweihua" lastIdx="0" clrIdx="3024"/>
  <p:cmAuthor id="3026" name="shishiliang" initials="s" lastIdx="0" clrIdx="3025"/>
  <p:cmAuthor id="3027" name="庞宝国" initials="庞" lastIdx="0" clrIdx="3026"/>
  <p:cmAuthor id="3028" name="HaoshuaiWu" initials="H" lastIdx="0" clrIdx="3027"/>
  <p:cmAuthor id="3029" name="未知用户39" initials="未" lastIdx="0" clrIdx="3028"/>
  <p:cmAuthor id="3030" name="未知用户40" initials="未" lastIdx="0" clrIdx="3029"/>
  <p:cmAuthor id="3031" name="未知用户41" initials="未" lastIdx="0" clrIdx="3030"/>
  <p:cmAuthor id="3032" name="刘盛潮" initials="刘" lastIdx="0" clrIdx="3031"/>
  <p:cmAuthor id="3033" name="雍中婧" initials="雍" lastIdx="0" clrIdx="3032"/>
  <p:cmAuthor id="3034" name="22010" initials="2" lastIdx="0" clrIdx="3033"/>
  <p:cmAuthor id="3035" name="sunlongyue-001" initials="s" lastIdx="0" clrIdx="3034"/>
  <p:cmAuthor id="3036" name="Sky.Wang" initials="S" lastIdx="0" clrIdx="3035"/>
  <p:cmAuthor id="3037" name="峰哥" initials="峰" lastIdx="0" clrIdx="3036"/>
  <p:cmAuthor id="3038" name="wangweenie" initials="w" lastIdx="0" clrIdx="3037"/>
  <p:cmAuthor id="3039" name="TK" initials="T" lastIdx="0" clrIdx="3038"/>
  <p:cmAuthor id="3040" name="刘天宇" initials="刘天宇" lastIdx="0" clrIdx="3039"/>
  <p:cmAuthor id="3041" name="Keane Peng" initials="K" lastIdx="0" clrIdx="3040"/>
  <p:cmAuthor id="3042" name="天华" initials="天华" lastIdx="0" clrIdx="3041"/>
  <p:cmAuthor id="3043" name="董建军" initials="董建军" lastIdx="0" clrIdx="3042"/>
  <p:cmAuthor id="3044" name="王芳" initials="王" lastIdx="0" clrIdx="3043"/>
  <p:cmAuthor id="3045" name="stillu" initials="s" lastIdx="0" clrIdx="3044"/>
  <p:cmAuthor id="3046" name="bai bai" initials="b" lastIdx="0" clrIdx="3045"/>
  <p:cmAuthor id="3047" name="andrea_feng" initials="a" lastIdx="0" clrIdx="3046"/>
  <p:cmAuthor id="3048" name="田卫明" initials="田" lastIdx="0" clrIdx="3047"/>
  <p:cmAuthor id="3049" name="石惠敏" initials="石" lastIdx="0" clrIdx="3048"/>
  <p:cmAuthor id="3050" name="liuhaiying" initials="l" lastIdx="0" clrIdx="3049"/>
  <p:cmAuthor id="3051" name="尹晶" initials="尹晶" lastIdx="0" clrIdx="3050"/>
  <p:cmAuthor id="3052" name="孙明阳" initials="孙" lastIdx="0" clrIdx="3051"/>
  <p:cmAuthor id="3053" name="zq" initials="z" lastIdx="0" clrIdx="3052"/>
  <p:cmAuthor id="3054" name="徐敏秋" initials="徐敏秋" lastIdx="0" clrIdx="3053"/>
  <p:cmAuthor id="3055" name="It's U☀️" initials="I" lastIdx="0" clrIdx="3054"/>
  <p:cmAuthor id="3056" name="练祥凯" initials="练" lastIdx="0" clrIdx="3055"/>
  <p:cmAuthor id="3057" name="天灰灰、会不会忘了你是谁" initials="天" lastIdx="0" clrIdx="3056"/>
  <p:cmAuthor id="3058" name="晶" initials="晶" lastIdx="0" clrIdx="3057"/>
  <p:cmAuthor id="3059" name="汤 亚" initials="汤" lastIdx="0" clrIdx="3058"/>
  <p:cmAuthor id="3060" name="nancy" initials="n" lastIdx="0" clrIdx="3059"/>
  <p:cmAuthor id="3061" name="未知的使用者207" initials="未" lastIdx="0" clrIdx="3060"/>
  <p:cmAuthor id="3062" name="未知的使用者189" initials="未" lastIdx="0" clrIdx="3061"/>
  <p:cmAuthor id="3063" name="未知的使用者255" initials="未" lastIdx="0" clrIdx="3062"/>
  <p:cmAuthor id="3064" name="未知的使用者228" initials="未" lastIdx="0" clrIdx="3063"/>
  <p:cmAuthor id="3065" name="未知的使用者264" initials="未" lastIdx="0" clrIdx="3064"/>
  <p:cmAuthor id="3066" name="刘芸" initials="刘" lastIdx="0" clrIdx="3065"/>
  <p:cmAuthor id="3067" name="MOMO" initials="M" lastIdx="0" clrIdx="3066"/>
  <p:cmAuthor id="3068" name="李和杨" initials="李" lastIdx="0" clrIdx="3067"/>
  <p:cmAuthor id="3069" name="新萝卜家园" initials="新" lastIdx="0" clrIdx="3068"/>
  <p:cmAuthor id="3070" name="zhaozhihua-lhn" initials="z" lastIdx="0" clrIdx="3069"/>
  <p:cmAuthor id="3071" name="潈ऎ䕨அ" initials="潈" lastIdx="0" clrIdx="3070"/>
  <p:cmAuthor id="3072" name="hp" initials="h" lastIdx="0" clrIdx="3071"/>
  <p:cmAuthor id="3073" name="localadmin" initials="l" lastIdx="0" clrIdx="3072"/>
  <p:cmAuthor id="3074" name="未知用户50" initials="未" lastIdx="0" clrIdx="3073"/>
  <p:cmAuthor id="3075" name="Юрий Бочаров" initials="Ю" lastIdx="0" clrIdx="3074"/>
  <p:cmAuthor id="3076" name="Xin Wang" initials="X" lastIdx="0" clrIdx="3075"/>
  <p:cmAuthor id="3077" name="xz2238" initials="x" lastIdx="0" clrIdx="3076"/>
  <p:cmAuthor id="3078" name="XIAOYUN LUO" initials="X" lastIdx="0" clrIdx="3077"/>
  <p:cmAuthor id="3079" name="Frankie" initials="F" lastIdx="0" clrIdx="3078"/>
  <p:cmAuthor id="3080" name="绠ܓ" initials="绠" lastIdx="0" clrIdx="3079"/>
  <p:cmAuthor id="3081" name="clic" initials="c" lastIdx="0" clrIdx="3080"/>
  <p:cmAuthor id="3082" name="志龙 姜" initials="志" lastIdx="0" clrIdx="3081"/>
  <p:cmAuthor id="3083" name="Nordri" initials="N" lastIdx="0" clrIdx="3082"/>
  <p:cmAuthor id="3084" name="AutoBVT" initials="A" lastIdx="0" clrIdx="3083"/>
  <p:cmAuthor id="3085" name="Eliva Sun" initials="E" lastIdx="0" clrIdx="3084"/>
  <p:cmAuthor id="3086" name="李雅丹" initials="李雅丹" lastIdx="0" clrIdx="3085"/>
  <p:cmAuthor id="3087" name="yutaiyinbao" initials="y" lastIdx="0" clrIdx="3086"/>
  <p:cmAuthor id="3088" name="樊秋月" initials="qdsxjy" lastIdx="0" clrIdx="3087"/>
  <p:cmAuthor id="3089" name="59484" initials="5" lastIdx="0" clrIdx="3088"/>
  <p:cmAuthor id="3090" name="zhengyan16" initials="z" lastIdx="0" clrIdx="3089"/>
  <p:cmAuthor id="3091" name="Kathy" initials="K" lastIdx="0" clrIdx="3090"/>
  <p:cmAuthor id="3092" name="贾志敏" initials="贾" lastIdx="0" clrIdx="3091"/>
  <p:cmAuthor id="3093" name="huzx08" initials="h" lastIdx="0" clrIdx="3092"/>
  <p:cmAuthor id="3094" name="歪歪" initials="歪" lastIdx="0" clrIdx="3093"/>
  <p:cmAuthor id="3095" name="张云超" initials="张" lastIdx="0" clrIdx="3094"/>
  <p:cmAuthor id="3096" name="kingsoft" initials="k" lastIdx="0" clrIdx="3095"/>
  <p:cmAuthor id="3097" name="y ks" initials="y" lastIdx="0" clrIdx="3096"/>
  <p:cmAuthor id="3098" name="w00100437" initials="w" lastIdx="0" clrIdx="3097"/>
  <p:cmAuthor id="3099" name="huijy01" initials="h" lastIdx="0" clrIdx="3098"/>
  <p:cmAuthor id="3100" name="李 寒秋" initials="李" lastIdx="0" clrIdx="3099"/>
  <p:cmAuthor id="3101" name="yueqp" initials="y" lastIdx="0" clrIdx="3100"/>
  <p:cmAuthor id="3102" name="zhaoye08" initials="z" lastIdx="0" clrIdx="3101"/>
  <p:cmAuthor id="3103" name="liu tingting" initials="l" lastIdx="0" clrIdx="3102"/>
  <p:cmAuthor id="3104" name="guo yin" initials="gy" lastIdx="0" clrIdx="3103"/>
  <p:cmAuthor id="3105" name="51176" initials="5" lastIdx="0" clrIdx="3104"/>
  <p:cmAuthor id="3106" name="liuxy85" initials="liuxy85" lastIdx="0" clrIdx="3105"/>
  <p:cmAuthor id="3107" name="zhjiaonly@163.com" initials="z" lastIdx="0" clrIdx="3106"/>
  <p:cmAuthor id="3108" name="Lin Globak" initials="L" lastIdx="0" clrIdx="3107"/>
  <p:cmAuthor id="3109" name="puying-001" initials="p" lastIdx="0" clrIdx="3108"/>
  <p:cmAuthor id="3110" name="zhaoxianli-002" initials="z" lastIdx="0" clrIdx="3109"/>
  <p:cmAuthor id="3111" name="苏 音" initials="苏" lastIdx="0" clrIdx="3110"/>
  <p:cmAuthor id="3112" name="wangliangfeng" initials="w" lastIdx="0" clrIdx="3111"/>
  <p:cmAuthor id="3113" name="刘雪凌" initials="刘雪凌" lastIdx="0" clrIdx="3112"/>
  <p:cmAuthor id="3114" name="dongxiaoqian-001" initials="d" lastIdx="0" clrIdx="3113"/>
  <p:cmAuthor id="3115" name="wanglijuan-044" initials="w" lastIdx="0" clrIdx="3114"/>
  <p:cmAuthor id="3116" name="renay@qq.com" initials="r" lastIdx="0" clrIdx="3115"/>
  <p:cmAuthor id="3117" name="徐淳" initials="徐" lastIdx="0" clrIdx="3116"/>
  <p:cmAuthor id="3118" name="xingtao-002" initials="x" lastIdx="0" clrIdx="3117"/>
  <p:cmAuthor id="3119" name="莎" initials="莎" lastIdx="0" clrIdx="3118"/>
  <p:cmAuthor id="235345745" name="黄埔" initials="黄" lastIdx="1" clrIdx="1244"/>
  <p:cmAuthor id="3120" name="Cissy逃离奶茶星" initials="C" lastIdx="0" clrIdx="3119"/>
  <p:cmAuthor id="3121" name="李博文" initials="李博文" lastIdx="0" clrIdx="3120"/>
  <p:cmAuthor id="3122" name="方 杰彦" initials="方" lastIdx="0" clrIdx="3121"/>
  <p:cmAuthor id="3123" name="Zhou Xuanjun" initials="Z" lastIdx="0" clrIdx="3122"/>
  <p:cmAuthor id="708433798" name="jialuo" initials="j" lastIdx="0" clrIdx="0"/>
  <p:cmAuthor id="3124" name="鲁燕" initials="鲁" lastIdx="0" clrIdx="3123"/>
  <p:cmAuthor id="708433799" name="TianLei" initials="T" lastIdx="1" clrIdx="10"/>
  <p:cmAuthor id="3125" name="ZJFFFFF" initials="Z" lastIdx="0" clrIdx="3124"/>
  <p:cmAuthor id="708433800" name="郭洁" initials="guojie" lastIdx="16" clrIdx="31"/>
  <p:cmAuthor id="3126" name="程昉旭" initials="程昉旭" lastIdx="0" clrIdx="3125"/>
  <p:cmAuthor id="3127" name="richardqxj" initials="r" lastIdx="0" clrIdx="3126"/>
  <p:cmAuthor id="3128" name="guoshu-007" initials="g" lastIdx="0" clrIdx="3127"/>
  <p:cmAuthor id="3129" name="许嘉文" initials="许" lastIdx="0" clrIdx="3128"/>
  <p:cmAuthor id="3130" name="kolas" initials="k" lastIdx="0" clrIdx="3129"/>
  <p:cmAuthor id="3131" name="李雪" initials="李" lastIdx="0" clrIdx="3130"/>
  <p:cmAuthor id="3132" name="gexian" initials="g" lastIdx="0" clrIdx="3131"/>
  <p:cmAuthor id="3133" name="liaohongjian" initials="l" lastIdx="0" clrIdx="3132"/>
  <p:cmAuthor id="3134" name="sxjilfgshys" initials="s" lastIdx="0" clrIdx="3133"/>
  <p:cmAuthor id="3135" name="李聿欣" initials="李聿欣" lastIdx="0" clrIdx="3134"/>
  <p:cmAuthor id="3136" name="黄小邪" initials="黄" lastIdx="0" clrIdx="3135"/>
  <p:cmAuthor id="3137" name="王修熙" initials="王修熙" lastIdx="0" clrIdx="3136"/>
  <p:cmAuthor id="3138" name="TIANYU345" initials="T" lastIdx="0" clrIdx="3137"/>
  <p:cmAuthor id="3139" name="刘志恒undefined" initials="刘" lastIdx="0" clrIdx="3138"/>
  <p:cmAuthor id="3140" name="汪磊" initials="汪" lastIdx="0" clrIdx="3139"/>
  <p:cmAuthor id="3141" name="PICC" initials="P" lastIdx="0" clrIdx="3140"/>
  <p:cmAuthor id="3142" name="JH" initials="J" lastIdx="0" clrIdx="3141"/>
  <p:cmAuthor id="3143" name="测试账户undefined" initials="测" lastIdx="0" clrIdx="3142"/>
  <p:cmAuthor id="3144" name="王伟" initials="王" lastIdx="0" clrIdx="3143"/>
  <p:cmAuthor id="3145" name="air" initials="a" lastIdx="0" clrIdx="3144"/>
  <p:cmAuthor id="3146" name="LilyLiu" initials="L" lastIdx="0" clrIdx="3145"/>
  <p:cmAuthor id="210492765" name="施普希（菜菜）" initials="施" lastIdx="0" clrIdx="0"/>
  <p:cmAuthor id="3147" name="zxy" initials="z" lastIdx="0" clrIdx="3146"/>
  <p:cmAuthor id="210492766" name="曹 朝辉" initials="曹" lastIdx="1" clrIdx="14"/>
  <p:cmAuthor id="3148" name="fangy" initials="f" lastIdx="0" clrIdx="3147"/>
  <p:cmAuthor id="210492767" name="穆 峯" initials="穆" lastIdx="1" clrIdx="771"/>
  <p:cmAuthor id="3149" name="汤锅" initials="汤" lastIdx="0" clrIdx="3148"/>
  <p:cmAuthor id="210492768" name="穆怀昊" initials="穆怀昊" lastIdx="1" clrIdx="745"/>
  <p:cmAuthor id="3150" name="舒昱" initials="舒" lastIdx="0" clrIdx="3149"/>
  <p:cmAuthor id="3151" name="11964" initials="1" lastIdx="0" clrIdx="3150"/>
  <p:cmAuthor id="3152" name="王雨竹undefined" initials="王" lastIdx="0" clrIdx="3151"/>
  <p:cmAuthor id="3153" name="胡远方" initials="胡远方" lastIdx="0" clrIdx="3152"/>
  <p:cmAuthor id="3154" name="林明宇" initials="林" lastIdx="0" clrIdx="3153"/>
  <p:cmAuthor id="3155" name="丁 丁" initials="丁" lastIdx="0" clrIdx="3154"/>
  <p:cmAuthor id="3156" name="李思绮undefined" initials="李" lastIdx="0" clrIdx="3155"/>
  <p:cmAuthor id="3157" name="徐建刚" initials="徐" lastIdx="0" clrIdx="3156"/>
  <p:cmAuthor id="3158" name="3090" initials="3" lastIdx="0" clrIdx="3157"/>
  <p:cmAuthor id="3159" name="小粒尘埃" initials="小" lastIdx="0" clrIdx="3158"/>
  <p:cmAuthor id="3160" name="Changyong" initials="C" lastIdx="0" clrIdx="3159"/>
  <p:cmAuthor id="1316121247" name="林桦桦" initials="林" lastIdx="18242" clrIdx="0"/>
  <p:cmAuthor id="3161" name="苗仲鹏" initials="苗仲鹏" lastIdx="0" clrIdx="3160"/>
  <p:cmAuthor id="1316121248" name="aliutao007@163.com" initials="a" lastIdx="1" clrIdx="962"/>
  <p:cmAuthor id="3162" name="张彩芳(寿险总部法律合规团队保险业务评审组)" initials="张彩芳(寿险总部法律合规团队保险业务评审组)" lastIdx="0" clrIdx="3161"/>
  <p:cmAuthor id="1316121249" name="NINGMEI" initials="N" lastIdx="1" clrIdx="878"/>
  <p:cmAuthor id="3163" name="文莉(寿险总部康养事业部法务风控团队)" initials="文莉(寿险总部康养事业部法务风控团队)" lastIdx="0" clrIdx="3162"/>
  <p:cmAuthor id="1316121250" name="连 浩" initials="连" lastIdx="1" clrIdx="915"/>
  <p:cmAuthor id="3164" name="ZHANGCAIFANG749" initials="Z" lastIdx="0" clrIdx="3163"/>
  <p:cmAuthor id="1316121251" name="abc" initials="a" lastIdx="1" clrIdx="954"/>
  <p:cmAuthor id="3165" name="吴泽鹏(寿险总部销售管理团队)" initials="吴泽鹏(寿险总部销售管理团队)" lastIdx="0" clrIdx="3164"/>
  <p:cmAuthor id="1316121252" name="崔立牟_ziquUFFr" initials="authorId_204711188" lastIdx="0" clrIdx="0"/>
  <p:cmAuthor id="3166" name="曾凡奇" initials="曾凡奇" lastIdx="0" clrIdx="3165"/>
  <p:cmAuthor id="1316121253" name="stxiaof@163.com" initials="" lastIdx="1" clrIdx="1064"/>
  <p:cmAuthor id="690615014" name="nms" initials="n" lastIdx="1" clrIdx="1197"/>
  <p:cmAuthor id="3167" name="未知的使用者1" initials="未" lastIdx="0" clrIdx="3166"/>
  <p:cmAuthor id="1316121254" name="A8053" initials="A" lastIdx="1" clrIdx="1233"/>
  <p:cmAuthor id="3168" name="brad" initials="brad" lastIdx="0" clrIdx="3167"/>
  <p:cmAuthor id="1316121255" name="朱 子轩" initials="朱" lastIdx="2" clrIdx="1154"/>
  <p:cmAuthor id="3169" name="王 韵佳" initials="王" lastIdx="0" clrIdx="3168"/>
  <p:cmAuthor id="1316121256" name="迷人的念" initials="迷人的念" lastIdx="1" clrIdx="1267"/>
  <p:cmAuthor id="3170" name="Daniel Wuu" initials="D" lastIdx="0" clrIdx="3169"/>
  <p:cmAuthor id="691587970" name="小延魔法师" initials="小" lastIdx="1126286" clrIdx="0"/>
  <p:cmAuthor id="3171" name="px" initials="p" lastIdx="0" clrIdx="3170"/>
  <p:cmAuthor id="691587971" name="Sam Leung" initials="SL" lastIdx="1" clrIdx="208"/>
  <p:cmAuthor id="3172" name="872250788@qq.com" initials="8" lastIdx="0" clrIdx="3171"/>
  <p:cmAuthor id="691587972" name="XuHesong" initials="X" lastIdx="1" clrIdx="209"/>
  <p:cmAuthor id="3173" name="巫 茶茶" initials="巫" lastIdx="0" clrIdx="3172"/>
  <p:cmAuthor id="691587973" name="贺淞 许" initials="贺许" lastIdx="1" clrIdx="210"/>
  <p:cmAuthor id="3174" name="rita" initials="r" lastIdx="0" clrIdx="3173"/>
  <p:cmAuthor id="691587974" name="娜 刘" initials="娜刘" lastIdx="1" clrIdx="211"/>
  <p:cmAuthor id="3175" name="Neno Loje" initials="N" lastIdx="0" clrIdx="3174"/>
  <p:cmAuthor id="691587975" name="huoys" initials="h" lastIdx="1" clrIdx="333"/>
  <p:cmAuthor id="3176" name="Unknown User1" initials="U" lastIdx="0" clrIdx="3175"/>
  <p:cmAuthor id="3177" name="未知的使用者4" initials="未" lastIdx="0" clrIdx="3176"/>
  <p:cmAuthor id="3178" name="未知的使用者19" initials="未" lastIdx="0" clrIdx="3177"/>
  <p:cmAuthor id="3179" name="未知的使用者20" initials="未" lastIdx="0" clrIdx="3178"/>
  <p:cmAuthor id="3180" name="未知的使用者10" initials="未" lastIdx="0" clrIdx="3179"/>
  <p:cmAuthor id="3181" name="lilan" initials="l" lastIdx="0" clrIdx="3180"/>
  <p:cmAuthor id="3182" name="未知的使用者17" initials="未" lastIdx="0" clrIdx="3181"/>
  <p:cmAuthor id="3183" name="未知的使用者15" initials="未" lastIdx="0" clrIdx="3182"/>
  <p:cmAuthor id="3184" name="Charley" initials="C" lastIdx="0" clrIdx="3183"/>
  <p:cmAuthor id="3185" name="Deanna Schuler (Bookey Consulting)" initials="D" lastIdx="0" clrIdx="3184"/>
  <p:cmAuthor id="3186" name="Wenwen" initials="W" lastIdx="0" clrIdx="3185"/>
  <p:cmAuthor id="3187" name="LiuHui" initials="L" lastIdx="0" clrIdx="3186"/>
  <p:cmAuthor id="3188" name="P1063cindychen" initials="P" lastIdx="0" clrIdx="3187"/>
  <p:cmAuthor id="3189" name="廖麗華" initials="廖" lastIdx="0" clrIdx="3188"/>
  <p:cmAuthor id="3190" name="P00035_jeremy" initials="P" lastIdx="0" clrIdx="3189"/>
  <p:cmAuthor id="3191" name="未知的使用者12" initials="未" lastIdx="0" clrIdx="3190"/>
  <p:cmAuthor id="3192" name="未知的使用者13" initials="未" lastIdx="0" clrIdx="3191"/>
  <p:cmAuthor id="3193" name="未知的使用者14" initials="未" lastIdx="0" clrIdx="3192"/>
  <p:cmAuthor id="3194" name="未知的使用者7" initials="未" lastIdx="0" clrIdx="3193"/>
  <p:cmAuthor id="3195" name="未知的使用者8" initials="未" lastIdx="0" clrIdx="3194"/>
  <p:cmAuthor id="310148080" name="到底意难平" initials="到" lastIdx="1" clrIdx="1242"/>
  <p:cmAuthor id="3196" name="未知的使用者9" initials="未" lastIdx="0" clrIdx="3195"/>
  <p:cmAuthor id="3197" name="未知的使用者11" initials="未" lastIdx="0" clrIdx="3196"/>
  <p:cmAuthor id="3198" name="未知的使用者27" initials="未" lastIdx="0" clrIdx="3197"/>
  <p:cmAuthor id="3199" name="未知的使用者28" initials="未" lastIdx="0" clrIdx="3198"/>
  <p:cmAuthor id="3200" name="未知的使用者29" initials="未" lastIdx="0" clrIdx="3199"/>
  <p:cmAuthor id="3201" name="未知的使用者21" initials="未" lastIdx="0" clrIdx="3200"/>
  <p:cmAuthor id="3202" name="未知的使用者22" initials="未" lastIdx="0" clrIdx="3201"/>
  <p:cmAuthor id="1483810881" name="WPS_1679281038" initials="W" lastIdx="1" clrIdx="2"/>
  <p:cmAuthor id="3203" name="未知的使用者23" initials="未" lastIdx="0" clrIdx="3202"/>
  <p:cmAuthor id="3204" name="未知的使用者24" initials="未" lastIdx="0" clrIdx="3203"/>
  <p:cmAuthor id="3205" name="未知的使用者25" initials="未" lastIdx="0" clrIdx="3204"/>
  <p:cmAuthor id="3206" name="未知的使用者26" initials="未" lastIdx="0" clrIdx="3205"/>
  <p:cmAuthor id="3207" name="August" initials="A" lastIdx="0" clrIdx="3206"/>
  <p:cmAuthor id="3208" name="qihua-DCMS" initials="q" lastIdx="0" clrIdx="3207"/>
  <p:cmAuthor id="3209" name="YUMINGNJ" initials="Y" lastIdx="0" clrIdx="3208"/>
  <p:cmAuthor id="3210" name="daphne" initials="d" lastIdx="0" clrIdx="3209"/>
  <p:cmAuthor id="3211" name="Unknown User7" initials="U" lastIdx="0" clrIdx="3210"/>
  <p:cmAuthor id="3212" name="Unknown User8" initials="U" lastIdx="0" clrIdx="3211"/>
  <p:cmAuthor id="3213" name="Jason Wang" initials="J" lastIdx="0" clrIdx="3212"/>
  <p:cmAuthor id="560864024" name="朝五晚九。" initials="朝" lastIdx="6" clrIdx="785"/>
  <p:cmAuthor id="3214" name="未知的使用者3" initials="未" lastIdx="0" clrIdx="3213"/>
  <p:cmAuthor id="3215" name="qiantong" initials="q" lastIdx="0" clrIdx="3214"/>
  <p:cmAuthor id="3216" name="116304" initials="1" lastIdx="0" clrIdx="3215"/>
  <p:cmAuthor id="3217" name="未知的使用者16" initials="未" lastIdx="0" clrIdx="3216"/>
  <p:cmAuthor id="3218" name="未知的使用者30" initials="未" lastIdx="0" clrIdx="3217"/>
  <p:cmAuthor id="3219" name="未知的使用者31" initials="未" lastIdx="0" clrIdx="3218"/>
  <p:cmAuthor id="3220" name="未知的使用者32" initials="未" lastIdx="0" clrIdx="3219"/>
  <p:cmAuthor id="3221" name="未知的使用者53" initials="未" lastIdx="0" clrIdx="3220"/>
  <p:cmAuthor id="3222" name="未知的使用者46" initials="未" lastIdx="0" clrIdx="3221"/>
  <p:cmAuthor id="3223" name="yuanzh" initials="y" lastIdx="0" clrIdx="3222"/>
  <p:cmAuthor id="3224" name="曾红" initials="曾" lastIdx="0" clrIdx="3223"/>
  <p:cmAuthor id="3225" name="mm" initials="m" lastIdx="0" clrIdx="3224"/>
  <p:cmAuthor id="3226" name="liupeng" initials="l" lastIdx="0" clrIdx="3225"/>
  <p:cmAuthor id="3227" name="周宏達JerryChou" initials="周" lastIdx="0" clrIdx="3226"/>
  <p:cmAuthor id="3228" name="luxu" initials="l" lastIdx="0" clrIdx="3227"/>
  <p:cmAuthor id="3229" name="hl sun" initials="h" lastIdx="0" clrIdx="3228"/>
  <p:cmAuthor id="3230" name="未知的使用者50" initials="未" lastIdx="0" clrIdx="3229"/>
  <p:cmAuthor id="3231" name="未知的使用者48" initials="未" lastIdx="0" clrIdx="3230"/>
  <p:cmAuthor id="3232" name="未知的使用者49" initials="未" lastIdx="0" clrIdx="3231"/>
  <p:cmAuthor id="3233" name="Mary Feil-Jacobs" initials="M" lastIdx="0" clrIdx="3232"/>
  <p:cmAuthor id="3234" name="朱晓瑜" initials="朱" lastIdx="0" clrIdx="3233"/>
  <p:cmAuthor id="3235" name="djj" initials="d" lastIdx="0" clrIdx="3234"/>
  <p:cmAuthor id="3236" name="張秀娟" initials="張" lastIdx="0" clrIdx="3235"/>
  <p:cmAuthor id="3237" name="lianghb" initials="l" lastIdx="0" clrIdx="3236"/>
  <p:cmAuthor id="3238" name="Shawna Strickland" initials="S" lastIdx="0" clrIdx="3237"/>
  <p:cmAuthor id="3239" name="linyd" initials="l" lastIdx="0" clrIdx="3238"/>
  <p:cmAuthor id="3240" name="Ashley Eberenz" initials="A" lastIdx="0" clrIdx="3239"/>
  <p:cmAuthor id="3241" name="muzi wei" initials="m" lastIdx="0" clrIdx="3240"/>
  <p:cmAuthor id="3242" name="LeeElva" initials="L" lastIdx="0" clrIdx="3241"/>
  <p:cmAuthor id="3243" name="唐可欣" initials="唐" lastIdx="0" clrIdx="3242"/>
  <p:cmAuthor id="3244" name="未知的使用者36" initials="未" lastIdx="0" clrIdx="3243"/>
  <p:cmAuthor id="3245" name="未知的使用者35" initials="未" lastIdx="0" clrIdx="3244"/>
  <p:cmAuthor id="3246" name="未知的使用者33" initials="未" lastIdx="0" clrIdx="3245"/>
  <p:cmAuthor id="3247" name="王鹏凯" initials="王" lastIdx="0" clrIdx="3246"/>
  <p:cmAuthor id="3248" name="未知的使用者34" initials="未" lastIdx="0" clrIdx="3247"/>
  <p:cmAuthor id="3249" name="未知的使用者37" initials="未" lastIdx="0" clrIdx="3248"/>
  <p:cmAuthor id="3250" name="Harry xu" initials="H" lastIdx="0" clrIdx="3249"/>
  <p:cmAuthor id="3251" name="未知的使用者59" initials="未" lastIdx="0" clrIdx="3250"/>
  <p:cmAuthor id="3252" name="未知的使用者60" initials="未" lastIdx="0" clrIdx="3251"/>
  <p:cmAuthor id="3253" name="未知的使用者54" initials="未" lastIdx="0" clrIdx="3252"/>
  <p:cmAuthor id="3254" name="未知的使用者56" initials="未" lastIdx="0" clrIdx="3253"/>
  <p:cmAuthor id="3255" name="未知的使用者61" initials="未" lastIdx="0" clrIdx="3254"/>
  <p:cmAuthor id="3256" name="未知的使用者62" initials="未" lastIdx="0" clrIdx="3255"/>
  <p:cmAuthor id="3257" name="未知的使用者58" initials="未" lastIdx="0" clrIdx="3256"/>
  <p:cmAuthor id="3258" name="未知的使用者120" initials="未" lastIdx="0" clrIdx="3257"/>
  <p:cmAuthor id="3259" name="未知的使用者109" initials="未" lastIdx="0" clrIdx="3258"/>
  <p:cmAuthor id="3260" name="未知的使用者110" initials="未" lastIdx="0" clrIdx="3259"/>
  <p:cmAuthor id="3261" name="未知的使用者111" initials="未" lastIdx="0" clrIdx="3260"/>
  <p:cmAuthor id="3262" name="未知的使用者121" initials="未" lastIdx="0" clrIdx="3261"/>
  <p:cmAuthor id="3263" name="thomas" initials="t" lastIdx="0" clrIdx="3262"/>
  <p:cmAuthor id="3264" name="未知的使用者113" initials="未" lastIdx="0" clrIdx="3263"/>
  <p:cmAuthor id="3265" name="未知的使用者125" initials="未" lastIdx="0" clrIdx="3264"/>
  <p:cmAuthor id="3266" name="未知的使用者118" initials="未" lastIdx="0" clrIdx="3265"/>
  <p:cmAuthor id="371085845" name="吕雪莹" initials="吕" lastIdx="1571355" clrIdx="0"/>
  <p:cmAuthor id="3267" name="未知的使用者126" initials="未" lastIdx="0" clrIdx="3266"/>
  <p:cmAuthor id="371085846" name="杨 树林" initials="杨" lastIdx="1" clrIdx="8"/>
  <p:cmAuthor id="3268" name="未知用户59" initials="未" lastIdx="0" clrIdx="3267"/>
  <p:cmAuthor id="371085847" name="田 斌" initials="田" lastIdx="1" clrIdx="9"/>
  <p:cmAuthor id="3269" name="yuexuejun" initials="y" lastIdx="0" clrIdx="3268"/>
  <p:cmAuthor id="3270" name="未知的使用者74" initials="未" lastIdx="0" clrIdx="3269"/>
  <p:cmAuthor id="3271" name="未知的使用者76" initials="未" lastIdx="0" clrIdx="3270"/>
  <p:cmAuthor id="3272" name="未知的使用者73" initials="未" lastIdx="0" clrIdx="3271"/>
  <p:cmAuthor id="3273" name="未知的使用者67" initials="未" lastIdx="0" clrIdx="3272"/>
  <p:cmAuthor id="3274" name="未知的使用者43" initials="未" lastIdx="0" clrIdx="3273"/>
  <p:cmAuthor id="3275" name="未知的使用者40" initials="未" lastIdx="0" clrIdx="3274"/>
  <p:cmAuthor id="3276" name="未知的使用者55" initials="未" lastIdx="0" clrIdx="3275"/>
  <p:cmAuthor id="3277" name="未知的使用者72" initials="未" lastIdx="0" clrIdx="3276"/>
  <p:cmAuthor id="3278" name="未知的使用者71" initials="未" lastIdx="0" clrIdx="3277"/>
  <p:cmAuthor id="3279" name="不明使用者20" initials="不" lastIdx="0" clrIdx="3278"/>
  <p:cmAuthor id="3280" name="不明使用者21" initials="不" lastIdx="0" clrIdx="3279"/>
  <p:cmAuthor id="3281" name="不明使用者18" initials="不" lastIdx="0" clrIdx="3280"/>
  <p:cmAuthor id="3282" name="不明使用者19" initials="不" lastIdx="0" clrIdx="3281"/>
  <p:cmAuthor id="3283" name="未知的使用者95" initials="未" lastIdx="0" clrIdx="3282"/>
  <p:cmAuthor id="3284" name="未知的使用者92" initials="未" lastIdx="0" clrIdx="3283"/>
  <p:cmAuthor id="3285" name="未知的使用者93" initials="未" lastIdx="0" clrIdx="3284"/>
  <p:cmAuthor id="3286" name="未知的使用者94" initials="未" lastIdx="0" clrIdx="328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8810"/>
    <a:srgbClr val="FCAD36"/>
    <a:srgbClr val="FB9E13"/>
    <a:srgbClr val="5B2413"/>
    <a:srgbClr val="E81B1B"/>
    <a:srgbClr val="CC3300"/>
    <a:srgbClr val="FFCCCC"/>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1" autoAdjust="0"/>
    <p:restoredTop sz="94660"/>
  </p:normalViewPr>
  <p:slideViewPr>
    <p:cSldViewPr snapToGrid="0">
      <p:cViewPr varScale="1">
        <p:scale>
          <a:sx n="88" d="100"/>
          <a:sy n="88" d="100"/>
        </p:scale>
        <p:origin x="72" y="57"/>
      </p:cViewPr>
      <p:guideLst/>
    </p:cSldViewPr>
  </p:slideViewPr>
  <p:notesTextViewPr>
    <p:cViewPr>
      <p:scale>
        <a:sx n="1" d="1"/>
        <a:sy n="1" d="1"/>
      </p:scale>
      <p:origin x="0" y="0"/>
    </p:cViewPr>
  </p:notesTextViewPr>
  <p:sorterViewPr>
    <p:cViewPr varScale="1">
      <p:scale>
        <a:sx n="1" d="1"/>
        <a:sy n="1" d="1"/>
      </p:scale>
      <p:origin x="0" y="-1151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presProps" Target="pres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commentAuthors" Target="commentAuthors.xml"/><Relationship Id="rId8" Type="http://schemas.openxmlformats.org/officeDocument/2006/relationships/slideMaster" Target="slideMasters/slideMaster8.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handoutMaster" Target="handoutMasters/handoutMaster1.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微软雅黑" panose="020B0503020204020204" charset="-122"/>
              </a:rPr>
              <a:t>2026/6/9</a:t>
            </a:fld>
            <a:endParaRPr lang="zh-CN" altLang="en-US">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微软雅黑" panose="020B0503020204020204" charset="-122"/>
              </a:rPr>
              <a:t>‹#›</a:t>
            </a:fld>
            <a:endParaRPr lang="zh-CN" altLang="en-US">
              <a:cs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cs typeface="微软雅黑" panose="020B0503020204020204" charset="-122"/>
              </a:defRPr>
            </a:lvl1pPr>
          </a:lstStyle>
          <a:p>
            <a:fld id="{8F028384-40A3-49B1-931E-0D6951C6FCCD}" type="datetimeFigureOut">
              <a:rPr lang="zh-CN" altLang="en-US" smtClean="0"/>
              <a:t>2026/6/9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微软雅黑" panose="020B0503020204020204" charset="-122"/>
              </a:defRPr>
            </a:lvl1pPr>
          </a:lstStyle>
          <a:p>
            <a:fld id="{088FE566-E90A-46B6-BC24-894D3FA6FAE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微软雅黑" panose="020B0503020204020204" charset="-122"/>
      </a:defRPr>
    </a:lvl1pPr>
    <a:lvl2pPr marL="457200" algn="l" defTabSz="914400" rtl="0" eaLnBrk="1" latinLnBrk="0" hangingPunct="1">
      <a:defRPr sz="1200" kern="1200">
        <a:solidFill>
          <a:schemeClr val="tx1"/>
        </a:solidFill>
        <a:latin typeface="+mn-lt"/>
        <a:ea typeface="+mn-ea"/>
        <a:cs typeface="微软雅黑" panose="020B0503020204020204" charset="-122"/>
      </a:defRPr>
    </a:lvl2pPr>
    <a:lvl3pPr marL="914400" algn="l" defTabSz="914400" rtl="0" eaLnBrk="1" latinLnBrk="0" hangingPunct="1">
      <a:defRPr sz="1200" kern="1200">
        <a:solidFill>
          <a:schemeClr val="tx1"/>
        </a:solidFill>
        <a:latin typeface="+mn-lt"/>
        <a:ea typeface="+mn-ea"/>
        <a:cs typeface="微软雅黑" panose="020B0503020204020204" charset="-122"/>
      </a:defRPr>
    </a:lvl3pPr>
    <a:lvl4pPr marL="1371600" algn="l" defTabSz="914400" rtl="0" eaLnBrk="1" latinLnBrk="0" hangingPunct="1">
      <a:defRPr sz="1200" kern="1200">
        <a:solidFill>
          <a:schemeClr val="tx1"/>
        </a:solidFill>
        <a:latin typeface="+mn-lt"/>
        <a:ea typeface="+mn-ea"/>
        <a:cs typeface="微软雅黑" panose="020B0503020204020204" charset="-122"/>
      </a:defRPr>
    </a:lvl4pPr>
    <a:lvl5pPr marL="1828800" algn="l" defTabSz="914400" rtl="0" eaLnBrk="1" latinLnBrk="0" hangingPunct="1">
      <a:defRPr sz="1200" kern="1200">
        <a:solidFill>
          <a:schemeClr val="tx1"/>
        </a:solidFill>
        <a:latin typeface="+mn-lt"/>
        <a:ea typeface="+mn-ea"/>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本模板为微信公众号欢乐</a:t>
            </a:r>
            <a:r>
              <a:rPr lang="en-US" altLang="zh-CN"/>
              <a:t>PPT</a:t>
            </a:r>
            <a:r>
              <a:rPr lang="zh-CN" altLang="en-US"/>
              <a:t>原创模板
本模板在</a:t>
            </a:r>
            <a:r>
              <a:rPr lang="en-US" altLang="zh-CN"/>
              <a:t>PPT</a:t>
            </a:r>
            <a:r>
              <a:rPr lang="zh-CN" altLang="en-US"/>
              <a:t>插件：“</a:t>
            </a:r>
            <a:r>
              <a:rPr lang="en-US" altLang="zh-CN"/>
              <a:t>PPT</a:t>
            </a:r>
            <a:r>
              <a:rPr lang="zh-CN" altLang="en-US"/>
              <a:t>超市”内发布
请勿擅自传播，侵权必究</a:t>
            </a:r>
            <a:endParaRPr lang="zh-CN" altLang="en-US" dirty="0"/>
          </a:p>
        </p:txBody>
      </p:sp>
      <p:sp>
        <p:nvSpPr>
          <p:cNvPr id="4" name="灯片编号占位符 3"/>
          <p:cNvSpPr>
            <a:spLocks noGrp="1"/>
          </p:cNvSpPr>
          <p:nvPr>
            <p:ph type="sldNum" sz="quarter" idx="10"/>
          </p:nvPr>
        </p:nvSpPr>
        <p:spPr/>
        <p:txBody>
          <a:bodyPr/>
          <a:lstStyle/>
          <a:p>
            <a:fld id="{2D92F49B-856E-4D35-A4FA-77BC0D9CA6F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本模板为微信公众号欢乐</a:t>
            </a:r>
            <a:r>
              <a:rPr lang="en-US" altLang="zh-CN"/>
              <a:t>PPT</a:t>
            </a:r>
            <a:r>
              <a:rPr lang="zh-CN" altLang="en-US"/>
              <a:t>原创模板
本模板在</a:t>
            </a:r>
            <a:r>
              <a:rPr lang="en-US" altLang="zh-CN"/>
              <a:t>PPT</a:t>
            </a:r>
            <a:r>
              <a:rPr lang="zh-CN" altLang="en-US"/>
              <a:t>插件：“</a:t>
            </a:r>
            <a:r>
              <a:rPr lang="en-US" altLang="zh-CN"/>
              <a:t>PPT</a:t>
            </a:r>
            <a:r>
              <a:rPr lang="zh-CN" altLang="en-US"/>
              <a:t>超市”内发布
请勿擅自传播，侵权必究</a:t>
            </a:r>
          </a:p>
        </p:txBody>
      </p:sp>
      <p:sp>
        <p:nvSpPr>
          <p:cNvPr id="4" name="灯片编号占位符 3"/>
          <p:cNvSpPr>
            <a:spLocks noGrp="1"/>
          </p:cNvSpPr>
          <p:nvPr>
            <p:ph type="sldNum" sz="quarter" idx="10"/>
          </p:nvPr>
        </p:nvSpPr>
        <p:spPr/>
        <p:txBody>
          <a:bodyPr/>
          <a:lstStyle/>
          <a:p>
            <a:fld id="{2D92F49B-856E-4D35-A4FA-77BC0D9CA6F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15259-AAE8-4468-9C45-9A4AF1EFE75A}"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15259-AAE8-4468-9C45-9A4AF1EFE75A}"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3" name="幻灯片图像占位符 282"/>
          <p:cNvSpPr>
            <a:spLocks noGrp="1" noRot="1" noChangeAspect="1"/>
          </p:cNvSpPr>
          <p:nvPr>
            <p:ph type="sldImg"/>
          </p:nvPr>
        </p:nvSpPr>
        <p:spPr>
          <a:xfrm>
            <a:off x="685800" y="1143000"/>
            <a:ext cx="5486400" cy="3086100"/>
          </a:xfrm>
          <a:prstGeom prst="rect">
            <a:avLst/>
          </a:prstGeom>
          <a:ln w="12700" cap="flat" cmpd="sng">
            <a:solidFill>
              <a:srgbClr val="000000"/>
            </a:solidFill>
            <a:prstDash val="solid"/>
            <a:miter/>
            <a:headEnd type="none" w="med" len="med"/>
            <a:tailEnd type="none" w="med" len="med"/>
          </a:ln>
        </p:spPr>
      </p:sp>
      <p:sp>
        <p:nvSpPr>
          <p:cNvPr id="284" name="文本占位符 283"/>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r>
              <a:rPr lang="zh-CN" altLang="en-US"/>
              <a:t>单击此处添加备注</a:t>
            </a:r>
          </a:p>
        </p:txBody>
      </p:sp>
      <p:sp>
        <p:nvSpPr>
          <p:cNvPr id="285" name="编号占位符"/>
          <p:cNvSpPr>
            <a:spLocks noGrp="1"/>
          </p:cNvSpPr>
          <p:nvPr>
            <p:ph type="sldNum"/>
          </p:nvPr>
        </p:nvSpPr>
        <p:spPr>
          <a:xfrm>
            <a:off x="3884613" y="8685213"/>
            <a:ext cx="2971797" cy="458782"/>
          </a:xfrm>
          <a:prstGeom prst="rect">
            <a:avLst/>
          </a:prstGeom>
          <a:noFill/>
          <a:ln w="9525" cap="flat" cmpd="sng">
            <a:noFill/>
            <a:prstDash val="solid"/>
            <a:miter/>
          </a:ln>
        </p:spPr>
        <p:txBody>
          <a:bodyPr vert="horz" wrap="square" lIns="91440" tIns="45720" rIns="91440" bIns="45720" anchor="b" anchorCtr="0">
            <a:noAutofit/>
          </a:bodyPr>
          <a:lstStyle/>
          <a:p>
            <a:pPr defTabSz="864235"/>
            <a:fld id="{CAD2D6BD-DE1B-4B5F-8B41-2702339687B9}" type="slidenum">
              <a:rPr lang="en-US" altLang="zh-CN" sz="1200" kern="1200">
                <a:solidFill>
                  <a:schemeClr val="tx1"/>
                </a:solidFill>
                <a:latin typeface="等线" panose="02010600030101010101" charset="-122"/>
                <a:ea typeface="等线" panose="02010600030101010101" charset="-122"/>
                <a:cs typeface="等线" panose="02010600030101010101" charset="-122"/>
              </a:rPr>
              <a:t>11</a:t>
            </a:fld>
            <a:endParaRPr lang="zh-CN" altLang="en-US" sz="1200" kern="1200">
              <a:solidFill>
                <a:schemeClr val="tx1"/>
              </a:solidFill>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0" name="幻灯片图像占位符 589"/>
          <p:cNvSpPr>
            <a:spLocks noGrp="1" noRot="1" noChangeAspect="1"/>
          </p:cNvSpPr>
          <p:nvPr>
            <p:ph type="sldImg" idx="2"/>
          </p:nvPr>
        </p:nvSpPr>
        <p:spPr>
          <a:xfrm>
            <a:off x="482600" y="1279525"/>
            <a:ext cx="6140450" cy="3454400"/>
          </a:xfrm>
          <a:prstGeom prst="rect">
            <a:avLst/>
          </a:prstGeom>
          <a:ln w="12700" cap="flat" cmpd="sng">
            <a:solidFill>
              <a:srgbClr val="000000"/>
            </a:solidFill>
            <a:prstDash val="solid"/>
            <a:round/>
            <a:headEnd type="none" w="med" len="med"/>
            <a:tailEnd type="none" w="med" len="med"/>
          </a:ln>
        </p:spPr>
      </p:sp>
      <p:sp>
        <p:nvSpPr>
          <p:cNvPr id="591" name="文本占位符 590"/>
          <p:cNvSpPr>
            <a:spLocks noGrp="1"/>
          </p:cNvSpPr>
          <p:nvPr>
            <p:ph type="body" idx="3"/>
          </p:nvPr>
        </p:nvSpPr>
        <p:spPr>
          <a:xfrm>
            <a:off x="711200" y="4926013"/>
            <a:ext cx="5683249" cy="4029071"/>
          </a:xfrm>
          <a:prstGeom prst="rect">
            <a:avLst/>
          </a:prstGeom>
          <a:noFill/>
          <a:ln w="9525" cap="flat" cmpd="sng">
            <a:noFill/>
            <a:prstDash val="solid"/>
            <a:miter/>
          </a:ln>
        </p:spPr>
        <p:txBody>
          <a:bodyPr vert="horz" wrap="square" lIns="91440" tIns="45720" rIns="91440" bIns="45720" anchor="t" anchorCtr="0">
            <a:noAutofit/>
          </a:bodyPr>
          <a:lstStyle/>
          <a:p>
            <a:r>
              <a:rPr lang="zh-CN" altLang="en-US"/>
              <a:t>存量经营4+潜客提升2，都是排序名单，前6个必须做，后面9个，用四步法做产能创收，存量里长维护最重要。加进来四步法，日常维护</a:t>
            </a:r>
          </a:p>
        </p:txBody>
      </p:sp>
      <p:sp>
        <p:nvSpPr>
          <p:cNvPr id="592" name="编号占位符"/>
          <p:cNvSpPr>
            <a:spLocks noGrp="1"/>
          </p:cNvSpPr>
          <p:nvPr>
            <p:ph type="sldNum"/>
          </p:nvPr>
        </p:nvSpPr>
        <p:spPr>
          <a:xfrm>
            <a:off x="4024313" y="9721850"/>
            <a:ext cx="3078162" cy="512760"/>
          </a:xfrm>
          <a:prstGeom prst="rect">
            <a:avLst/>
          </a:prstGeom>
          <a:noFill/>
          <a:ln w="9525" cap="flat" cmpd="sng">
            <a:noFill/>
            <a:prstDash val="solid"/>
            <a:miter/>
          </a:ln>
        </p:spPr>
        <p:txBody>
          <a:bodyPr vert="horz" wrap="square" lIns="91440" tIns="45720" rIns="91440" bIns="45720" anchor="b" anchorCtr="0">
            <a:noAutofit/>
          </a:bodyPr>
          <a:lstStyle/>
          <a:p>
            <a:fld id="{CAD2D6BD-DE1B-4B5F-8B41-2702339687B9}" type="slidenum">
              <a:rPr lang="en-US" altLang="zh-CN" sz="1200">
                <a:latin typeface="微软雅黑" panose="020B0503020204020204" charset="-122"/>
                <a:ea typeface="微软雅黑" panose="020B0503020204020204" charset="-122"/>
                <a:cs typeface="微软雅黑" panose="020B0503020204020204" charset="-122"/>
              </a:rPr>
              <a:t>12</a:t>
            </a:fld>
            <a:endParaRPr lang="zh-CN" altLang="en-US" sz="1200">
              <a:latin typeface="微软雅黑" panose="020B0503020204020204" charset="-122"/>
              <a:ea typeface="微软雅黑" panose="020B0503020204020204" charset="-122"/>
              <a:cs typeface="微软雅黑" panose="020B050302020402020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本模板为微信公众号欢乐</a:t>
            </a:r>
            <a:r>
              <a:rPr lang="en-US" altLang="zh-CN"/>
              <a:t>PPT</a:t>
            </a:r>
            <a:r>
              <a:rPr lang="zh-CN" altLang="en-US"/>
              <a:t>原创模板
本模板在</a:t>
            </a:r>
            <a:r>
              <a:rPr lang="en-US" altLang="zh-CN"/>
              <a:t>PPT</a:t>
            </a:r>
            <a:r>
              <a:rPr lang="zh-CN" altLang="en-US"/>
              <a:t>插件：“</a:t>
            </a:r>
            <a:r>
              <a:rPr lang="en-US" altLang="zh-CN"/>
              <a:t>PPT</a:t>
            </a:r>
            <a:r>
              <a:rPr lang="zh-CN" altLang="en-US"/>
              <a:t>超市”内发布
请勿擅自传播，侵权必究</a:t>
            </a:r>
          </a:p>
        </p:txBody>
      </p:sp>
      <p:sp>
        <p:nvSpPr>
          <p:cNvPr id="4" name="灯片编号占位符 3"/>
          <p:cNvSpPr>
            <a:spLocks noGrp="1"/>
          </p:cNvSpPr>
          <p:nvPr>
            <p:ph type="sldNum" sz="quarter" idx="10"/>
          </p:nvPr>
        </p:nvSpPr>
        <p:spPr/>
        <p:txBody>
          <a:bodyPr/>
          <a:lstStyle/>
          <a:p>
            <a:fld id="{2D92F49B-856E-4D35-A4FA-77BC0D9CA6F7}" type="slidenum">
              <a:rPr lang="zh-CN" altLang="en-US" smtClean="0"/>
              <a:t>13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C1ADE45-3482-4339-A42C-70E2538ED03D}" type="slidenum">
              <a:rPr lang="zh-CN" altLang="en-US" smtClean="0"/>
              <a:t>17</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26</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29</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31</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33</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1956-8E54-0304-1778-A11CED4ED50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6E07B2-CB7A-F7C3-ADE3-1CA36D63D64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a:extLst>
              <a:ext uri="{FF2B5EF4-FFF2-40B4-BE49-F238E27FC236}">
                <a16:creationId xmlns:a16="http://schemas.microsoft.com/office/drawing/2014/main" id="{EBA54326-4B79-5888-1088-5FF9CEBE422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a:extLst>
              <a:ext uri="{FF2B5EF4-FFF2-40B4-BE49-F238E27FC236}">
                <a16:creationId xmlns:a16="http://schemas.microsoft.com/office/drawing/2014/main" id="{C0294574-F62C-0220-BD3E-947E5796A82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BF92F07-5638-922C-B8AE-03B334C5A58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大家好，今天我们来深入剖析终身寿险的架构。这张图谱清晰地展示了投保人、被保险人和受益人这三个核心角色，在资产权利、法律权利和税收架构三个维度上的不同权益和责任。</a:t>
            </a:r>
          </a:p>
          <a:p>
            <a:pPr indent="0" algn="l">
              <a:lnSpc>
                <a:spcPct val="100000"/>
              </a:lnSpc>
            </a:pPr>
            <a:r>
              <a:rPr lang="en-US" sz="1400" b="0" i="0" u="none" strike="noStrike">
                <a:solidFill>
                  <a:srgbClr val="000000"/>
                </a:solidFill>
              </a:rPr>
              <a:t>通过这张图，我们可以一目了然地看到：</a:t>
            </a:r>
          </a:p>
          <a:p>
            <a:pPr indent="0" algn="l">
              <a:lnSpc>
                <a:spcPct val="100000"/>
              </a:lnSpc>
            </a:pPr>
            <a:r>
              <a:rPr lang="en-US" sz="1400" b="0" i="0" u="none" strike="noStrike">
                <a:solidFill>
                  <a:srgbClr val="000000"/>
                </a:solidFill>
              </a:rPr>
              <a:t>1. 投保人（红色列）：拥有现金价值和多种合同权利，是保单的所有者，但也承担着主要的税务责任。</a:t>
            </a:r>
          </a:p>
          <a:p>
            <a:pPr indent="0" algn="l">
              <a:lnSpc>
                <a:spcPct val="100000"/>
              </a:lnSpc>
            </a:pPr>
            <a:r>
              <a:rPr lang="en-US" sz="1400" b="0" i="0" u="none" strike="noStrike">
                <a:solidFill>
                  <a:srgbClr val="000000"/>
                </a:solidFill>
              </a:rPr>
              <a:t>2. 被保险人（绿色列）：虽然不拥有保单资产，但享有指定受益人的建议权，是保险标的的载体。</a:t>
            </a:r>
          </a:p>
          <a:p>
            <a:pPr indent="0" algn="l">
              <a:lnSpc>
                <a:spcPct val="100000"/>
              </a:lnSpc>
            </a:pPr>
            <a:r>
              <a:rPr lang="en-US" sz="1400" b="0" i="0" u="none" strike="noStrike">
                <a:solidFill>
                  <a:srgbClr val="000000"/>
                </a:solidFill>
              </a:rPr>
              <a:t>3. 受益人（黄色列）：享有身故受益金的请求权，但在税收上也需要根据不同地区的政策进行考量。</a:t>
            </a:r>
          </a:p>
          <a:p>
            <a:pPr indent="0" algn="l">
              <a:lnSpc>
                <a:spcPct val="100000"/>
              </a:lnSpc>
            </a:pPr>
            <a:r>
              <a:rPr lang="en-US" sz="1400" b="0" i="0" u="none" strike="noStrike">
                <a:solidFill>
                  <a:srgbClr val="000000"/>
                </a:solidFill>
              </a:rPr>
              <a:t>这张图对于我们理解和设计寿险方案至关重要，希望能帮助大家更好地进行资产规划。</a:t>
            </a:r>
          </a:p>
        </p:txBody>
      </p:sp>
      <p:sp>
        <p:nvSpPr>
          <p:cNvPr id="6" name="Footer Placeholder 5">
            <a:extLst>
              <a:ext uri="{FF2B5EF4-FFF2-40B4-BE49-F238E27FC236}">
                <a16:creationId xmlns:a16="http://schemas.microsoft.com/office/drawing/2014/main" id="{D082026B-E171-C014-CF76-595C2DB149A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a:extLst>
              <a:ext uri="{FF2B5EF4-FFF2-40B4-BE49-F238E27FC236}">
                <a16:creationId xmlns:a16="http://schemas.microsoft.com/office/drawing/2014/main" id="{C8E22C71-B8AA-4E01-346C-55B76DEEA3C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extLst>
      <p:ext uri="{BB962C8B-B14F-4D97-AF65-F5344CB8AC3E}">
        <p14:creationId xmlns:p14="http://schemas.microsoft.com/office/powerpoint/2010/main" val="2346085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本模板为微信公众号欢乐</a:t>
            </a:r>
            <a:r>
              <a:rPr lang="en-US" altLang="zh-CN"/>
              <a:t>PPT</a:t>
            </a:r>
            <a:r>
              <a:rPr lang="zh-CN" altLang="en-US"/>
              <a:t>原创模板
本模板在</a:t>
            </a:r>
            <a:r>
              <a:rPr lang="en-US" altLang="zh-CN"/>
              <a:t>PPT</a:t>
            </a:r>
            <a:r>
              <a:rPr lang="zh-CN" altLang="en-US"/>
              <a:t>插件：“</a:t>
            </a:r>
            <a:r>
              <a:rPr lang="en-US" altLang="zh-CN"/>
              <a:t>PPT</a:t>
            </a:r>
            <a:r>
              <a:rPr lang="zh-CN" altLang="en-US"/>
              <a:t>超市”内发布
请勿擅自传播，侵权必究</a:t>
            </a:r>
            <a:endParaRPr lang="zh-CN" altLang="en-US" dirty="0"/>
          </a:p>
        </p:txBody>
      </p:sp>
      <p:sp>
        <p:nvSpPr>
          <p:cNvPr id="4" name="灯片编号占位符 3"/>
          <p:cNvSpPr>
            <a:spLocks noGrp="1"/>
          </p:cNvSpPr>
          <p:nvPr>
            <p:ph type="sldNum" sz="quarter" idx="10"/>
          </p:nvPr>
        </p:nvSpPr>
        <p:spPr/>
        <p:txBody>
          <a:bodyPr/>
          <a:lstStyle/>
          <a:p>
            <a:fld id="{2D92F49B-856E-4D35-A4FA-77BC0D9CA6F7}" type="slidenum">
              <a:rPr lang="zh-CN" altLang="en-US" smtClean="0"/>
              <a:t>35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slideMaster" Target="../slideMasters/slideMaster1.xml"/><Relationship Id="rId2" Type="http://schemas.openxmlformats.org/officeDocument/2006/relationships/tags" Target="../tags/tag15.xml"/><Relationship Id="rId16" Type="http://schemas.openxmlformats.org/officeDocument/2006/relationships/tags" Target="../tags/tag29.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slideMaster" Target="../slideMasters/slideMaster1.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Master" Target="../slideMasters/slideMaster2.xml"/><Relationship Id="rId5" Type="http://schemas.openxmlformats.org/officeDocument/2006/relationships/tags" Target="../tags/tag65.xml"/><Relationship Id="rId4" Type="http://schemas.openxmlformats.org/officeDocument/2006/relationships/tags" Target="../tags/tag64.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Master" Target="../slideMasters/slideMaster2.xml"/><Relationship Id="rId5" Type="http://schemas.openxmlformats.org/officeDocument/2006/relationships/tags" Target="../tags/tag70.xml"/><Relationship Id="rId4" Type="http://schemas.openxmlformats.org/officeDocument/2006/relationships/tags" Target="../tags/tag69.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slideMaster" Target="../slideMasters/slideMaster2.xml"/><Relationship Id="rId5" Type="http://schemas.openxmlformats.org/officeDocument/2006/relationships/tags" Target="../tags/tag75.xml"/><Relationship Id="rId4" Type="http://schemas.openxmlformats.org/officeDocument/2006/relationships/tags" Target="../tags/tag74.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9"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slideMaster" Target="../slideMasters/slideMaster2.xml"/><Relationship Id="rId4" Type="http://schemas.openxmlformats.org/officeDocument/2006/relationships/tags" Target="../tags/tag93.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99.xml"/><Relationship Id="rId7"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Master" Target="../slideMasters/slideMaster2.xml"/><Relationship Id="rId5" Type="http://schemas.openxmlformats.org/officeDocument/2006/relationships/tags" Target="../tags/tag107.xml"/><Relationship Id="rId4" Type="http://schemas.openxmlformats.org/officeDocument/2006/relationships/tags" Target="../tags/tag106.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slideMaster" Target="../slideMasters/slideMaster2.xml"/><Relationship Id="rId4" Type="http://schemas.openxmlformats.org/officeDocument/2006/relationships/tags" Target="../tags/tag111.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slideMaster" Target="../slideMasters/slideMaster2.xml"/><Relationship Id="rId4" Type="http://schemas.openxmlformats.org/officeDocument/2006/relationships/tags" Target="../tags/tag11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8" Type="http://schemas.openxmlformats.org/officeDocument/2006/relationships/tags" Target="../tags/tag123.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slideMaster" Target="../slideMasters/slideMaster2.xml"/><Relationship Id="rId2" Type="http://schemas.openxmlformats.org/officeDocument/2006/relationships/tags" Target="../tags/tag128.xml"/><Relationship Id="rId16" Type="http://schemas.openxmlformats.org/officeDocument/2006/relationships/tags" Target="../tags/tag142.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tags" Target="../tags/tag155.xml"/><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tags" Target="../tags/tag154.xml"/><Relationship Id="rId17" Type="http://schemas.openxmlformats.org/officeDocument/2006/relationships/slideMaster" Target="../slideMasters/slideMaster2.xml"/><Relationship Id="rId2" Type="http://schemas.openxmlformats.org/officeDocument/2006/relationships/tags" Target="../tags/tag144.xml"/><Relationship Id="rId16" Type="http://schemas.openxmlformats.org/officeDocument/2006/relationships/tags" Target="../tags/tag158.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tags" Target="../tags/tag153.xml"/><Relationship Id="rId5" Type="http://schemas.openxmlformats.org/officeDocument/2006/relationships/tags" Target="../tags/tag147.xml"/><Relationship Id="rId15" Type="http://schemas.openxmlformats.org/officeDocument/2006/relationships/tags" Target="../tags/tag157.xml"/><Relationship Id="rId10" Type="http://schemas.openxmlformats.org/officeDocument/2006/relationships/tags" Target="../tags/tag152.xml"/><Relationship Id="rId4" Type="http://schemas.openxmlformats.org/officeDocument/2006/relationships/tags" Target="../tags/tag146.xml"/><Relationship Id="rId9" Type="http://schemas.openxmlformats.org/officeDocument/2006/relationships/tags" Target="../tags/tag151.xml"/><Relationship Id="rId14" Type="http://schemas.openxmlformats.org/officeDocument/2006/relationships/tags" Target="../tags/tag156.xm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slideMaster" Target="../slideMasters/slideMaster2.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180.xml"/><Relationship Id="rId13" Type="http://schemas.openxmlformats.org/officeDocument/2006/relationships/tags" Target="../tags/tag185.xml"/><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tags" Target="../tags/tag184.xml"/><Relationship Id="rId17" Type="http://schemas.openxmlformats.org/officeDocument/2006/relationships/slideMaster" Target="../slideMasters/slideMaster2.xml"/><Relationship Id="rId2" Type="http://schemas.openxmlformats.org/officeDocument/2006/relationships/tags" Target="../tags/tag174.xml"/><Relationship Id="rId16" Type="http://schemas.openxmlformats.org/officeDocument/2006/relationships/tags" Target="../tags/tag188.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tags" Target="../tags/tag183.xml"/><Relationship Id="rId5" Type="http://schemas.openxmlformats.org/officeDocument/2006/relationships/tags" Target="../tags/tag177.xml"/><Relationship Id="rId15" Type="http://schemas.openxmlformats.org/officeDocument/2006/relationships/tags" Target="../tags/tag18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 Id="rId14" Type="http://schemas.openxmlformats.org/officeDocument/2006/relationships/tags" Target="../tags/tag186.xm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tags" Target="../tags/tag201.xml"/><Relationship Id="rId3" Type="http://schemas.openxmlformats.org/officeDocument/2006/relationships/tags" Target="../tags/tag191.xml"/><Relationship Id="rId7" Type="http://schemas.openxmlformats.org/officeDocument/2006/relationships/tags" Target="../tags/tag195.xml"/><Relationship Id="rId12" Type="http://schemas.openxmlformats.org/officeDocument/2006/relationships/tags" Target="../tags/tag200.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5" Type="http://schemas.openxmlformats.org/officeDocument/2006/relationships/tags" Target="../tags/tag193.xml"/><Relationship Id="rId10" Type="http://schemas.openxmlformats.org/officeDocument/2006/relationships/tags" Target="../tags/tag198.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209.xml"/><Relationship Id="rId13" Type="http://schemas.openxmlformats.org/officeDocument/2006/relationships/tags" Target="../tags/tag214.xml"/><Relationship Id="rId3" Type="http://schemas.openxmlformats.org/officeDocument/2006/relationships/tags" Target="../tags/tag204.xml"/><Relationship Id="rId7" Type="http://schemas.openxmlformats.org/officeDocument/2006/relationships/tags" Target="../tags/tag208.xml"/><Relationship Id="rId12" Type="http://schemas.openxmlformats.org/officeDocument/2006/relationships/tags" Target="../tags/tag213.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11" Type="http://schemas.openxmlformats.org/officeDocument/2006/relationships/tags" Target="../tags/tag212.xml"/><Relationship Id="rId5" Type="http://schemas.openxmlformats.org/officeDocument/2006/relationships/tags" Target="../tags/tag206.xml"/><Relationship Id="rId15" Type="http://schemas.openxmlformats.org/officeDocument/2006/relationships/slideMaster" Target="../slideMasters/slideMaster2.xml"/><Relationship Id="rId10" Type="http://schemas.openxmlformats.org/officeDocument/2006/relationships/tags" Target="../tags/tag211.xml"/><Relationship Id="rId4" Type="http://schemas.openxmlformats.org/officeDocument/2006/relationships/tags" Target="../tags/tag205.xml"/><Relationship Id="rId9" Type="http://schemas.openxmlformats.org/officeDocument/2006/relationships/tags" Target="../tags/tag210.xml"/><Relationship Id="rId14" Type="http://schemas.openxmlformats.org/officeDocument/2006/relationships/tags" Target="../tags/tag215.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223.xml"/><Relationship Id="rId3" Type="http://schemas.openxmlformats.org/officeDocument/2006/relationships/tags" Target="../tags/tag218.xml"/><Relationship Id="rId7" Type="http://schemas.openxmlformats.org/officeDocument/2006/relationships/tags" Target="../tags/tag222.xml"/><Relationship Id="rId12" Type="http://schemas.openxmlformats.org/officeDocument/2006/relationships/slideMaster" Target="../slideMasters/slideMaster2.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tags" Target="../tags/tag226.xml"/><Relationship Id="rId5" Type="http://schemas.openxmlformats.org/officeDocument/2006/relationships/tags" Target="../tags/tag220.xml"/><Relationship Id="rId10" Type="http://schemas.openxmlformats.org/officeDocument/2006/relationships/tags" Target="../tags/tag225.xml"/><Relationship Id="rId4" Type="http://schemas.openxmlformats.org/officeDocument/2006/relationships/tags" Target="../tags/tag219.xml"/><Relationship Id="rId9" Type="http://schemas.openxmlformats.org/officeDocument/2006/relationships/tags" Target="../tags/tag224.xml"/></Relationships>
</file>

<file path=ppt/slideLayouts/_rels/slideLayout73.xml.rels><?xml version="1.0" encoding="UTF-8" standalone="yes"?>
<Relationships xmlns="http://schemas.openxmlformats.org/package/2006/relationships"><Relationship Id="rId8" Type="http://schemas.openxmlformats.org/officeDocument/2006/relationships/tags" Target="../tags/tag234.xml"/><Relationship Id="rId13" Type="http://schemas.openxmlformats.org/officeDocument/2006/relationships/tags" Target="../tags/tag239.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tags" Target="../tags/tag238.xml"/><Relationship Id="rId17" Type="http://schemas.openxmlformats.org/officeDocument/2006/relationships/slideMaster" Target="../slideMasters/slideMaster2.xml"/><Relationship Id="rId2" Type="http://schemas.openxmlformats.org/officeDocument/2006/relationships/tags" Target="../tags/tag228.xml"/><Relationship Id="rId16" Type="http://schemas.openxmlformats.org/officeDocument/2006/relationships/tags" Target="../tags/tag242.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tags" Target="../tags/tag237.xml"/><Relationship Id="rId5" Type="http://schemas.openxmlformats.org/officeDocument/2006/relationships/tags" Target="../tags/tag231.xml"/><Relationship Id="rId15" Type="http://schemas.openxmlformats.org/officeDocument/2006/relationships/tags" Target="../tags/tag241.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 Id="rId14" Type="http://schemas.openxmlformats.org/officeDocument/2006/relationships/tags" Target="../tags/tag240.xml"/></Relationships>
</file>

<file path=ppt/slideLayouts/_rels/slideLayout74.xml.rels><?xml version="1.0" encoding="UTF-8" standalone="yes"?>
<Relationships xmlns="http://schemas.openxmlformats.org/package/2006/relationships"><Relationship Id="rId8" Type="http://schemas.openxmlformats.org/officeDocument/2006/relationships/tags" Target="../tags/tag250.xml"/><Relationship Id="rId3" Type="http://schemas.openxmlformats.org/officeDocument/2006/relationships/tags" Target="../tags/tag245.xml"/><Relationship Id="rId7" Type="http://schemas.openxmlformats.org/officeDocument/2006/relationships/tags" Target="../tags/tag249.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slideMaster" Target="../slideMasters/slideMaster2.xml"/><Relationship Id="rId5" Type="http://schemas.openxmlformats.org/officeDocument/2006/relationships/tags" Target="../tags/tag247.xml"/><Relationship Id="rId10" Type="http://schemas.openxmlformats.org/officeDocument/2006/relationships/tags" Target="../tags/tag252.xml"/><Relationship Id="rId4" Type="http://schemas.openxmlformats.org/officeDocument/2006/relationships/tags" Target="../tags/tag246.xml"/><Relationship Id="rId9" Type="http://schemas.openxmlformats.org/officeDocument/2006/relationships/tags" Target="../tags/tag251.xml"/></Relationships>
</file>

<file path=ppt/slideLayouts/_rels/slideLayout75.xml.rels><?xml version="1.0" encoding="UTF-8" standalone="yes"?>
<Relationships xmlns="http://schemas.openxmlformats.org/package/2006/relationships"><Relationship Id="rId8" Type="http://schemas.openxmlformats.org/officeDocument/2006/relationships/tags" Target="../tags/tag260.xml"/><Relationship Id="rId3" Type="http://schemas.openxmlformats.org/officeDocument/2006/relationships/tags" Target="../tags/tag255.xml"/><Relationship Id="rId7" Type="http://schemas.openxmlformats.org/officeDocument/2006/relationships/tags" Target="../tags/tag259.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image" Target="../media/image4.jpeg"/><Relationship Id="rId5" Type="http://schemas.openxmlformats.org/officeDocument/2006/relationships/tags" Target="../tags/tag257.xml"/><Relationship Id="rId10" Type="http://schemas.openxmlformats.org/officeDocument/2006/relationships/slideMaster" Target="../slideMasters/slideMaster2.xml"/><Relationship Id="rId4" Type="http://schemas.openxmlformats.org/officeDocument/2006/relationships/tags" Target="../tags/tag256.xml"/><Relationship Id="rId9" Type="http://schemas.openxmlformats.org/officeDocument/2006/relationships/tags" Target="../tags/tag261.xml"/></Relationships>
</file>

<file path=ppt/slideLayouts/_rels/slideLayout76.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tags" Target="../tags/tag274.xml"/><Relationship Id="rId18" Type="http://schemas.openxmlformats.org/officeDocument/2006/relationships/tags" Target="../tags/tag279.xml"/><Relationship Id="rId3" Type="http://schemas.openxmlformats.org/officeDocument/2006/relationships/tags" Target="../tags/tag264.xml"/><Relationship Id="rId7" Type="http://schemas.openxmlformats.org/officeDocument/2006/relationships/tags" Target="../tags/tag268.xml"/><Relationship Id="rId12" Type="http://schemas.openxmlformats.org/officeDocument/2006/relationships/tags" Target="../tags/tag273.xml"/><Relationship Id="rId17" Type="http://schemas.openxmlformats.org/officeDocument/2006/relationships/tags" Target="../tags/tag278.xml"/><Relationship Id="rId2" Type="http://schemas.openxmlformats.org/officeDocument/2006/relationships/tags" Target="../tags/tag263.xml"/><Relationship Id="rId16" Type="http://schemas.openxmlformats.org/officeDocument/2006/relationships/tags" Target="../tags/tag277.xml"/><Relationship Id="rId20" Type="http://schemas.openxmlformats.org/officeDocument/2006/relationships/slideMaster" Target="../slideMasters/slideMaster2.xml"/><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5" Type="http://schemas.openxmlformats.org/officeDocument/2006/relationships/tags" Target="../tags/tag266.xml"/><Relationship Id="rId15" Type="http://schemas.openxmlformats.org/officeDocument/2006/relationships/tags" Target="../tags/tag276.xml"/><Relationship Id="rId10" Type="http://schemas.openxmlformats.org/officeDocument/2006/relationships/tags" Target="../tags/tag271.xml"/><Relationship Id="rId19" Type="http://schemas.openxmlformats.org/officeDocument/2006/relationships/tags" Target="../tags/tag280.xml"/><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tags" Target="../tags/tag275.xml"/></Relationships>
</file>

<file path=ppt/slideLayouts/_rels/slideLayout77.xml.rels><?xml version="1.0" encoding="UTF-8" standalone="yes"?>
<Relationships xmlns="http://schemas.openxmlformats.org/package/2006/relationships"><Relationship Id="rId8" Type="http://schemas.openxmlformats.org/officeDocument/2006/relationships/tags" Target="../tags/tag288.xml"/><Relationship Id="rId13" Type="http://schemas.openxmlformats.org/officeDocument/2006/relationships/tags" Target="../tags/tag293.xml"/><Relationship Id="rId18" Type="http://schemas.openxmlformats.org/officeDocument/2006/relationships/tags" Target="../tags/tag298.xml"/><Relationship Id="rId3" Type="http://schemas.openxmlformats.org/officeDocument/2006/relationships/tags" Target="../tags/tag283.xml"/><Relationship Id="rId7" Type="http://schemas.openxmlformats.org/officeDocument/2006/relationships/tags" Target="../tags/tag287.xml"/><Relationship Id="rId12" Type="http://schemas.openxmlformats.org/officeDocument/2006/relationships/tags" Target="../tags/tag292.xml"/><Relationship Id="rId17" Type="http://schemas.openxmlformats.org/officeDocument/2006/relationships/tags" Target="../tags/tag297.xml"/><Relationship Id="rId2" Type="http://schemas.openxmlformats.org/officeDocument/2006/relationships/tags" Target="../tags/tag282.xml"/><Relationship Id="rId16" Type="http://schemas.openxmlformats.org/officeDocument/2006/relationships/tags" Target="../tags/tag296.xml"/><Relationship Id="rId20" Type="http://schemas.openxmlformats.org/officeDocument/2006/relationships/slideMaster" Target="../slideMasters/slideMaster2.xml"/><Relationship Id="rId1" Type="http://schemas.openxmlformats.org/officeDocument/2006/relationships/tags" Target="../tags/tag281.xml"/><Relationship Id="rId6" Type="http://schemas.openxmlformats.org/officeDocument/2006/relationships/tags" Target="../tags/tag286.xml"/><Relationship Id="rId11" Type="http://schemas.openxmlformats.org/officeDocument/2006/relationships/tags" Target="../tags/tag291.xml"/><Relationship Id="rId5" Type="http://schemas.openxmlformats.org/officeDocument/2006/relationships/tags" Target="../tags/tag285.xml"/><Relationship Id="rId15" Type="http://schemas.openxmlformats.org/officeDocument/2006/relationships/tags" Target="../tags/tag295.xml"/><Relationship Id="rId10" Type="http://schemas.openxmlformats.org/officeDocument/2006/relationships/tags" Target="../tags/tag290.xml"/><Relationship Id="rId19" Type="http://schemas.openxmlformats.org/officeDocument/2006/relationships/tags" Target="../tags/tag299.xml"/><Relationship Id="rId4" Type="http://schemas.openxmlformats.org/officeDocument/2006/relationships/tags" Target="../tags/tag284.xml"/><Relationship Id="rId9" Type="http://schemas.openxmlformats.org/officeDocument/2006/relationships/tags" Target="../tags/tag289.xml"/><Relationship Id="rId14" Type="http://schemas.openxmlformats.org/officeDocument/2006/relationships/tags" Target="../tags/tag294.xml"/></Relationships>
</file>

<file path=ppt/slideLayouts/_rels/slideLayout78.xml.rels><?xml version="1.0" encoding="UTF-8" standalone="yes"?>
<Relationships xmlns="http://schemas.openxmlformats.org/package/2006/relationships"><Relationship Id="rId8" Type="http://schemas.openxmlformats.org/officeDocument/2006/relationships/tags" Target="../tags/tag307.xml"/><Relationship Id="rId3" Type="http://schemas.openxmlformats.org/officeDocument/2006/relationships/tags" Target="../tags/tag302.xml"/><Relationship Id="rId7" Type="http://schemas.openxmlformats.org/officeDocument/2006/relationships/tags" Target="../tags/tag306.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11" Type="http://schemas.openxmlformats.org/officeDocument/2006/relationships/slideMaster" Target="../slideMasters/slideMaster2.xml"/><Relationship Id="rId5" Type="http://schemas.openxmlformats.org/officeDocument/2006/relationships/tags" Target="../tags/tag304.xml"/><Relationship Id="rId10" Type="http://schemas.openxmlformats.org/officeDocument/2006/relationships/tags" Target="../tags/tag309.xml"/><Relationship Id="rId4" Type="http://schemas.openxmlformats.org/officeDocument/2006/relationships/tags" Target="../tags/tag303.xml"/><Relationship Id="rId9" Type="http://schemas.openxmlformats.org/officeDocument/2006/relationships/tags" Target="../tags/tag308.xml"/></Relationships>
</file>

<file path=ppt/slideLayouts/_rels/slideLayout79.xml.rels><?xml version="1.0" encoding="UTF-8" standalone="yes"?>
<Relationships xmlns="http://schemas.openxmlformats.org/package/2006/relationships"><Relationship Id="rId8" Type="http://schemas.openxmlformats.org/officeDocument/2006/relationships/tags" Target="../tags/tag317.xml"/><Relationship Id="rId13" Type="http://schemas.openxmlformats.org/officeDocument/2006/relationships/tags" Target="../tags/tag322.xml"/><Relationship Id="rId3" Type="http://schemas.openxmlformats.org/officeDocument/2006/relationships/tags" Target="../tags/tag312.xml"/><Relationship Id="rId7" Type="http://schemas.openxmlformats.org/officeDocument/2006/relationships/tags" Target="../tags/tag316.xml"/><Relationship Id="rId12" Type="http://schemas.openxmlformats.org/officeDocument/2006/relationships/tags" Target="../tags/tag321.xml"/><Relationship Id="rId17" Type="http://schemas.openxmlformats.org/officeDocument/2006/relationships/slideMaster" Target="../slideMasters/slideMaster2.xml"/><Relationship Id="rId2" Type="http://schemas.openxmlformats.org/officeDocument/2006/relationships/tags" Target="../tags/tag311.xml"/><Relationship Id="rId16" Type="http://schemas.openxmlformats.org/officeDocument/2006/relationships/tags" Target="../tags/tag325.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tags" Target="../tags/tag320.xml"/><Relationship Id="rId5" Type="http://schemas.openxmlformats.org/officeDocument/2006/relationships/tags" Target="../tags/tag314.xml"/><Relationship Id="rId15" Type="http://schemas.openxmlformats.org/officeDocument/2006/relationships/tags" Target="../tags/tag324.xml"/><Relationship Id="rId10" Type="http://schemas.openxmlformats.org/officeDocument/2006/relationships/tags" Target="../tags/tag319.xml"/><Relationship Id="rId4" Type="http://schemas.openxmlformats.org/officeDocument/2006/relationships/tags" Target="../tags/tag313.xml"/><Relationship Id="rId9" Type="http://schemas.openxmlformats.org/officeDocument/2006/relationships/tags" Target="../tags/tag318.xml"/><Relationship Id="rId14" Type="http://schemas.openxmlformats.org/officeDocument/2006/relationships/tags" Target="../tags/tag323.xml"/></Relationships>
</file>

<file path=ppt/slideLayouts/_rels/slideLayout80.xml.rels><?xml version="1.0" encoding="UTF-8" standalone="yes"?>
<Relationships xmlns="http://schemas.openxmlformats.org/package/2006/relationships"><Relationship Id="rId8" Type="http://schemas.openxmlformats.org/officeDocument/2006/relationships/tags" Target="../tags/tag333.xml"/><Relationship Id="rId13" Type="http://schemas.openxmlformats.org/officeDocument/2006/relationships/tags" Target="../tags/tag338.xml"/><Relationship Id="rId3" Type="http://schemas.openxmlformats.org/officeDocument/2006/relationships/tags" Target="../tags/tag328.xml"/><Relationship Id="rId7" Type="http://schemas.openxmlformats.org/officeDocument/2006/relationships/tags" Target="../tags/tag332.xml"/><Relationship Id="rId12" Type="http://schemas.openxmlformats.org/officeDocument/2006/relationships/tags" Target="../tags/tag337.xm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11" Type="http://schemas.openxmlformats.org/officeDocument/2006/relationships/tags" Target="../tags/tag336.xml"/><Relationship Id="rId5" Type="http://schemas.openxmlformats.org/officeDocument/2006/relationships/tags" Target="../tags/tag330.xml"/><Relationship Id="rId15" Type="http://schemas.openxmlformats.org/officeDocument/2006/relationships/slideMaster" Target="../slideMasters/slideMaster2.xml"/><Relationship Id="rId10" Type="http://schemas.openxmlformats.org/officeDocument/2006/relationships/tags" Target="../tags/tag335.xml"/><Relationship Id="rId4" Type="http://schemas.openxmlformats.org/officeDocument/2006/relationships/tags" Target="../tags/tag329.xml"/><Relationship Id="rId9" Type="http://schemas.openxmlformats.org/officeDocument/2006/relationships/tags" Target="../tags/tag334.xml"/><Relationship Id="rId14" Type="http://schemas.openxmlformats.org/officeDocument/2006/relationships/tags" Target="../tags/tag339.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347.xml"/><Relationship Id="rId13" Type="http://schemas.openxmlformats.org/officeDocument/2006/relationships/tags" Target="../tags/tag352.xml"/><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tags" Target="../tags/tag351.xml"/><Relationship Id="rId17" Type="http://schemas.openxmlformats.org/officeDocument/2006/relationships/slideMaster" Target="../slideMasters/slideMaster2.xml"/><Relationship Id="rId2" Type="http://schemas.openxmlformats.org/officeDocument/2006/relationships/tags" Target="../tags/tag341.xml"/><Relationship Id="rId16" Type="http://schemas.openxmlformats.org/officeDocument/2006/relationships/tags" Target="../tags/tag355.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tags" Target="../tags/tag350.xml"/><Relationship Id="rId5" Type="http://schemas.openxmlformats.org/officeDocument/2006/relationships/tags" Target="../tags/tag344.xml"/><Relationship Id="rId15" Type="http://schemas.openxmlformats.org/officeDocument/2006/relationships/tags" Target="../tags/tag354.xml"/><Relationship Id="rId10" Type="http://schemas.openxmlformats.org/officeDocument/2006/relationships/tags" Target="../tags/tag349.xml"/><Relationship Id="rId4" Type="http://schemas.openxmlformats.org/officeDocument/2006/relationships/tags" Target="../tags/tag343.xml"/><Relationship Id="rId9" Type="http://schemas.openxmlformats.org/officeDocument/2006/relationships/tags" Target="../tags/tag348.xml"/><Relationship Id="rId14" Type="http://schemas.openxmlformats.org/officeDocument/2006/relationships/tags" Target="../tags/tag353.xml"/></Relationships>
</file>

<file path=ppt/slideLayouts/_rels/slideLayout82.xml.rels><?xml version="1.0" encoding="UTF-8" standalone="yes"?>
<Relationships xmlns="http://schemas.openxmlformats.org/package/2006/relationships"><Relationship Id="rId8" Type="http://schemas.openxmlformats.org/officeDocument/2006/relationships/tags" Target="../tags/tag363.xml"/><Relationship Id="rId13" Type="http://schemas.openxmlformats.org/officeDocument/2006/relationships/tags" Target="../tags/tag368.xml"/><Relationship Id="rId3" Type="http://schemas.openxmlformats.org/officeDocument/2006/relationships/tags" Target="../tags/tag358.xml"/><Relationship Id="rId7" Type="http://schemas.openxmlformats.org/officeDocument/2006/relationships/tags" Target="../tags/tag362.xml"/><Relationship Id="rId12" Type="http://schemas.openxmlformats.org/officeDocument/2006/relationships/tags" Target="../tags/tag367.xml"/><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tags" Target="../tags/tag361.xml"/><Relationship Id="rId11" Type="http://schemas.openxmlformats.org/officeDocument/2006/relationships/tags" Target="../tags/tag366.xml"/><Relationship Id="rId5" Type="http://schemas.openxmlformats.org/officeDocument/2006/relationships/tags" Target="../tags/tag360.xml"/><Relationship Id="rId15" Type="http://schemas.openxmlformats.org/officeDocument/2006/relationships/slideMaster" Target="../slideMasters/slideMaster2.xml"/><Relationship Id="rId10" Type="http://schemas.openxmlformats.org/officeDocument/2006/relationships/tags" Target="../tags/tag365.xml"/><Relationship Id="rId4" Type="http://schemas.openxmlformats.org/officeDocument/2006/relationships/tags" Target="../tags/tag359.xml"/><Relationship Id="rId9" Type="http://schemas.openxmlformats.org/officeDocument/2006/relationships/tags" Target="../tags/tag364.xml"/><Relationship Id="rId14" Type="http://schemas.openxmlformats.org/officeDocument/2006/relationships/tags" Target="../tags/tag369.xml"/></Relationships>
</file>

<file path=ppt/slideLayouts/_rels/slideLayout83.xml.rels><?xml version="1.0" encoding="UTF-8" standalone="yes"?>
<Relationships xmlns="http://schemas.openxmlformats.org/package/2006/relationships"><Relationship Id="rId8" Type="http://schemas.openxmlformats.org/officeDocument/2006/relationships/tags" Target="../tags/tag377.xml"/><Relationship Id="rId3" Type="http://schemas.openxmlformats.org/officeDocument/2006/relationships/tags" Target="../tags/tag372.xml"/><Relationship Id="rId7" Type="http://schemas.openxmlformats.org/officeDocument/2006/relationships/tags" Target="../tags/tag376.xml"/><Relationship Id="rId12" Type="http://schemas.openxmlformats.org/officeDocument/2006/relationships/slideMaster" Target="../slideMasters/slideMaster2.xml"/><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tags" Target="../tags/tag375.xml"/><Relationship Id="rId11" Type="http://schemas.openxmlformats.org/officeDocument/2006/relationships/tags" Target="../tags/tag380.xml"/><Relationship Id="rId5" Type="http://schemas.openxmlformats.org/officeDocument/2006/relationships/tags" Target="../tags/tag374.xml"/><Relationship Id="rId10" Type="http://schemas.openxmlformats.org/officeDocument/2006/relationships/tags" Target="../tags/tag379.xml"/><Relationship Id="rId4" Type="http://schemas.openxmlformats.org/officeDocument/2006/relationships/tags" Target="../tags/tag373.xml"/><Relationship Id="rId9" Type="http://schemas.openxmlformats.org/officeDocument/2006/relationships/tags" Target="../tags/tag378.xml"/></Relationships>
</file>

<file path=ppt/slideLayouts/_rels/slideLayout84.xml.rels><?xml version="1.0" encoding="UTF-8" standalone="yes"?>
<Relationships xmlns="http://schemas.openxmlformats.org/package/2006/relationships"><Relationship Id="rId8" Type="http://schemas.openxmlformats.org/officeDocument/2006/relationships/tags" Target="../tags/tag388.xml"/><Relationship Id="rId3" Type="http://schemas.openxmlformats.org/officeDocument/2006/relationships/tags" Target="../tags/tag383.xml"/><Relationship Id="rId7" Type="http://schemas.openxmlformats.org/officeDocument/2006/relationships/tags" Target="../tags/tag387.xml"/><Relationship Id="rId12" Type="http://schemas.openxmlformats.org/officeDocument/2006/relationships/slideMaster" Target="../slideMasters/slideMaster2.xml"/><Relationship Id="rId2" Type="http://schemas.openxmlformats.org/officeDocument/2006/relationships/tags" Target="../tags/tag382.xml"/><Relationship Id="rId1" Type="http://schemas.openxmlformats.org/officeDocument/2006/relationships/tags" Target="../tags/tag381.xml"/><Relationship Id="rId6" Type="http://schemas.openxmlformats.org/officeDocument/2006/relationships/tags" Target="../tags/tag386.xml"/><Relationship Id="rId11" Type="http://schemas.openxmlformats.org/officeDocument/2006/relationships/tags" Target="../tags/tag391.xml"/><Relationship Id="rId5" Type="http://schemas.openxmlformats.org/officeDocument/2006/relationships/tags" Target="../tags/tag385.xml"/><Relationship Id="rId10" Type="http://schemas.openxmlformats.org/officeDocument/2006/relationships/tags" Target="../tags/tag390.xml"/><Relationship Id="rId4" Type="http://schemas.openxmlformats.org/officeDocument/2006/relationships/tags" Target="../tags/tag384.xml"/><Relationship Id="rId9" Type="http://schemas.openxmlformats.org/officeDocument/2006/relationships/tags" Target="../tags/tag389.xml"/></Relationships>
</file>

<file path=ppt/slideLayouts/_rels/slideLayout85.xml.rels><?xml version="1.0" encoding="UTF-8" standalone="yes"?>
<Relationships xmlns="http://schemas.openxmlformats.org/package/2006/relationships"><Relationship Id="rId8" Type="http://schemas.openxmlformats.org/officeDocument/2006/relationships/tags" Target="../tags/tag399.xml"/><Relationship Id="rId13" Type="http://schemas.openxmlformats.org/officeDocument/2006/relationships/tags" Target="../tags/tag404.xml"/><Relationship Id="rId3" Type="http://schemas.openxmlformats.org/officeDocument/2006/relationships/tags" Target="../tags/tag394.xml"/><Relationship Id="rId7" Type="http://schemas.openxmlformats.org/officeDocument/2006/relationships/tags" Target="../tags/tag398.xml"/><Relationship Id="rId12" Type="http://schemas.openxmlformats.org/officeDocument/2006/relationships/tags" Target="../tags/tag403.xml"/><Relationship Id="rId2" Type="http://schemas.openxmlformats.org/officeDocument/2006/relationships/tags" Target="../tags/tag393.xml"/><Relationship Id="rId1" Type="http://schemas.openxmlformats.org/officeDocument/2006/relationships/tags" Target="../tags/tag392.xml"/><Relationship Id="rId6" Type="http://schemas.openxmlformats.org/officeDocument/2006/relationships/tags" Target="../tags/tag397.xml"/><Relationship Id="rId11" Type="http://schemas.openxmlformats.org/officeDocument/2006/relationships/tags" Target="../tags/tag402.xml"/><Relationship Id="rId5" Type="http://schemas.openxmlformats.org/officeDocument/2006/relationships/tags" Target="../tags/tag396.xml"/><Relationship Id="rId10" Type="http://schemas.openxmlformats.org/officeDocument/2006/relationships/tags" Target="../tags/tag401.xml"/><Relationship Id="rId4" Type="http://schemas.openxmlformats.org/officeDocument/2006/relationships/tags" Target="../tags/tag395.xml"/><Relationship Id="rId9" Type="http://schemas.openxmlformats.org/officeDocument/2006/relationships/tags" Target="../tags/tag400.xml"/><Relationship Id="rId14"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8" Type="http://schemas.openxmlformats.org/officeDocument/2006/relationships/tags" Target="../tags/tag412.xml"/><Relationship Id="rId13" Type="http://schemas.openxmlformats.org/officeDocument/2006/relationships/tags" Target="../tags/tag417.xml"/><Relationship Id="rId3" Type="http://schemas.openxmlformats.org/officeDocument/2006/relationships/tags" Target="../tags/tag407.xml"/><Relationship Id="rId7" Type="http://schemas.openxmlformats.org/officeDocument/2006/relationships/tags" Target="../tags/tag411.xml"/><Relationship Id="rId12" Type="http://schemas.openxmlformats.org/officeDocument/2006/relationships/tags" Target="../tags/tag416.xml"/><Relationship Id="rId2" Type="http://schemas.openxmlformats.org/officeDocument/2006/relationships/tags" Target="../tags/tag406.xml"/><Relationship Id="rId1" Type="http://schemas.openxmlformats.org/officeDocument/2006/relationships/tags" Target="../tags/tag405.xml"/><Relationship Id="rId6" Type="http://schemas.openxmlformats.org/officeDocument/2006/relationships/tags" Target="../tags/tag410.xml"/><Relationship Id="rId11" Type="http://schemas.openxmlformats.org/officeDocument/2006/relationships/tags" Target="../tags/tag415.xml"/><Relationship Id="rId5" Type="http://schemas.openxmlformats.org/officeDocument/2006/relationships/tags" Target="../tags/tag409.xml"/><Relationship Id="rId10" Type="http://schemas.openxmlformats.org/officeDocument/2006/relationships/tags" Target="../tags/tag414.xml"/><Relationship Id="rId4" Type="http://schemas.openxmlformats.org/officeDocument/2006/relationships/tags" Target="../tags/tag408.xml"/><Relationship Id="rId9" Type="http://schemas.openxmlformats.org/officeDocument/2006/relationships/tags" Target="../tags/tag413.xml"/><Relationship Id="rId14"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8" Type="http://schemas.openxmlformats.org/officeDocument/2006/relationships/tags" Target="../tags/tag425.xml"/><Relationship Id="rId3" Type="http://schemas.openxmlformats.org/officeDocument/2006/relationships/tags" Target="../tags/tag420.xml"/><Relationship Id="rId7" Type="http://schemas.openxmlformats.org/officeDocument/2006/relationships/tags" Target="../tags/tag424.xml"/><Relationship Id="rId12" Type="http://schemas.openxmlformats.org/officeDocument/2006/relationships/slideMaster" Target="../slideMasters/slideMaster2.xml"/><Relationship Id="rId2" Type="http://schemas.openxmlformats.org/officeDocument/2006/relationships/tags" Target="../tags/tag419.xml"/><Relationship Id="rId1" Type="http://schemas.openxmlformats.org/officeDocument/2006/relationships/tags" Target="../tags/tag418.xml"/><Relationship Id="rId6" Type="http://schemas.openxmlformats.org/officeDocument/2006/relationships/tags" Target="../tags/tag423.xml"/><Relationship Id="rId11" Type="http://schemas.openxmlformats.org/officeDocument/2006/relationships/tags" Target="../tags/tag428.xml"/><Relationship Id="rId5" Type="http://schemas.openxmlformats.org/officeDocument/2006/relationships/tags" Target="../tags/tag422.xml"/><Relationship Id="rId10" Type="http://schemas.openxmlformats.org/officeDocument/2006/relationships/tags" Target="../tags/tag427.xml"/><Relationship Id="rId4" Type="http://schemas.openxmlformats.org/officeDocument/2006/relationships/tags" Target="../tags/tag421.xml"/><Relationship Id="rId9" Type="http://schemas.openxmlformats.org/officeDocument/2006/relationships/tags" Target="../tags/tag426.xml"/></Relationships>
</file>

<file path=ppt/slideLayouts/_rels/slideLayout88.xml.rels><?xml version="1.0" encoding="UTF-8" standalone="yes"?>
<Relationships xmlns="http://schemas.openxmlformats.org/package/2006/relationships"><Relationship Id="rId8" Type="http://schemas.openxmlformats.org/officeDocument/2006/relationships/tags" Target="../tags/tag436.xml"/><Relationship Id="rId13" Type="http://schemas.openxmlformats.org/officeDocument/2006/relationships/tags" Target="../tags/tag441.xml"/><Relationship Id="rId3" Type="http://schemas.openxmlformats.org/officeDocument/2006/relationships/tags" Target="../tags/tag431.xml"/><Relationship Id="rId7" Type="http://schemas.openxmlformats.org/officeDocument/2006/relationships/tags" Target="../tags/tag435.xml"/><Relationship Id="rId12" Type="http://schemas.openxmlformats.org/officeDocument/2006/relationships/tags" Target="../tags/tag440.xml"/><Relationship Id="rId2" Type="http://schemas.openxmlformats.org/officeDocument/2006/relationships/tags" Target="../tags/tag430.xml"/><Relationship Id="rId1" Type="http://schemas.openxmlformats.org/officeDocument/2006/relationships/tags" Target="../tags/tag429.xml"/><Relationship Id="rId6" Type="http://schemas.openxmlformats.org/officeDocument/2006/relationships/tags" Target="../tags/tag434.xml"/><Relationship Id="rId11" Type="http://schemas.openxmlformats.org/officeDocument/2006/relationships/tags" Target="../tags/tag439.xml"/><Relationship Id="rId5" Type="http://schemas.openxmlformats.org/officeDocument/2006/relationships/tags" Target="../tags/tag433.xml"/><Relationship Id="rId10" Type="http://schemas.openxmlformats.org/officeDocument/2006/relationships/tags" Target="../tags/tag438.xml"/><Relationship Id="rId4" Type="http://schemas.openxmlformats.org/officeDocument/2006/relationships/tags" Target="../tags/tag432.xml"/><Relationship Id="rId9" Type="http://schemas.openxmlformats.org/officeDocument/2006/relationships/tags" Target="../tags/tag437.xml"/><Relationship Id="rId14"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8" Type="http://schemas.openxmlformats.org/officeDocument/2006/relationships/tags" Target="../tags/tag449.xml"/><Relationship Id="rId13" Type="http://schemas.openxmlformats.org/officeDocument/2006/relationships/tags" Target="../tags/tag454.xml"/><Relationship Id="rId3" Type="http://schemas.openxmlformats.org/officeDocument/2006/relationships/tags" Target="../tags/tag444.xml"/><Relationship Id="rId7" Type="http://schemas.openxmlformats.org/officeDocument/2006/relationships/tags" Target="../tags/tag448.xml"/><Relationship Id="rId12" Type="http://schemas.openxmlformats.org/officeDocument/2006/relationships/tags" Target="../tags/tag453.xml"/><Relationship Id="rId2" Type="http://schemas.openxmlformats.org/officeDocument/2006/relationships/tags" Target="../tags/tag443.xml"/><Relationship Id="rId1" Type="http://schemas.openxmlformats.org/officeDocument/2006/relationships/tags" Target="../tags/tag442.xml"/><Relationship Id="rId6" Type="http://schemas.openxmlformats.org/officeDocument/2006/relationships/tags" Target="../tags/tag447.xml"/><Relationship Id="rId11" Type="http://schemas.openxmlformats.org/officeDocument/2006/relationships/tags" Target="../tags/tag452.xml"/><Relationship Id="rId5" Type="http://schemas.openxmlformats.org/officeDocument/2006/relationships/tags" Target="../tags/tag446.xml"/><Relationship Id="rId15" Type="http://schemas.openxmlformats.org/officeDocument/2006/relationships/slideMaster" Target="../slideMasters/slideMaster2.xml"/><Relationship Id="rId10" Type="http://schemas.openxmlformats.org/officeDocument/2006/relationships/tags" Target="../tags/tag451.xml"/><Relationship Id="rId4" Type="http://schemas.openxmlformats.org/officeDocument/2006/relationships/tags" Target="../tags/tag445.xml"/><Relationship Id="rId9" Type="http://schemas.openxmlformats.org/officeDocument/2006/relationships/tags" Target="../tags/tag450.xml"/><Relationship Id="rId14" Type="http://schemas.openxmlformats.org/officeDocument/2006/relationships/tags" Target="../tags/tag455.xml"/></Relationships>
</file>

<file path=ppt/slideLayouts/_rels/slideLayout90.xml.rels><?xml version="1.0" encoding="UTF-8" standalone="yes"?>
<Relationships xmlns="http://schemas.openxmlformats.org/package/2006/relationships"><Relationship Id="rId8" Type="http://schemas.openxmlformats.org/officeDocument/2006/relationships/tags" Target="../tags/tag463.xml"/><Relationship Id="rId13" Type="http://schemas.openxmlformats.org/officeDocument/2006/relationships/tags" Target="../tags/tag468.xml"/><Relationship Id="rId3" Type="http://schemas.openxmlformats.org/officeDocument/2006/relationships/tags" Target="../tags/tag458.xml"/><Relationship Id="rId7" Type="http://schemas.openxmlformats.org/officeDocument/2006/relationships/tags" Target="../tags/tag462.xml"/><Relationship Id="rId12" Type="http://schemas.openxmlformats.org/officeDocument/2006/relationships/tags" Target="../tags/tag467.xml"/><Relationship Id="rId17" Type="http://schemas.openxmlformats.org/officeDocument/2006/relationships/slideMaster" Target="../slideMasters/slideMaster2.xml"/><Relationship Id="rId2" Type="http://schemas.openxmlformats.org/officeDocument/2006/relationships/tags" Target="../tags/tag457.xml"/><Relationship Id="rId16" Type="http://schemas.openxmlformats.org/officeDocument/2006/relationships/tags" Target="../tags/tag471.xml"/><Relationship Id="rId1" Type="http://schemas.openxmlformats.org/officeDocument/2006/relationships/tags" Target="../tags/tag456.xml"/><Relationship Id="rId6" Type="http://schemas.openxmlformats.org/officeDocument/2006/relationships/tags" Target="../tags/tag461.xml"/><Relationship Id="rId11" Type="http://schemas.openxmlformats.org/officeDocument/2006/relationships/tags" Target="../tags/tag466.xml"/><Relationship Id="rId5" Type="http://schemas.openxmlformats.org/officeDocument/2006/relationships/tags" Target="../tags/tag460.xml"/><Relationship Id="rId15" Type="http://schemas.openxmlformats.org/officeDocument/2006/relationships/tags" Target="../tags/tag470.xml"/><Relationship Id="rId10" Type="http://schemas.openxmlformats.org/officeDocument/2006/relationships/tags" Target="../tags/tag465.xml"/><Relationship Id="rId4" Type="http://schemas.openxmlformats.org/officeDocument/2006/relationships/tags" Target="../tags/tag459.xml"/><Relationship Id="rId9" Type="http://schemas.openxmlformats.org/officeDocument/2006/relationships/tags" Target="../tags/tag464.xml"/><Relationship Id="rId14" Type="http://schemas.openxmlformats.org/officeDocument/2006/relationships/tags" Target="../tags/tag469.xml"/></Relationships>
</file>

<file path=ppt/slideLayouts/_rels/slideLayout91.xml.rels><?xml version="1.0" encoding="UTF-8" standalone="yes"?>
<Relationships xmlns="http://schemas.openxmlformats.org/package/2006/relationships"><Relationship Id="rId8" Type="http://schemas.openxmlformats.org/officeDocument/2006/relationships/tags" Target="../tags/tag479.xml"/><Relationship Id="rId13" Type="http://schemas.openxmlformats.org/officeDocument/2006/relationships/tags" Target="../tags/tag484.xml"/><Relationship Id="rId3" Type="http://schemas.openxmlformats.org/officeDocument/2006/relationships/tags" Target="../tags/tag474.xml"/><Relationship Id="rId7" Type="http://schemas.openxmlformats.org/officeDocument/2006/relationships/tags" Target="../tags/tag478.xml"/><Relationship Id="rId12" Type="http://schemas.openxmlformats.org/officeDocument/2006/relationships/tags" Target="../tags/tag483.xml"/><Relationship Id="rId2" Type="http://schemas.openxmlformats.org/officeDocument/2006/relationships/tags" Target="../tags/tag473.xml"/><Relationship Id="rId1" Type="http://schemas.openxmlformats.org/officeDocument/2006/relationships/tags" Target="../tags/tag472.xml"/><Relationship Id="rId6" Type="http://schemas.openxmlformats.org/officeDocument/2006/relationships/tags" Target="../tags/tag477.xml"/><Relationship Id="rId11" Type="http://schemas.openxmlformats.org/officeDocument/2006/relationships/tags" Target="../tags/tag482.xml"/><Relationship Id="rId5" Type="http://schemas.openxmlformats.org/officeDocument/2006/relationships/tags" Target="../tags/tag476.xml"/><Relationship Id="rId15" Type="http://schemas.openxmlformats.org/officeDocument/2006/relationships/slideMaster" Target="../slideMasters/slideMaster2.xml"/><Relationship Id="rId10" Type="http://schemas.openxmlformats.org/officeDocument/2006/relationships/tags" Target="../tags/tag481.xml"/><Relationship Id="rId4" Type="http://schemas.openxmlformats.org/officeDocument/2006/relationships/tags" Target="../tags/tag475.xml"/><Relationship Id="rId9" Type="http://schemas.openxmlformats.org/officeDocument/2006/relationships/tags" Target="../tags/tag480.xml"/><Relationship Id="rId14" Type="http://schemas.openxmlformats.org/officeDocument/2006/relationships/tags" Target="../tags/tag485.xml"/></Relationships>
</file>

<file path=ppt/slideLayouts/_rels/slideLayout92.xml.rels><?xml version="1.0" encoding="UTF-8" standalone="yes"?>
<Relationships xmlns="http://schemas.openxmlformats.org/package/2006/relationships"><Relationship Id="rId8" Type="http://schemas.openxmlformats.org/officeDocument/2006/relationships/tags" Target="../tags/tag493.xml"/><Relationship Id="rId3" Type="http://schemas.openxmlformats.org/officeDocument/2006/relationships/tags" Target="../tags/tag488.xml"/><Relationship Id="rId7" Type="http://schemas.openxmlformats.org/officeDocument/2006/relationships/tags" Target="../tags/tag492.xml"/><Relationship Id="rId2" Type="http://schemas.openxmlformats.org/officeDocument/2006/relationships/tags" Target="../tags/tag487.xml"/><Relationship Id="rId1" Type="http://schemas.openxmlformats.org/officeDocument/2006/relationships/tags" Target="../tags/tag486.xml"/><Relationship Id="rId6" Type="http://schemas.openxmlformats.org/officeDocument/2006/relationships/tags" Target="../tags/tag491.xml"/><Relationship Id="rId5" Type="http://schemas.openxmlformats.org/officeDocument/2006/relationships/tags" Target="../tags/tag490.xml"/><Relationship Id="rId10" Type="http://schemas.openxmlformats.org/officeDocument/2006/relationships/image" Target="../media/image4.jpeg"/><Relationship Id="rId4" Type="http://schemas.openxmlformats.org/officeDocument/2006/relationships/tags" Target="../tags/tag489.xml"/><Relationship Id="rId9"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8" Type="http://schemas.openxmlformats.org/officeDocument/2006/relationships/tags" Target="../tags/tag501.xml"/><Relationship Id="rId3" Type="http://schemas.openxmlformats.org/officeDocument/2006/relationships/tags" Target="../tags/tag496.xml"/><Relationship Id="rId7" Type="http://schemas.openxmlformats.org/officeDocument/2006/relationships/tags" Target="../tags/tag500.xml"/><Relationship Id="rId12" Type="http://schemas.openxmlformats.org/officeDocument/2006/relationships/slideMaster" Target="../slideMasters/slideMaster2.xml"/><Relationship Id="rId2" Type="http://schemas.openxmlformats.org/officeDocument/2006/relationships/tags" Target="../tags/tag495.xml"/><Relationship Id="rId1" Type="http://schemas.openxmlformats.org/officeDocument/2006/relationships/tags" Target="../tags/tag494.xml"/><Relationship Id="rId6" Type="http://schemas.openxmlformats.org/officeDocument/2006/relationships/tags" Target="../tags/tag499.xml"/><Relationship Id="rId11" Type="http://schemas.openxmlformats.org/officeDocument/2006/relationships/tags" Target="../tags/tag504.xml"/><Relationship Id="rId5" Type="http://schemas.openxmlformats.org/officeDocument/2006/relationships/tags" Target="../tags/tag498.xml"/><Relationship Id="rId10" Type="http://schemas.openxmlformats.org/officeDocument/2006/relationships/tags" Target="../tags/tag503.xml"/><Relationship Id="rId4" Type="http://schemas.openxmlformats.org/officeDocument/2006/relationships/tags" Target="../tags/tag497.xml"/><Relationship Id="rId9" Type="http://schemas.openxmlformats.org/officeDocument/2006/relationships/tags" Target="../tags/tag502.xml"/></Relationships>
</file>

<file path=ppt/slideLayouts/_rels/slideLayout94.xml.rels><?xml version="1.0" encoding="UTF-8" standalone="yes"?>
<Relationships xmlns="http://schemas.openxmlformats.org/package/2006/relationships"><Relationship Id="rId8" Type="http://schemas.openxmlformats.org/officeDocument/2006/relationships/tags" Target="../tags/tag512.xml"/><Relationship Id="rId13" Type="http://schemas.openxmlformats.org/officeDocument/2006/relationships/tags" Target="../tags/tag517.xml"/><Relationship Id="rId18" Type="http://schemas.openxmlformats.org/officeDocument/2006/relationships/tags" Target="../tags/tag522.xml"/><Relationship Id="rId3" Type="http://schemas.openxmlformats.org/officeDocument/2006/relationships/tags" Target="../tags/tag507.xml"/><Relationship Id="rId21" Type="http://schemas.openxmlformats.org/officeDocument/2006/relationships/slideMaster" Target="../slideMasters/slideMaster2.xml"/><Relationship Id="rId7" Type="http://schemas.openxmlformats.org/officeDocument/2006/relationships/tags" Target="../tags/tag511.xml"/><Relationship Id="rId12" Type="http://schemas.openxmlformats.org/officeDocument/2006/relationships/tags" Target="../tags/tag516.xml"/><Relationship Id="rId17" Type="http://schemas.openxmlformats.org/officeDocument/2006/relationships/tags" Target="../tags/tag521.xml"/><Relationship Id="rId2" Type="http://schemas.openxmlformats.org/officeDocument/2006/relationships/tags" Target="../tags/tag506.xml"/><Relationship Id="rId16" Type="http://schemas.openxmlformats.org/officeDocument/2006/relationships/tags" Target="../tags/tag520.xml"/><Relationship Id="rId20" Type="http://schemas.openxmlformats.org/officeDocument/2006/relationships/tags" Target="../tags/tag524.xml"/><Relationship Id="rId1" Type="http://schemas.openxmlformats.org/officeDocument/2006/relationships/tags" Target="../tags/tag505.xml"/><Relationship Id="rId6" Type="http://schemas.openxmlformats.org/officeDocument/2006/relationships/tags" Target="../tags/tag510.xml"/><Relationship Id="rId11" Type="http://schemas.openxmlformats.org/officeDocument/2006/relationships/tags" Target="../tags/tag515.xml"/><Relationship Id="rId5" Type="http://schemas.openxmlformats.org/officeDocument/2006/relationships/tags" Target="../tags/tag509.xml"/><Relationship Id="rId15" Type="http://schemas.openxmlformats.org/officeDocument/2006/relationships/tags" Target="../tags/tag519.xml"/><Relationship Id="rId10" Type="http://schemas.openxmlformats.org/officeDocument/2006/relationships/tags" Target="../tags/tag514.xml"/><Relationship Id="rId19" Type="http://schemas.openxmlformats.org/officeDocument/2006/relationships/tags" Target="../tags/tag523.xml"/><Relationship Id="rId4" Type="http://schemas.openxmlformats.org/officeDocument/2006/relationships/tags" Target="../tags/tag508.xml"/><Relationship Id="rId9" Type="http://schemas.openxmlformats.org/officeDocument/2006/relationships/tags" Target="../tags/tag513.xml"/><Relationship Id="rId14" Type="http://schemas.openxmlformats.org/officeDocument/2006/relationships/tags" Target="../tags/tag518.xml"/></Relationships>
</file>

<file path=ppt/slideLayouts/_rels/slideLayout95.xml.rels><?xml version="1.0" encoding="UTF-8" standalone="yes"?>
<Relationships xmlns="http://schemas.openxmlformats.org/package/2006/relationships"><Relationship Id="rId8" Type="http://schemas.openxmlformats.org/officeDocument/2006/relationships/tags" Target="../tags/tag532.xml"/><Relationship Id="rId3" Type="http://schemas.openxmlformats.org/officeDocument/2006/relationships/tags" Target="../tags/tag527.xml"/><Relationship Id="rId7" Type="http://schemas.openxmlformats.org/officeDocument/2006/relationships/tags" Target="../tags/tag531.xml"/><Relationship Id="rId12" Type="http://schemas.openxmlformats.org/officeDocument/2006/relationships/image" Target="../media/image4.jpeg"/><Relationship Id="rId2" Type="http://schemas.openxmlformats.org/officeDocument/2006/relationships/tags" Target="../tags/tag526.xml"/><Relationship Id="rId1" Type="http://schemas.openxmlformats.org/officeDocument/2006/relationships/tags" Target="../tags/tag525.xml"/><Relationship Id="rId6" Type="http://schemas.openxmlformats.org/officeDocument/2006/relationships/tags" Target="../tags/tag530.xml"/><Relationship Id="rId11" Type="http://schemas.openxmlformats.org/officeDocument/2006/relationships/slideMaster" Target="../slideMasters/slideMaster2.xml"/><Relationship Id="rId5" Type="http://schemas.openxmlformats.org/officeDocument/2006/relationships/tags" Target="../tags/tag529.xml"/><Relationship Id="rId10" Type="http://schemas.openxmlformats.org/officeDocument/2006/relationships/tags" Target="../tags/tag534.xml"/><Relationship Id="rId4" Type="http://schemas.openxmlformats.org/officeDocument/2006/relationships/tags" Target="../tags/tag528.xml"/><Relationship Id="rId9" Type="http://schemas.openxmlformats.org/officeDocument/2006/relationships/tags" Target="../tags/tag533.xml"/></Relationships>
</file>

<file path=ppt/slideLayouts/_rels/slideLayout96.xml.rels><?xml version="1.0" encoding="UTF-8" standalone="yes"?>
<Relationships xmlns="http://schemas.openxmlformats.org/package/2006/relationships"><Relationship Id="rId8" Type="http://schemas.openxmlformats.org/officeDocument/2006/relationships/tags" Target="../tags/tag542.xml"/><Relationship Id="rId13" Type="http://schemas.openxmlformats.org/officeDocument/2006/relationships/tags" Target="../tags/tag547.xml"/><Relationship Id="rId3" Type="http://schemas.openxmlformats.org/officeDocument/2006/relationships/tags" Target="../tags/tag537.xml"/><Relationship Id="rId7" Type="http://schemas.openxmlformats.org/officeDocument/2006/relationships/tags" Target="../tags/tag541.xml"/><Relationship Id="rId12" Type="http://schemas.openxmlformats.org/officeDocument/2006/relationships/tags" Target="../tags/tag546.xml"/><Relationship Id="rId2" Type="http://schemas.openxmlformats.org/officeDocument/2006/relationships/tags" Target="../tags/tag536.xml"/><Relationship Id="rId1" Type="http://schemas.openxmlformats.org/officeDocument/2006/relationships/tags" Target="../tags/tag535.xml"/><Relationship Id="rId6" Type="http://schemas.openxmlformats.org/officeDocument/2006/relationships/tags" Target="../tags/tag540.xml"/><Relationship Id="rId11" Type="http://schemas.openxmlformats.org/officeDocument/2006/relationships/tags" Target="../tags/tag545.xml"/><Relationship Id="rId5" Type="http://schemas.openxmlformats.org/officeDocument/2006/relationships/tags" Target="../tags/tag539.xml"/><Relationship Id="rId15" Type="http://schemas.openxmlformats.org/officeDocument/2006/relationships/slideMaster" Target="../slideMasters/slideMaster2.xml"/><Relationship Id="rId10" Type="http://schemas.openxmlformats.org/officeDocument/2006/relationships/tags" Target="../tags/tag544.xml"/><Relationship Id="rId4" Type="http://schemas.openxmlformats.org/officeDocument/2006/relationships/tags" Target="../tags/tag538.xml"/><Relationship Id="rId9" Type="http://schemas.openxmlformats.org/officeDocument/2006/relationships/tags" Target="../tags/tag543.xml"/><Relationship Id="rId14" Type="http://schemas.openxmlformats.org/officeDocument/2006/relationships/tags" Target="../tags/tag548.xml"/></Relationships>
</file>

<file path=ppt/slideLayouts/_rels/slideLayout97.xml.rels><?xml version="1.0" encoding="UTF-8" standalone="yes"?>
<Relationships xmlns="http://schemas.openxmlformats.org/package/2006/relationships"><Relationship Id="rId8" Type="http://schemas.openxmlformats.org/officeDocument/2006/relationships/tags" Target="../tags/tag556.xml"/><Relationship Id="rId13" Type="http://schemas.openxmlformats.org/officeDocument/2006/relationships/tags" Target="../tags/tag561.xml"/><Relationship Id="rId3" Type="http://schemas.openxmlformats.org/officeDocument/2006/relationships/tags" Target="../tags/tag551.xml"/><Relationship Id="rId7" Type="http://schemas.openxmlformats.org/officeDocument/2006/relationships/tags" Target="../tags/tag555.xml"/><Relationship Id="rId12" Type="http://schemas.openxmlformats.org/officeDocument/2006/relationships/tags" Target="../tags/tag560.xml"/><Relationship Id="rId17" Type="http://schemas.openxmlformats.org/officeDocument/2006/relationships/slideMaster" Target="../slideMasters/slideMaster2.xml"/><Relationship Id="rId2" Type="http://schemas.openxmlformats.org/officeDocument/2006/relationships/tags" Target="../tags/tag550.xml"/><Relationship Id="rId16" Type="http://schemas.openxmlformats.org/officeDocument/2006/relationships/tags" Target="../tags/tag564.xml"/><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tags" Target="../tags/tag559.xml"/><Relationship Id="rId5" Type="http://schemas.openxmlformats.org/officeDocument/2006/relationships/tags" Target="../tags/tag553.xml"/><Relationship Id="rId15" Type="http://schemas.openxmlformats.org/officeDocument/2006/relationships/tags" Target="../tags/tag563.xml"/><Relationship Id="rId10" Type="http://schemas.openxmlformats.org/officeDocument/2006/relationships/tags" Target="../tags/tag558.xml"/><Relationship Id="rId4" Type="http://schemas.openxmlformats.org/officeDocument/2006/relationships/tags" Target="../tags/tag552.xml"/><Relationship Id="rId9" Type="http://schemas.openxmlformats.org/officeDocument/2006/relationships/tags" Target="../tags/tag557.xml"/><Relationship Id="rId14" Type="http://schemas.openxmlformats.org/officeDocument/2006/relationships/tags" Target="../tags/tag562.xml"/></Relationships>
</file>

<file path=ppt/slideLayouts/_rels/slideLayout98.xml.rels><?xml version="1.0" encoding="UTF-8" standalone="yes"?>
<Relationships xmlns="http://schemas.openxmlformats.org/package/2006/relationships"><Relationship Id="rId8" Type="http://schemas.openxmlformats.org/officeDocument/2006/relationships/tags" Target="../tags/tag572.xml"/><Relationship Id="rId13" Type="http://schemas.openxmlformats.org/officeDocument/2006/relationships/slideMaster" Target="../slideMasters/slideMaster2.xml"/><Relationship Id="rId3" Type="http://schemas.openxmlformats.org/officeDocument/2006/relationships/tags" Target="../tags/tag567.xml"/><Relationship Id="rId7" Type="http://schemas.openxmlformats.org/officeDocument/2006/relationships/tags" Target="../tags/tag571.xml"/><Relationship Id="rId12" Type="http://schemas.openxmlformats.org/officeDocument/2006/relationships/tags" Target="../tags/tag576.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tags" Target="../tags/tag570.xml"/><Relationship Id="rId11" Type="http://schemas.openxmlformats.org/officeDocument/2006/relationships/tags" Target="../tags/tag575.xml"/><Relationship Id="rId5" Type="http://schemas.openxmlformats.org/officeDocument/2006/relationships/tags" Target="../tags/tag569.xml"/><Relationship Id="rId10" Type="http://schemas.openxmlformats.org/officeDocument/2006/relationships/tags" Target="../tags/tag574.xml"/><Relationship Id="rId4" Type="http://schemas.openxmlformats.org/officeDocument/2006/relationships/tags" Target="../tags/tag568.xml"/><Relationship Id="rId9" Type="http://schemas.openxmlformats.org/officeDocument/2006/relationships/tags" Target="../tags/tag573.xml"/></Relationships>
</file>

<file path=ppt/slideLayouts/_rels/slideLayout99.xml.rels><?xml version="1.0" encoding="UTF-8" standalone="yes"?>
<Relationships xmlns="http://schemas.openxmlformats.org/package/2006/relationships"><Relationship Id="rId3" Type="http://schemas.openxmlformats.org/officeDocument/2006/relationships/tags" Target="../tags/tag585.xml"/><Relationship Id="rId2" Type="http://schemas.openxmlformats.org/officeDocument/2006/relationships/tags" Target="../tags/tag584.xml"/><Relationship Id="rId1" Type="http://schemas.openxmlformats.org/officeDocument/2006/relationships/tags" Target="../tags/tag583.xml"/><Relationship Id="rId6" Type="http://schemas.openxmlformats.org/officeDocument/2006/relationships/slideMaster" Target="../slideMasters/slideMaster3.xml"/><Relationship Id="rId5" Type="http://schemas.openxmlformats.org/officeDocument/2006/relationships/tags" Target="../tags/tag587.xml"/><Relationship Id="rId4" Type="http://schemas.openxmlformats.org/officeDocument/2006/relationships/tags" Target="../tags/tag586.xml"/></Relationships>
</file>

<file path=ppt/slideLayouts/_rels/slideLayout100.xml.rels><?xml version="1.0" encoding="UTF-8" standalone="yes"?>
<Relationships xmlns="http://schemas.openxmlformats.org/package/2006/relationships"><Relationship Id="rId3" Type="http://schemas.openxmlformats.org/officeDocument/2006/relationships/tags" Target="../tags/tag590.xml"/><Relationship Id="rId2" Type="http://schemas.openxmlformats.org/officeDocument/2006/relationships/tags" Target="../tags/tag589.xml"/><Relationship Id="rId1" Type="http://schemas.openxmlformats.org/officeDocument/2006/relationships/tags" Target="../tags/tag588.xml"/><Relationship Id="rId6" Type="http://schemas.openxmlformats.org/officeDocument/2006/relationships/slideMaster" Target="../slideMasters/slideMaster3.xml"/><Relationship Id="rId5" Type="http://schemas.openxmlformats.org/officeDocument/2006/relationships/tags" Target="../tags/tag592.xml"/><Relationship Id="rId4" Type="http://schemas.openxmlformats.org/officeDocument/2006/relationships/tags" Target="../tags/tag591.xml"/></Relationships>
</file>

<file path=ppt/slideLayouts/_rels/slideLayout101.xml.rels><?xml version="1.0" encoding="UTF-8" standalone="yes"?>
<Relationships xmlns="http://schemas.openxmlformats.org/package/2006/relationships"><Relationship Id="rId3" Type="http://schemas.openxmlformats.org/officeDocument/2006/relationships/tags" Target="../tags/tag595.xml"/><Relationship Id="rId2" Type="http://schemas.openxmlformats.org/officeDocument/2006/relationships/tags" Target="../tags/tag594.xml"/><Relationship Id="rId1" Type="http://schemas.openxmlformats.org/officeDocument/2006/relationships/tags" Target="../tags/tag593.xml"/><Relationship Id="rId6" Type="http://schemas.openxmlformats.org/officeDocument/2006/relationships/slideMaster" Target="../slideMasters/slideMaster3.xml"/><Relationship Id="rId5" Type="http://schemas.openxmlformats.org/officeDocument/2006/relationships/tags" Target="../tags/tag597.xml"/><Relationship Id="rId4" Type="http://schemas.openxmlformats.org/officeDocument/2006/relationships/tags" Target="../tags/tag596.xml"/></Relationships>
</file>

<file path=ppt/slideLayouts/_rels/slideLayout102.xml.rels><?xml version="1.0" encoding="UTF-8" standalone="yes"?>
<Relationships xmlns="http://schemas.openxmlformats.org/package/2006/relationships"><Relationship Id="rId3" Type="http://schemas.openxmlformats.org/officeDocument/2006/relationships/tags" Target="../tags/tag600.xml"/><Relationship Id="rId7" Type="http://schemas.openxmlformats.org/officeDocument/2006/relationships/slideMaster" Target="../slideMasters/slideMaster3.xml"/><Relationship Id="rId2" Type="http://schemas.openxmlformats.org/officeDocument/2006/relationships/tags" Target="../tags/tag599.xml"/><Relationship Id="rId1" Type="http://schemas.openxmlformats.org/officeDocument/2006/relationships/tags" Target="../tags/tag598.xml"/><Relationship Id="rId6" Type="http://schemas.openxmlformats.org/officeDocument/2006/relationships/tags" Target="../tags/tag603.xml"/><Relationship Id="rId5" Type="http://schemas.openxmlformats.org/officeDocument/2006/relationships/tags" Target="../tags/tag602.xml"/><Relationship Id="rId4" Type="http://schemas.openxmlformats.org/officeDocument/2006/relationships/tags" Target="../tags/tag601.xml"/></Relationships>
</file>

<file path=ppt/slideLayouts/_rels/slideLayout103.xml.rels><?xml version="1.0" encoding="UTF-8" standalone="yes"?>
<Relationships xmlns="http://schemas.openxmlformats.org/package/2006/relationships"><Relationship Id="rId8" Type="http://schemas.openxmlformats.org/officeDocument/2006/relationships/tags" Target="../tags/tag611.xml"/><Relationship Id="rId3" Type="http://schemas.openxmlformats.org/officeDocument/2006/relationships/tags" Target="../tags/tag606.xml"/><Relationship Id="rId7" Type="http://schemas.openxmlformats.org/officeDocument/2006/relationships/tags" Target="../tags/tag610.xml"/><Relationship Id="rId2" Type="http://schemas.openxmlformats.org/officeDocument/2006/relationships/tags" Target="../tags/tag605.xml"/><Relationship Id="rId1" Type="http://schemas.openxmlformats.org/officeDocument/2006/relationships/tags" Target="../tags/tag604.xml"/><Relationship Id="rId6" Type="http://schemas.openxmlformats.org/officeDocument/2006/relationships/tags" Target="../tags/tag609.xml"/><Relationship Id="rId5" Type="http://schemas.openxmlformats.org/officeDocument/2006/relationships/tags" Target="../tags/tag608.xml"/><Relationship Id="rId4" Type="http://schemas.openxmlformats.org/officeDocument/2006/relationships/tags" Target="../tags/tag607.xml"/><Relationship Id="rId9"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tags" Target="../tags/tag614.xml"/><Relationship Id="rId2" Type="http://schemas.openxmlformats.org/officeDocument/2006/relationships/tags" Target="../tags/tag613.xml"/><Relationship Id="rId1" Type="http://schemas.openxmlformats.org/officeDocument/2006/relationships/tags" Target="../tags/tag612.xml"/><Relationship Id="rId5" Type="http://schemas.openxmlformats.org/officeDocument/2006/relationships/slideMaster" Target="../slideMasters/slideMaster3.xml"/><Relationship Id="rId4" Type="http://schemas.openxmlformats.org/officeDocument/2006/relationships/tags" Target="../tags/tag615.xml"/></Relationships>
</file>

<file path=ppt/slideLayouts/_rels/slideLayout105.xml.rels><?xml version="1.0" encoding="UTF-8" standalone="yes"?>
<Relationships xmlns="http://schemas.openxmlformats.org/package/2006/relationships"><Relationship Id="rId3" Type="http://schemas.openxmlformats.org/officeDocument/2006/relationships/tags" Target="../tags/tag618.xml"/><Relationship Id="rId2" Type="http://schemas.openxmlformats.org/officeDocument/2006/relationships/tags" Target="../tags/tag617.xml"/><Relationship Id="rId1" Type="http://schemas.openxmlformats.org/officeDocument/2006/relationships/tags" Target="../tags/tag616.xml"/><Relationship Id="rId4"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tags" Target="../tags/tag621.xml"/><Relationship Id="rId7" Type="http://schemas.openxmlformats.org/officeDocument/2006/relationships/slideMaster" Target="../slideMasters/slideMaster3.xml"/><Relationship Id="rId2" Type="http://schemas.openxmlformats.org/officeDocument/2006/relationships/tags" Target="../tags/tag620.xml"/><Relationship Id="rId1" Type="http://schemas.openxmlformats.org/officeDocument/2006/relationships/tags" Target="../tags/tag619.xml"/><Relationship Id="rId6" Type="http://schemas.openxmlformats.org/officeDocument/2006/relationships/tags" Target="../tags/tag624.xml"/><Relationship Id="rId5" Type="http://schemas.openxmlformats.org/officeDocument/2006/relationships/tags" Target="../tags/tag623.xml"/><Relationship Id="rId4" Type="http://schemas.openxmlformats.org/officeDocument/2006/relationships/tags" Target="../tags/tag622.xml"/></Relationships>
</file>

<file path=ppt/slideLayouts/_rels/slideLayout107.xml.rels><?xml version="1.0" encoding="UTF-8" standalone="yes"?>
<Relationships xmlns="http://schemas.openxmlformats.org/package/2006/relationships"><Relationship Id="rId3" Type="http://schemas.openxmlformats.org/officeDocument/2006/relationships/tags" Target="../tags/tag627.xml"/><Relationship Id="rId2" Type="http://schemas.openxmlformats.org/officeDocument/2006/relationships/tags" Target="../tags/tag626.xml"/><Relationship Id="rId1" Type="http://schemas.openxmlformats.org/officeDocument/2006/relationships/tags" Target="../tags/tag625.xml"/><Relationship Id="rId6" Type="http://schemas.openxmlformats.org/officeDocument/2006/relationships/slideMaster" Target="../slideMasters/slideMaster3.xml"/><Relationship Id="rId5" Type="http://schemas.openxmlformats.org/officeDocument/2006/relationships/tags" Target="../tags/tag629.xml"/><Relationship Id="rId4" Type="http://schemas.openxmlformats.org/officeDocument/2006/relationships/tags" Target="../tags/tag628.xml"/></Relationships>
</file>

<file path=ppt/slideLayouts/_rels/slideLayout108.xml.rels><?xml version="1.0" encoding="UTF-8" standalone="yes"?>
<Relationships xmlns="http://schemas.openxmlformats.org/package/2006/relationships"><Relationship Id="rId3" Type="http://schemas.openxmlformats.org/officeDocument/2006/relationships/tags" Target="../tags/tag632.xml"/><Relationship Id="rId2" Type="http://schemas.openxmlformats.org/officeDocument/2006/relationships/tags" Target="../tags/tag631.xml"/><Relationship Id="rId1" Type="http://schemas.openxmlformats.org/officeDocument/2006/relationships/tags" Target="../tags/tag630.xml"/><Relationship Id="rId5" Type="http://schemas.openxmlformats.org/officeDocument/2006/relationships/slideMaster" Target="../slideMasters/slideMaster3.xml"/><Relationship Id="rId4" Type="http://schemas.openxmlformats.org/officeDocument/2006/relationships/tags" Target="../tags/tag633.xml"/></Relationships>
</file>

<file path=ppt/slideLayouts/_rels/slideLayout109.xml.rels><?xml version="1.0" encoding="UTF-8" standalone="yes"?>
<Relationships xmlns="http://schemas.openxmlformats.org/package/2006/relationships"><Relationship Id="rId3" Type="http://schemas.openxmlformats.org/officeDocument/2006/relationships/tags" Target="../tags/tag636.xml"/><Relationship Id="rId2" Type="http://schemas.openxmlformats.org/officeDocument/2006/relationships/tags" Target="../tags/tag635.xml"/><Relationship Id="rId1" Type="http://schemas.openxmlformats.org/officeDocument/2006/relationships/tags" Target="../tags/tag634.xml"/><Relationship Id="rId5" Type="http://schemas.openxmlformats.org/officeDocument/2006/relationships/slideMaster" Target="../slideMasters/slideMaster3.xml"/><Relationship Id="rId4" Type="http://schemas.openxmlformats.org/officeDocument/2006/relationships/tags" Target="../tags/tag63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tags" Target="../tags/tag646.xml"/><Relationship Id="rId2" Type="http://schemas.openxmlformats.org/officeDocument/2006/relationships/tags" Target="../tags/tag645.xml"/><Relationship Id="rId1" Type="http://schemas.openxmlformats.org/officeDocument/2006/relationships/tags" Target="../tags/tag644.xml"/><Relationship Id="rId6" Type="http://schemas.openxmlformats.org/officeDocument/2006/relationships/slideMaster" Target="../slideMasters/slideMaster4.xml"/><Relationship Id="rId5" Type="http://schemas.openxmlformats.org/officeDocument/2006/relationships/tags" Target="../tags/tag648.xml"/><Relationship Id="rId4" Type="http://schemas.openxmlformats.org/officeDocument/2006/relationships/tags" Target="../tags/tag647.xml"/></Relationships>
</file>

<file path=ppt/slideLayouts/_rels/slideLayout137.xml.rels><?xml version="1.0" encoding="UTF-8" standalone="yes"?>
<Relationships xmlns="http://schemas.openxmlformats.org/package/2006/relationships"><Relationship Id="rId3" Type="http://schemas.openxmlformats.org/officeDocument/2006/relationships/tags" Target="../tags/tag651.xml"/><Relationship Id="rId2" Type="http://schemas.openxmlformats.org/officeDocument/2006/relationships/tags" Target="../tags/tag650.xml"/><Relationship Id="rId1" Type="http://schemas.openxmlformats.org/officeDocument/2006/relationships/tags" Target="../tags/tag649.xml"/><Relationship Id="rId6" Type="http://schemas.openxmlformats.org/officeDocument/2006/relationships/slideMaster" Target="../slideMasters/slideMaster4.xml"/><Relationship Id="rId5" Type="http://schemas.openxmlformats.org/officeDocument/2006/relationships/tags" Target="../tags/tag653.xml"/><Relationship Id="rId4" Type="http://schemas.openxmlformats.org/officeDocument/2006/relationships/tags" Target="../tags/tag652.xml"/></Relationships>
</file>

<file path=ppt/slideLayouts/_rels/slideLayout138.xml.rels><?xml version="1.0" encoding="UTF-8" standalone="yes"?>
<Relationships xmlns="http://schemas.openxmlformats.org/package/2006/relationships"><Relationship Id="rId3" Type="http://schemas.openxmlformats.org/officeDocument/2006/relationships/tags" Target="../tags/tag656.xml"/><Relationship Id="rId2" Type="http://schemas.openxmlformats.org/officeDocument/2006/relationships/tags" Target="../tags/tag655.xml"/><Relationship Id="rId1" Type="http://schemas.openxmlformats.org/officeDocument/2006/relationships/tags" Target="../tags/tag654.xml"/><Relationship Id="rId6" Type="http://schemas.openxmlformats.org/officeDocument/2006/relationships/slideMaster" Target="../slideMasters/slideMaster4.xml"/><Relationship Id="rId5" Type="http://schemas.openxmlformats.org/officeDocument/2006/relationships/tags" Target="../tags/tag658.xml"/><Relationship Id="rId4" Type="http://schemas.openxmlformats.org/officeDocument/2006/relationships/tags" Target="../tags/tag657.xml"/></Relationships>
</file>

<file path=ppt/slideLayouts/_rels/slideLayout139.xml.rels><?xml version="1.0" encoding="UTF-8" standalone="yes"?>
<Relationships xmlns="http://schemas.openxmlformats.org/package/2006/relationships"><Relationship Id="rId3" Type="http://schemas.openxmlformats.org/officeDocument/2006/relationships/tags" Target="../tags/tag661.xml"/><Relationship Id="rId7" Type="http://schemas.openxmlformats.org/officeDocument/2006/relationships/slideMaster" Target="../slideMasters/slideMaster4.xml"/><Relationship Id="rId2" Type="http://schemas.openxmlformats.org/officeDocument/2006/relationships/tags" Target="../tags/tag660.xml"/><Relationship Id="rId1" Type="http://schemas.openxmlformats.org/officeDocument/2006/relationships/tags" Target="../tags/tag659.xml"/><Relationship Id="rId6" Type="http://schemas.openxmlformats.org/officeDocument/2006/relationships/tags" Target="../tags/tag664.xml"/><Relationship Id="rId5" Type="http://schemas.openxmlformats.org/officeDocument/2006/relationships/tags" Target="../tags/tag663.xml"/><Relationship Id="rId4" Type="http://schemas.openxmlformats.org/officeDocument/2006/relationships/tags" Target="../tags/tag662.xml"/></Relationships>
</file>

<file path=ppt/slideLayouts/_rels/slideLayout140.xml.rels><?xml version="1.0" encoding="UTF-8" standalone="yes"?>
<Relationships xmlns="http://schemas.openxmlformats.org/package/2006/relationships"><Relationship Id="rId8" Type="http://schemas.openxmlformats.org/officeDocument/2006/relationships/tags" Target="../tags/tag672.xml"/><Relationship Id="rId3" Type="http://schemas.openxmlformats.org/officeDocument/2006/relationships/tags" Target="../tags/tag667.xml"/><Relationship Id="rId7" Type="http://schemas.openxmlformats.org/officeDocument/2006/relationships/tags" Target="../tags/tag671.xml"/><Relationship Id="rId2" Type="http://schemas.openxmlformats.org/officeDocument/2006/relationships/tags" Target="../tags/tag666.xml"/><Relationship Id="rId1" Type="http://schemas.openxmlformats.org/officeDocument/2006/relationships/tags" Target="../tags/tag665.xml"/><Relationship Id="rId6" Type="http://schemas.openxmlformats.org/officeDocument/2006/relationships/tags" Target="../tags/tag670.xml"/><Relationship Id="rId5" Type="http://schemas.openxmlformats.org/officeDocument/2006/relationships/tags" Target="../tags/tag669.xml"/><Relationship Id="rId4" Type="http://schemas.openxmlformats.org/officeDocument/2006/relationships/tags" Target="../tags/tag668.xml"/><Relationship Id="rId9"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tags" Target="../tags/tag675.xml"/><Relationship Id="rId2" Type="http://schemas.openxmlformats.org/officeDocument/2006/relationships/tags" Target="../tags/tag674.xml"/><Relationship Id="rId1" Type="http://schemas.openxmlformats.org/officeDocument/2006/relationships/tags" Target="../tags/tag673.xml"/><Relationship Id="rId5" Type="http://schemas.openxmlformats.org/officeDocument/2006/relationships/slideMaster" Target="../slideMasters/slideMaster4.xml"/><Relationship Id="rId4" Type="http://schemas.openxmlformats.org/officeDocument/2006/relationships/tags" Target="../tags/tag676.xml"/></Relationships>
</file>

<file path=ppt/slideLayouts/_rels/slideLayout142.xml.rels><?xml version="1.0" encoding="UTF-8" standalone="yes"?>
<Relationships xmlns="http://schemas.openxmlformats.org/package/2006/relationships"><Relationship Id="rId3" Type="http://schemas.openxmlformats.org/officeDocument/2006/relationships/tags" Target="../tags/tag679.xml"/><Relationship Id="rId2" Type="http://schemas.openxmlformats.org/officeDocument/2006/relationships/tags" Target="../tags/tag678.xml"/><Relationship Id="rId1" Type="http://schemas.openxmlformats.org/officeDocument/2006/relationships/tags" Target="../tags/tag677.xml"/><Relationship Id="rId4"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tags" Target="../tags/tag682.xml"/><Relationship Id="rId7" Type="http://schemas.openxmlformats.org/officeDocument/2006/relationships/slideMaster" Target="../slideMasters/slideMaster4.xml"/><Relationship Id="rId2" Type="http://schemas.openxmlformats.org/officeDocument/2006/relationships/tags" Target="../tags/tag681.xml"/><Relationship Id="rId1" Type="http://schemas.openxmlformats.org/officeDocument/2006/relationships/tags" Target="../tags/tag680.xml"/><Relationship Id="rId6" Type="http://schemas.openxmlformats.org/officeDocument/2006/relationships/tags" Target="../tags/tag685.xml"/><Relationship Id="rId5" Type="http://schemas.openxmlformats.org/officeDocument/2006/relationships/tags" Target="../tags/tag684.xml"/><Relationship Id="rId4" Type="http://schemas.openxmlformats.org/officeDocument/2006/relationships/tags" Target="../tags/tag683.xml"/></Relationships>
</file>

<file path=ppt/slideLayouts/_rels/slideLayout144.xml.rels><?xml version="1.0" encoding="UTF-8" standalone="yes"?>
<Relationships xmlns="http://schemas.openxmlformats.org/package/2006/relationships"><Relationship Id="rId3" Type="http://schemas.openxmlformats.org/officeDocument/2006/relationships/tags" Target="../tags/tag688.xml"/><Relationship Id="rId2" Type="http://schemas.openxmlformats.org/officeDocument/2006/relationships/tags" Target="../tags/tag687.xml"/><Relationship Id="rId1" Type="http://schemas.openxmlformats.org/officeDocument/2006/relationships/tags" Target="../tags/tag686.xml"/><Relationship Id="rId6" Type="http://schemas.openxmlformats.org/officeDocument/2006/relationships/slideMaster" Target="../slideMasters/slideMaster4.xml"/><Relationship Id="rId5" Type="http://schemas.openxmlformats.org/officeDocument/2006/relationships/tags" Target="../tags/tag690.xml"/><Relationship Id="rId4" Type="http://schemas.openxmlformats.org/officeDocument/2006/relationships/tags" Target="../tags/tag689.xml"/></Relationships>
</file>

<file path=ppt/slideLayouts/_rels/slideLayout145.xml.rels><?xml version="1.0" encoding="UTF-8" standalone="yes"?>
<Relationships xmlns="http://schemas.openxmlformats.org/package/2006/relationships"><Relationship Id="rId3" Type="http://schemas.openxmlformats.org/officeDocument/2006/relationships/tags" Target="../tags/tag693.xml"/><Relationship Id="rId2" Type="http://schemas.openxmlformats.org/officeDocument/2006/relationships/tags" Target="../tags/tag692.xml"/><Relationship Id="rId1" Type="http://schemas.openxmlformats.org/officeDocument/2006/relationships/tags" Target="../tags/tag691.xml"/><Relationship Id="rId5" Type="http://schemas.openxmlformats.org/officeDocument/2006/relationships/slideMaster" Target="../slideMasters/slideMaster4.xml"/><Relationship Id="rId4" Type="http://schemas.openxmlformats.org/officeDocument/2006/relationships/tags" Target="../tags/tag694.xml"/></Relationships>
</file>

<file path=ppt/slideLayouts/_rels/slideLayout146.xml.rels><?xml version="1.0" encoding="UTF-8" standalone="yes"?>
<Relationships xmlns="http://schemas.openxmlformats.org/package/2006/relationships"><Relationship Id="rId3" Type="http://schemas.openxmlformats.org/officeDocument/2006/relationships/tags" Target="../tags/tag697.xml"/><Relationship Id="rId2" Type="http://schemas.openxmlformats.org/officeDocument/2006/relationships/tags" Target="../tags/tag696.xml"/><Relationship Id="rId1" Type="http://schemas.openxmlformats.org/officeDocument/2006/relationships/tags" Target="../tags/tag695.xml"/><Relationship Id="rId5" Type="http://schemas.openxmlformats.org/officeDocument/2006/relationships/slideMaster" Target="../slideMasters/slideMaster4.xml"/><Relationship Id="rId4" Type="http://schemas.openxmlformats.org/officeDocument/2006/relationships/tags" Target="../tags/tag69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3" Type="http://schemas.openxmlformats.org/officeDocument/2006/relationships/tags" Target="../tags/tag707.xml"/><Relationship Id="rId2" Type="http://schemas.openxmlformats.org/officeDocument/2006/relationships/tags" Target="../tags/tag706.xml"/><Relationship Id="rId1" Type="http://schemas.openxmlformats.org/officeDocument/2006/relationships/tags" Target="../tags/tag705.xml"/><Relationship Id="rId6" Type="http://schemas.openxmlformats.org/officeDocument/2006/relationships/slideMaster" Target="../slideMasters/slideMaster5.xml"/><Relationship Id="rId5" Type="http://schemas.openxmlformats.org/officeDocument/2006/relationships/tags" Target="../tags/tag709.xml"/><Relationship Id="rId4" Type="http://schemas.openxmlformats.org/officeDocument/2006/relationships/tags" Target="../tags/tag708.xml"/></Relationships>
</file>

<file path=ppt/slideLayouts/_rels/slideLayout175.xml.rels><?xml version="1.0" encoding="UTF-8" standalone="yes"?>
<Relationships xmlns="http://schemas.openxmlformats.org/package/2006/relationships"><Relationship Id="rId3" Type="http://schemas.openxmlformats.org/officeDocument/2006/relationships/tags" Target="../tags/tag712.xml"/><Relationship Id="rId2" Type="http://schemas.openxmlformats.org/officeDocument/2006/relationships/tags" Target="../tags/tag711.xml"/><Relationship Id="rId1" Type="http://schemas.openxmlformats.org/officeDocument/2006/relationships/tags" Target="../tags/tag710.xml"/><Relationship Id="rId6" Type="http://schemas.openxmlformats.org/officeDocument/2006/relationships/slideMaster" Target="../slideMasters/slideMaster5.xml"/><Relationship Id="rId5" Type="http://schemas.openxmlformats.org/officeDocument/2006/relationships/tags" Target="../tags/tag714.xml"/><Relationship Id="rId4" Type="http://schemas.openxmlformats.org/officeDocument/2006/relationships/tags" Target="../tags/tag713.xml"/></Relationships>
</file>

<file path=ppt/slideLayouts/_rels/slideLayout176.xml.rels><?xml version="1.0" encoding="UTF-8" standalone="yes"?>
<Relationships xmlns="http://schemas.openxmlformats.org/package/2006/relationships"><Relationship Id="rId3" Type="http://schemas.openxmlformats.org/officeDocument/2006/relationships/tags" Target="../tags/tag717.xml"/><Relationship Id="rId2" Type="http://schemas.openxmlformats.org/officeDocument/2006/relationships/tags" Target="../tags/tag716.xml"/><Relationship Id="rId1" Type="http://schemas.openxmlformats.org/officeDocument/2006/relationships/tags" Target="../tags/tag715.xml"/><Relationship Id="rId6" Type="http://schemas.openxmlformats.org/officeDocument/2006/relationships/slideMaster" Target="../slideMasters/slideMaster5.xml"/><Relationship Id="rId5" Type="http://schemas.openxmlformats.org/officeDocument/2006/relationships/tags" Target="../tags/tag719.xml"/><Relationship Id="rId4" Type="http://schemas.openxmlformats.org/officeDocument/2006/relationships/tags" Target="../tags/tag718.xml"/></Relationships>
</file>

<file path=ppt/slideLayouts/_rels/slideLayout177.xml.rels><?xml version="1.0" encoding="UTF-8" standalone="yes"?>
<Relationships xmlns="http://schemas.openxmlformats.org/package/2006/relationships"><Relationship Id="rId3" Type="http://schemas.openxmlformats.org/officeDocument/2006/relationships/tags" Target="../tags/tag722.xml"/><Relationship Id="rId7" Type="http://schemas.openxmlformats.org/officeDocument/2006/relationships/slideMaster" Target="../slideMasters/slideMaster5.xml"/><Relationship Id="rId2" Type="http://schemas.openxmlformats.org/officeDocument/2006/relationships/tags" Target="../tags/tag721.xml"/><Relationship Id="rId1" Type="http://schemas.openxmlformats.org/officeDocument/2006/relationships/tags" Target="../tags/tag720.xml"/><Relationship Id="rId6" Type="http://schemas.openxmlformats.org/officeDocument/2006/relationships/tags" Target="../tags/tag725.xml"/><Relationship Id="rId5" Type="http://schemas.openxmlformats.org/officeDocument/2006/relationships/tags" Target="../tags/tag724.xml"/><Relationship Id="rId4" Type="http://schemas.openxmlformats.org/officeDocument/2006/relationships/tags" Target="../tags/tag723.xml"/></Relationships>
</file>

<file path=ppt/slideLayouts/_rels/slideLayout178.xml.rels><?xml version="1.0" encoding="UTF-8" standalone="yes"?>
<Relationships xmlns="http://schemas.openxmlformats.org/package/2006/relationships"><Relationship Id="rId8" Type="http://schemas.openxmlformats.org/officeDocument/2006/relationships/tags" Target="../tags/tag733.xml"/><Relationship Id="rId3" Type="http://schemas.openxmlformats.org/officeDocument/2006/relationships/tags" Target="../tags/tag728.xml"/><Relationship Id="rId7" Type="http://schemas.openxmlformats.org/officeDocument/2006/relationships/tags" Target="../tags/tag732.xml"/><Relationship Id="rId2" Type="http://schemas.openxmlformats.org/officeDocument/2006/relationships/tags" Target="../tags/tag727.xml"/><Relationship Id="rId1" Type="http://schemas.openxmlformats.org/officeDocument/2006/relationships/tags" Target="../tags/tag726.xml"/><Relationship Id="rId6" Type="http://schemas.openxmlformats.org/officeDocument/2006/relationships/tags" Target="../tags/tag731.xml"/><Relationship Id="rId5" Type="http://schemas.openxmlformats.org/officeDocument/2006/relationships/tags" Target="../tags/tag730.xml"/><Relationship Id="rId4" Type="http://schemas.openxmlformats.org/officeDocument/2006/relationships/tags" Target="../tags/tag729.xml"/><Relationship Id="rId9"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3" Type="http://schemas.openxmlformats.org/officeDocument/2006/relationships/tags" Target="../tags/tag736.xml"/><Relationship Id="rId2" Type="http://schemas.openxmlformats.org/officeDocument/2006/relationships/tags" Target="../tags/tag735.xml"/><Relationship Id="rId1" Type="http://schemas.openxmlformats.org/officeDocument/2006/relationships/tags" Target="../tags/tag734.xml"/><Relationship Id="rId5" Type="http://schemas.openxmlformats.org/officeDocument/2006/relationships/slideMaster" Target="../slideMasters/slideMaster5.xml"/><Relationship Id="rId4" Type="http://schemas.openxmlformats.org/officeDocument/2006/relationships/tags" Target="../tags/tag737.xml"/></Relationships>
</file>

<file path=ppt/slideLayouts/_rels/slideLayout180.xml.rels><?xml version="1.0" encoding="UTF-8" standalone="yes"?>
<Relationships xmlns="http://schemas.openxmlformats.org/package/2006/relationships"><Relationship Id="rId3" Type="http://schemas.openxmlformats.org/officeDocument/2006/relationships/tags" Target="../tags/tag740.xml"/><Relationship Id="rId2" Type="http://schemas.openxmlformats.org/officeDocument/2006/relationships/tags" Target="../tags/tag739.xml"/><Relationship Id="rId1" Type="http://schemas.openxmlformats.org/officeDocument/2006/relationships/tags" Target="../tags/tag738.xml"/><Relationship Id="rId4"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3" Type="http://schemas.openxmlformats.org/officeDocument/2006/relationships/tags" Target="../tags/tag743.xml"/><Relationship Id="rId7" Type="http://schemas.openxmlformats.org/officeDocument/2006/relationships/slideMaster" Target="../slideMasters/slideMaster5.xml"/><Relationship Id="rId2" Type="http://schemas.openxmlformats.org/officeDocument/2006/relationships/tags" Target="../tags/tag742.xml"/><Relationship Id="rId1" Type="http://schemas.openxmlformats.org/officeDocument/2006/relationships/tags" Target="../tags/tag741.xml"/><Relationship Id="rId6" Type="http://schemas.openxmlformats.org/officeDocument/2006/relationships/tags" Target="../tags/tag746.xml"/><Relationship Id="rId5" Type="http://schemas.openxmlformats.org/officeDocument/2006/relationships/tags" Target="../tags/tag745.xml"/><Relationship Id="rId4" Type="http://schemas.openxmlformats.org/officeDocument/2006/relationships/tags" Target="../tags/tag744.xml"/></Relationships>
</file>

<file path=ppt/slideLayouts/_rels/slideLayout182.xml.rels><?xml version="1.0" encoding="UTF-8" standalone="yes"?>
<Relationships xmlns="http://schemas.openxmlformats.org/package/2006/relationships"><Relationship Id="rId3" Type="http://schemas.openxmlformats.org/officeDocument/2006/relationships/tags" Target="../tags/tag749.xml"/><Relationship Id="rId2" Type="http://schemas.openxmlformats.org/officeDocument/2006/relationships/tags" Target="../tags/tag748.xml"/><Relationship Id="rId1" Type="http://schemas.openxmlformats.org/officeDocument/2006/relationships/tags" Target="../tags/tag747.xml"/><Relationship Id="rId6" Type="http://schemas.openxmlformats.org/officeDocument/2006/relationships/slideMaster" Target="../slideMasters/slideMaster5.xml"/><Relationship Id="rId5" Type="http://schemas.openxmlformats.org/officeDocument/2006/relationships/tags" Target="../tags/tag751.xml"/><Relationship Id="rId4" Type="http://schemas.openxmlformats.org/officeDocument/2006/relationships/tags" Target="../tags/tag750.xml"/></Relationships>
</file>

<file path=ppt/slideLayouts/_rels/slideLayout183.xml.rels><?xml version="1.0" encoding="UTF-8" standalone="yes"?>
<Relationships xmlns="http://schemas.openxmlformats.org/package/2006/relationships"><Relationship Id="rId3" Type="http://schemas.openxmlformats.org/officeDocument/2006/relationships/tags" Target="../tags/tag754.xml"/><Relationship Id="rId2" Type="http://schemas.openxmlformats.org/officeDocument/2006/relationships/tags" Target="../tags/tag753.xml"/><Relationship Id="rId1" Type="http://schemas.openxmlformats.org/officeDocument/2006/relationships/tags" Target="../tags/tag752.xml"/><Relationship Id="rId5" Type="http://schemas.openxmlformats.org/officeDocument/2006/relationships/slideMaster" Target="../slideMasters/slideMaster5.xml"/><Relationship Id="rId4" Type="http://schemas.openxmlformats.org/officeDocument/2006/relationships/tags" Target="../tags/tag755.xml"/></Relationships>
</file>

<file path=ppt/slideLayouts/_rels/slideLayout184.xml.rels><?xml version="1.0" encoding="UTF-8" standalone="yes"?>
<Relationships xmlns="http://schemas.openxmlformats.org/package/2006/relationships"><Relationship Id="rId3" Type="http://schemas.openxmlformats.org/officeDocument/2006/relationships/tags" Target="../tags/tag758.xml"/><Relationship Id="rId2" Type="http://schemas.openxmlformats.org/officeDocument/2006/relationships/tags" Target="../tags/tag757.xml"/><Relationship Id="rId1" Type="http://schemas.openxmlformats.org/officeDocument/2006/relationships/tags" Target="../tags/tag756.xml"/><Relationship Id="rId5" Type="http://schemas.openxmlformats.org/officeDocument/2006/relationships/slideMaster" Target="../slideMasters/slideMaster5.xml"/><Relationship Id="rId4" Type="http://schemas.openxmlformats.org/officeDocument/2006/relationships/tags" Target="../tags/tag75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3" Type="http://schemas.openxmlformats.org/officeDocument/2006/relationships/tags" Target="../tags/tag768.xml"/><Relationship Id="rId2" Type="http://schemas.openxmlformats.org/officeDocument/2006/relationships/tags" Target="../tags/tag767.xml"/><Relationship Id="rId1" Type="http://schemas.openxmlformats.org/officeDocument/2006/relationships/tags" Target="../tags/tag766.xml"/><Relationship Id="rId6" Type="http://schemas.openxmlformats.org/officeDocument/2006/relationships/slideMaster" Target="../slideMasters/slideMaster6.xml"/><Relationship Id="rId5" Type="http://schemas.openxmlformats.org/officeDocument/2006/relationships/tags" Target="../tags/tag770.xml"/><Relationship Id="rId4" Type="http://schemas.openxmlformats.org/officeDocument/2006/relationships/tags" Target="../tags/tag769.xml"/></Relationships>
</file>

<file path=ppt/slideLayouts/_rels/slideLayout211.xml.rels><?xml version="1.0" encoding="UTF-8" standalone="yes"?>
<Relationships xmlns="http://schemas.openxmlformats.org/package/2006/relationships"><Relationship Id="rId3" Type="http://schemas.openxmlformats.org/officeDocument/2006/relationships/tags" Target="../tags/tag773.xml"/><Relationship Id="rId2" Type="http://schemas.openxmlformats.org/officeDocument/2006/relationships/tags" Target="../tags/tag772.xml"/><Relationship Id="rId1" Type="http://schemas.openxmlformats.org/officeDocument/2006/relationships/tags" Target="../tags/tag771.xml"/><Relationship Id="rId6" Type="http://schemas.openxmlformats.org/officeDocument/2006/relationships/slideMaster" Target="../slideMasters/slideMaster6.xml"/><Relationship Id="rId5" Type="http://schemas.openxmlformats.org/officeDocument/2006/relationships/tags" Target="../tags/tag775.xml"/><Relationship Id="rId4" Type="http://schemas.openxmlformats.org/officeDocument/2006/relationships/tags" Target="../tags/tag774.xml"/></Relationships>
</file>

<file path=ppt/slideLayouts/_rels/slideLayout212.xml.rels><?xml version="1.0" encoding="UTF-8" standalone="yes"?>
<Relationships xmlns="http://schemas.openxmlformats.org/package/2006/relationships"><Relationship Id="rId3" Type="http://schemas.openxmlformats.org/officeDocument/2006/relationships/tags" Target="../tags/tag778.xml"/><Relationship Id="rId2" Type="http://schemas.openxmlformats.org/officeDocument/2006/relationships/tags" Target="../tags/tag777.xml"/><Relationship Id="rId1" Type="http://schemas.openxmlformats.org/officeDocument/2006/relationships/tags" Target="../tags/tag776.xml"/><Relationship Id="rId6" Type="http://schemas.openxmlformats.org/officeDocument/2006/relationships/slideMaster" Target="../slideMasters/slideMaster6.xml"/><Relationship Id="rId5" Type="http://schemas.openxmlformats.org/officeDocument/2006/relationships/tags" Target="../tags/tag780.xml"/><Relationship Id="rId4" Type="http://schemas.openxmlformats.org/officeDocument/2006/relationships/tags" Target="../tags/tag779.xml"/></Relationships>
</file>

<file path=ppt/slideLayouts/_rels/slideLayout213.xml.rels><?xml version="1.0" encoding="UTF-8" standalone="yes"?>
<Relationships xmlns="http://schemas.openxmlformats.org/package/2006/relationships"><Relationship Id="rId3" Type="http://schemas.openxmlformats.org/officeDocument/2006/relationships/tags" Target="../tags/tag783.xml"/><Relationship Id="rId7" Type="http://schemas.openxmlformats.org/officeDocument/2006/relationships/slideMaster" Target="../slideMasters/slideMaster6.xml"/><Relationship Id="rId2" Type="http://schemas.openxmlformats.org/officeDocument/2006/relationships/tags" Target="../tags/tag782.xml"/><Relationship Id="rId1" Type="http://schemas.openxmlformats.org/officeDocument/2006/relationships/tags" Target="../tags/tag781.xml"/><Relationship Id="rId6" Type="http://schemas.openxmlformats.org/officeDocument/2006/relationships/tags" Target="../tags/tag786.xml"/><Relationship Id="rId5" Type="http://schemas.openxmlformats.org/officeDocument/2006/relationships/tags" Target="../tags/tag785.xml"/><Relationship Id="rId4" Type="http://schemas.openxmlformats.org/officeDocument/2006/relationships/tags" Target="../tags/tag784.xml"/></Relationships>
</file>

<file path=ppt/slideLayouts/_rels/slideLayout214.xml.rels><?xml version="1.0" encoding="UTF-8" standalone="yes"?>
<Relationships xmlns="http://schemas.openxmlformats.org/package/2006/relationships"><Relationship Id="rId8" Type="http://schemas.openxmlformats.org/officeDocument/2006/relationships/tags" Target="../tags/tag794.xml"/><Relationship Id="rId3" Type="http://schemas.openxmlformats.org/officeDocument/2006/relationships/tags" Target="../tags/tag789.xml"/><Relationship Id="rId7" Type="http://schemas.openxmlformats.org/officeDocument/2006/relationships/tags" Target="../tags/tag793.xml"/><Relationship Id="rId2" Type="http://schemas.openxmlformats.org/officeDocument/2006/relationships/tags" Target="../tags/tag788.xml"/><Relationship Id="rId1" Type="http://schemas.openxmlformats.org/officeDocument/2006/relationships/tags" Target="../tags/tag787.xml"/><Relationship Id="rId6" Type="http://schemas.openxmlformats.org/officeDocument/2006/relationships/tags" Target="../tags/tag792.xml"/><Relationship Id="rId5" Type="http://schemas.openxmlformats.org/officeDocument/2006/relationships/tags" Target="../tags/tag791.xml"/><Relationship Id="rId4" Type="http://schemas.openxmlformats.org/officeDocument/2006/relationships/tags" Target="../tags/tag790.xml"/><Relationship Id="rId9"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3" Type="http://schemas.openxmlformats.org/officeDocument/2006/relationships/tags" Target="../tags/tag797.xml"/><Relationship Id="rId2" Type="http://schemas.openxmlformats.org/officeDocument/2006/relationships/tags" Target="../tags/tag796.xml"/><Relationship Id="rId1" Type="http://schemas.openxmlformats.org/officeDocument/2006/relationships/tags" Target="../tags/tag795.xml"/><Relationship Id="rId5" Type="http://schemas.openxmlformats.org/officeDocument/2006/relationships/slideMaster" Target="../slideMasters/slideMaster6.xml"/><Relationship Id="rId4" Type="http://schemas.openxmlformats.org/officeDocument/2006/relationships/tags" Target="../tags/tag798.xml"/></Relationships>
</file>

<file path=ppt/slideLayouts/_rels/slideLayout216.xml.rels><?xml version="1.0" encoding="UTF-8" standalone="yes"?>
<Relationships xmlns="http://schemas.openxmlformats.org/package/2006/relationships"><Relationship Id="rId3" Type="http://schemas.openxmlformats.org/officeDocument/2006/relationships/tags" Target="../tags/tag801.xml"/><Relationship Id="rId2" Type="http://schemas.openxmlformats.org/officeDocument/2006/relationships/tags" Target="../tags/tag800.xml"/><Relationship Id="rId1" Type="http://schemas.openxmlformats.org/officeDocument/2006/relationships/tags" Target="../tags/tag799.xml"/><Relationship Id="rId4"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3" Type="http://schemas.openxmlformats.org/officeDocument/2006/relationships/tags" Target="../tags/tag804.xml"/><Relationship Id="rId7" Type="http://schemas.openxmlformats.org/officeDocument/2006/relationships/slideMaster" Target="../slideMasters/slideMaster6.xml"/><Relationship Id="rId2" Type="http://schemas.openxmlformats.org/officeDocument/2006/relationships/tags" Target="../tags/tag803.xml"/><Relationship Id="rId1" Type="http://schemas.openxmlformats.org/officeDocument/2006/relationships/tags" Target="../tags/tag802.xml"/><Relationship Id="rId6" Type="http://schemas.openxmlformats.org/officeDocument/2006/relationships/tags" Target="../tags/tag807.xml"/><Relationship Id="rId5" Type="http://schemas.openxmlformats.org/officeDocument/2006/relationships/tags" Target="../tags/tag806.xml"/><Relationship Id="rId4" Type="http://schemas.openxmlformats.org/officeDocument/2006/relationships/tags" Target="../tags/tag805.xml"/></Relationships>
</file>

<file path=ppt/slideLayouts/_rels/slideLayout218.xml.rels><?xml version="1.0" encoding="UTF-8" standalone="yes"?>
<Relationships xmlns="http://schemas.openxmlformats.org/package/2006/relationships"><Relationship Id="rId3" Type="http://schemas.openxmlformats.org/officeDocument/2006/relationships/tags" Target="../tags/tag810.xml"/><Relationship Id="rId2" Type="http://schemas.openxmlformats.org/officeDocument/2006/relationships/tags" Target="../tags/tag809.xml"/><Relationship Id="rId1" Type="http://schemas.openxmlformats.org/officeDocument/2006/relationships/tags" Target="../tags/tag808.xml"/><Relationship Id="rId6" Type="http://schemas.openxmlformats.org/officeDocument/2006/relationships/slideMaster" Target="../slideMasters/slideMaster6.xml"/><Relationship Id="rId5" Type="http://schemas.openxmlformats.org/officeDocument/2006/relationships/tags" Target="../tags/tag812.xml"/><Relationship Id="rId4" Type="http://schemas.openxmlformats.org/officeDocument/2006/relationships/tags" Target="../tags/tag811.xml"/></Relationships>
</file>

<file path=ppt/slideLayouts/_rels/slideLayout219.xml.rels><?xml version="1.0" encoding="UTF-8" standalone="yes"?>
<Relationships xmlns="http://schemas.openxmlformats.org/package/2006/relationships"><Relationship Id="rId3" Type="http://schemas.openxmlformats.org/officeDocument/2006/relationships/tags" Target="../tags/tag815.xml"/><Relationship Id="rId2" Type="http://schemas.openxmlformats.org/officeDocument/2006/relationships/tags" Target="../tags/tag814.xml"/><Relationship Id="rId1" Type="http://schemas.openxmlformats.org/officeDocument/2006/relationships/tags" Target="../tags/tag813.xml"/><Relationship Id="rId5" Type="http://schemas.openxmlformats.org/officeDocument/2006/relationships/slideMaster" Target="../slideMasters/slideMaster6.xml"/><Relationship Id="rId4" Type="http://schemas.openxmlformats.org/officeDocument/2006/relationships/tags" Target="../tags/tag816.xml"/></Relationships>
</file>

<file path=ppt/slideLayouts/_rels/slideLayout220.xml.rels><?xml version="1.0" encoding="UTF-8" standalone="yes"?>
<Relationships xmlns="http://schemas.openxmlformats.org/package/2006/relationships"><Relationship Id="rId3" Type="http://schemas.openxmlformats.org/officeDocument/2006/relationships/tags" Target="../tags/tag819.xml"/><Relationship Id="rId2" Type="http://schemas.openxmlformats.org/officeDocument/2006/relationships/tags" Target="../tags/tag818.xml"/><Relationship Id="rId1" Type="http://schemas.openxmlformats.org/officeDocument/2006/relationships/tags" Target="../tags/tag817.xml"/><Relationship Id="rId5" Type="http://schemas.openxmlformats.org/officeDocument/2006/relationships/slideMaster" Target="../slideMasters/slideMaster6.xml"/><Relationship Id="rId4" Type="http://schemas.openxmlformats.org/officeDocument/2006/relationships/tags" Target="../tags/tag8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8" Type="http://schemas.openxmlformats.org/officeDocument/2006/relationships/tags" Target="../tags/tag828.xml"/><Relationship Id="rId3" Type="http://schemas.openxmlformats.org/officeDocument/2006/relationships/tags" Target="../tags/tag823.xml"/><Relationship Id="rId7" Type="http://schemas.openxmlformats.org/officeDocument/2006/relationships/tags" Target="../tags/tag827.xml"/><Relationship Id="rId2" Type="http://schemas.openxmlformats.org/officeDocument/2006/relationships/tags" Target="../tags/tag822.xml"/><Relationship Id="rId1" Type="http://schemas.openxmlformats.org/officeDocument/2006/relationships/tags" Target="../tags/tag821.xml"/><Relationship Id="rId6" Type="http://schemas.openxmlformats.org/officeDocument/2006/relationships/tags" Target="../tags/tag826.xml"/><Relationship Id="rId5" Type="http://schemas.openxmlformats.org/officeDocument/2006/relationships/tags" Target="../tags/tag825.xml"/><Relationship Id="rId10" Type="http://schemas.openxmlformats.org/officeDocument/2006/relationships/slideMaster" Target="../slideMasters/slideMaster6.xml"/><Relationship Id="rId4" Type="http://schemas.openxmlformats.org/officeDocument/2006/relationships/tags" Target="../tags/tag824.xml"/><Relationship Id="rId9" Type="http://schemas.openxmlformats.org/officeDocument/2006/relationships/tags" Target="../tags/tag829.xml"/></Relationships>
</file>

<file path=ppt/slideLayouts/_rels/slideLayout225.xml.rels><?xml version="1.0" encoding="UTF-8" standalone="yes"?>
<Relationships xmlns="http://schemas.openxmlformats.org/package/2006/relationships"><Relationship Id="rId3" Type="http://schemas.openxmlformats.org/officeDocument/2006/relationships/tags" Target="../tags/tag838.xml"/><Relationship Id="rId2" Type="http://schemas.openxmlformats.org/officeDocument/2006/relationships/tags" Target="../tags/tag837.xml"/><Relationship Id="rId1" Type="http://schemas.openxmlformats.org/officeDocument/2006/relationships/tags" Target="../tags/tag836.xml"/><Relationship Id="rId6" Type="http://schemas.openxmlformats.org/officeDocument/2006/relationships/slideMaster" Target="../slideMasters/slideMaster7.xml"/><Relationship Id="rId5" Type="http://schemas.openxmlformats.org/officeDocument/2006/relationships/tags" Target="../tags/tag840.xml"/><Relationship Id="rId4" Type="http://schemas.openxmlformats.org/officeDocument/2006/relationships/tags" Target="../tags/tag839.xml"/></Relationships>
</file>

<file path=ppt/slideLayouts/_rels/slideLayout226.xml.rels><?xml version="1.0" encoding="UTF-8" standalone="yes"?>
<Relationships xmlns="http://schemas.openxmlformats.org/package/2006/relationships"><Relationship Id="rId3" Type="http://schemas.openxmlformats.org/officeDocument/2006/relationships/tags" Target="../tags/tag843.xml"/><Relationship Id="rId2" Type="http://schemas.openxmlformats.org/officeDocument/2006/relationships/tags" Target="../tags/tag842.xml"/><Relationship Id="rId1" Type="http://schemas.openxmlformats.org/officeDocument/2006/relationships/tags" Target="../tags/tag841.xml"/><Relationship Id="rId6" Type="http://schemas.openxmlformats.org/officeDocument/2006/relationships/slideMaster" Target="../slideMasters/slideMaster7.xml"/><Relationship Id="rId5" Type="http://schemas.openxmlformats.org/officeDocument/2006/relationships/tags" Target="../tags/tag845.xml"/><Relationship Id="rId4" Type="http://schemas.openxmlformats.org/officeDocument/2006/relationships/tags" Target="../tags/tag844.xml"/></Relationships>
</file>

<file path=ppt/slideLayouts/_rels/slideLayout227.xml.rels><?xml version="1.0" encoding="UTF-8" standalone="yes"?>
<Relationships xmlns="http://schemas.openxmlformats.org/package/2006/relationships"><Relationship Id="rId3" Type="http://schemas.openxmlformats.org/officeDocument/2006/relationships/tags" Target="../tags/tag848.xml"/><Relationship Id="rId2" Type="http://schemas.openxmlformats.org/officeDocument/2006/relationships/tags" Target="../tags/tag847.xml"/><Relationship Id="rId1" Type="http://schemas.openxmlformats.org/officeDocument/2006/relationships/tags" Target="../tags/tag846.xml"/><Relationship Id="rId6" Type="http://schemas.openxmlformats.org/officeDocument/2006/relationships/slideMaster" Target="../slideMasters/slideMaster7.xml"/><Relationship Id="rId5" Type="http://schemas.openxmlformats.org/officeDocument/2006/relationships/tags" Target="../tags/tag850.xml"/><Relationship Id="rId4" Type="http://schemas.openxmlformats.org/officeDocument/2006/relationships/tags" Target="../tags/tag849.xml"/></Relationships>
</file>

<file path=ppt/slideLayouts/_rels/slideLayout228.xml.rels><?xml version="1.0" encoding="UTF-8" standalone="yes"?>
<Relationships xmlns="http://schemas.openxmlformats.org/package/2006/relationships"><Relationship Id="rId3" Type="http://schemas.openxmlformats.org/officeDocument/2006/relationships/tags" Target="../tags/tag853.xml"/><Relationship Id="rId7" Type="http://schemas.openxmlformats.org/officeDocument/2006/relationships/slideMaster" Target="../slideMasters/slideMaster7.xml"/><Relationship Id="rId2" Type="http://schemas.openxmlformats.org/officeDocument/2006/relationships/tags" Target="../tags/tag852.xml"/><Relationship Id="rId1" Type="http://schemas.openxmlformats.org/officeDocument/2006/relationships/tags" Target="../tags/tag851.xml"/><Relationship Id="rId6" Type="http://schemas.openxmlformats.org/officeDocument/2006/relationships/tags" Target="../tags/tag856.xml"/><Relationship Id="rId5" Type="http://schemas.openxmlformats.org/officeDocument/2006/relationships/tags" Target="../tags/tag855.xml"/><Relationship Id="rId4" Type="http://schemas.openxmlformats.org/officeDocument/2006/relationships/tags" Target="../tags/tag854.xml"/></Relationships>
</file>

<file path=ppt/slideLayouts/_rels/slideLayout229.xml.rels><?xml version="1.0" encoding="UTF-8" standalone="yes"?>
<Relationships xmlns="http://schemas.openxmlformats.org/package/2006/relationships"><Relationship Id="rId8" Type="http://schemas.openxmlformats.org/officeDocument/2006/relationships/tags" Target="../tags/tag864.xml"/><Relationship Id="rId3" Type="http://schemas.openxmlformats.org/officeDocument/2006/relationships/tags" Target="../tags/tag859.xml"/><Relationship Id="rId7" Type="http://schemas.openxmlformats.org/officeDocument/2006/relationships/tags" Target="../tags/tag863.xml"/><Relationship Id="rId2" Type="http://schemas.openxmlformats.org/officeDocument/2006/relationships/tags" Target="../tags/tag858.xml"/><Relationship Id="rId1" Type="http://schemas.openxmlformats.org/officeDocument/2006/relationships/tags" Target="../tags/tag857.xml"/><Relationship Id="rId6" Type="http://schemas.openxmlformats.org/officeDocument/2006/relationships/tags" Target="../tags/tag862.xml"/><Relationship Id="rId5" Type="http://schemas.openxmlformats.org/officeDocument/2006/relationships/tags" Target="../tags/tag861.xml"/><Relationship Id="rId4" Type="http://schemas.openxmlformats.org/officeDocument/2006/relationships/tags" Target="../tags/tag860.xml"/><Relationship Id="rId9"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3" Type="http://schemas.openxmlformats.org/officeDocument/2006/relationships/tags" Target="../tags/tag867.xml"/><Relationship Id="rId2" Type="http://schemas.openxmlformats.org/officeDocument/2006/relationships/tags" Target="../tags/tag866.xml"/><Relationship Id="rId1" Type="http://schemas.openxmlformats.org/officeDocument/2006/relationships/tags" Target="../tags/tag865.xml"/><Relationship Id="rId5" Type="http://schemas.openxmlformats.org/officeDocument/2006/relationships/slideMaster" Target="../slideMasters/slideMaster7.xml"/><Relationship Id="rId4" Type="http://schemas.openxmlformats.org/officeDocument/2006/relationships/tags" Target="../tags/tag868.xml"/></Relationships>
</file>

<file path=ppt/slideLayouts/_rels/slideLayout231.xml.rels><?xml version="1.0" encoding="UTF-8" standalone="yes"?>
<Relationships xmlns="http://schemas.openxmlformats.org/package/2006/relationships"><Relationship Id="rId3" Type="http://schemas.openxmlformats.org/officeDocument/2006/relationships/tags" Target="../tags/tag871.xml"/><Relationship Id="rId2" Type="http://schemas.openxmlformats.org/officeDocument/2006/relationships/tags" Target="../tags/tag870.xml"/><Relationship Id="rId1" Type="http://schemas.openxmlformats.org/officeDocument/2006/relationships/tags" Target="../tags/tag869.xml"/><Relationship Id="rId4"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3" Type="http://schemas.openxmlformats.org/officeDocument/2006/relationships/tags" Target="../tags/tag874.xml"/><Relationship Id="rId7" Type="http://schemas.openxmlformats.org/officeDocument/2006/relationships/slideMaster" Target="../slideMasters/slideMaster7.xml"/><Relationship Id="rId2" Type="http://schemas.openxmlformats.org/officeDocument/2006/relationships/tags" Target="../tags/tag873.xml"/><Relationship Id="rId1" Type="http://schemas.openxmlformats.org/officeDocument/2006/relationships/tags" Target="../tags/tag872.xml"/><Relationship Id="rId6" Type="http://schemas.openxmlformats.org/officeDocument/2006/relationships/tags" Target="../tags/tag877.xml"/><Relationship Id="rId5" Type="http://schemas.openxmlformats.org/officeDocument/2006/relationships/tags" Target="../tags/tag876.xml"/><Relationship Id="rId4" Type="http://schemas.openxmlformats.org/officeDocument/2006/relationships/tags" Target="../tags/tag875.xml"/></Relationships>
</file>

<file path=ppt/slideLayouts/_rels/slideLayout233.xml.rels><?xml version="1.0" encoding="UTF-8" standalone="yes"?>
<Relationships xmlns="http://schemas.openxmlformats.org/package/2006/relationships"><Relationship Id="rId3" Type="http://schemas.openxmlformats.org/officeDocument/2006/relationships/tags" Target="../tags/tag880.xml"/><Relationship Id="rId2" Type="http://schemas.openxmlformats.org/officeDocument/2006/relationships/tags" Target="../tags/tag879.xml"/><Relationship Id="rId1" Type="http://schemas.openxmlformats.org/officeDocument/2006/relationships/tags" Target="../tags/tag878.xml"/><Relationship Id="rId6" Type="http://schemas.openxmlformats.org/officeDocument/2006/relationships/slideMaster" Target="../slideMasters/slideMaster7.xml"/><Relationship Id="rId5" Type="http://schemas.openxmlformats.org/officeDocument/2006/relationships/tags" Target="../tags/tag882.xml"/><Relationship Id="rId4" Type="http://schemas.openxmlformats.org/officeDocument/2006/relationships/tags" Target="../tags/tag881.xml"/></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885.xml"/><Relationship Id="rId2" Type="http://schemas.openxmlformats.org/officeDocument/2006/relationships/tags" Target="../tags/tag884.xml"/><Relationship Id="rId1" Type="http://schemas.openxmlformats.org/officeDocument/2006/relationships/tags" Target="../tags/tag883.xml"/><Relationship Id="rId5" Type="http://schemas.openxmlformats.org/officeDocument/2006/relationships/slideMaster" Target="../slideMasters/slideMaster7.xml"/><Relationship Id="rId4" Type="http://schemas.openxmlformats.org/officeDocument/2006/relationships/tags" Target="../tags/tag886.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889.xml"/><Relationship Id="rId2" Type="http://schemas.openxmlformats.org/officeDocument/2006/relationships/tags" Target="../tags/tag888.xml"/><Relationship Id="rId1" Type="http://schemas.openxmlformats.org/officeDocument/2006/relationships/tags" Target="../tags/tag887.xml"/><Relationship Id="rId5" Type="http://schemas.openxmlformats.org/officeDocument/2006/relationships/slideMaster" Target="../slideMasters/slideMaster7.xml"/><Relationship Id="rId4" Type="http://schemas.openxmlformats.org/officeDocument/2006/relationships/tags" Target="../tags/tag89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1.xml.rels><?xml version="1.0" encoding="UTF-8" standalone="yes"?>
<Relationships xmlns="http://schemas.openxmlformats.org/package/2006/relationships"><Relationship Id="rId8" Type="http://schemas.openxmlformats.org/officeDocument/2006/relationships/tags" Target="../tags/tag898.xml"/><Relationship Id="rId3" Type="http://schemas.openxmlformats.org/officeDocument/2006/relationships/tags" Target="../tags/tag893.xml"/><Relationship Id="rId7" Type="http://schemas.openxmlformats.org/officeDocument/2006/relationships/tags" Target="../tags/tag897.xml"/><Relationship Id="rId12" Type="http://schemas.openxmlformats.org/officeDocument/2006/relationships/slideMaster" Target="../slideMasters/slideMaster7.xml"/><Relationship Id="rId2" Type="http://schemas.openxmlformats.org/officeDocument/2006/relationships/tags" Target="../tags/tag892.xml"/><Relationship Id="rId1" Type="http://schemas.openxmlformats.org/officeDocument/2006/relationships/tags" Target="../tags/tag891.xml"/><Relationship Id="rId6" Type="http://schemas.openxmlformats.org/officeDocument/2006/relationships/tags" Target="../tags/tag896.xml"/><Relationship Id="rId11" Type="http://schemas.openxmlformats.org/officeDocument/2006/relationships/tags" Target="../tags/tag901.xml"/><Relationship Id="rId5" Type="http://schemas.openxmlformats.org/officeDocument/2006/relationships/tags" Target="../tags/tag895.xml"/><Relationship Id="rId10" Type="http://schemas.openxmlformats.org/officeDocument/2006/relationships/tags" Target="../tags/tag900.xml"/><Relationship Id="rId4" Type="http://schemas.openxmlformats.org/officeDocument/2006/relationships/tags" Target="../tags/tag894.xml"/><Relationship Id="rId9" Type="http://schemas.openxmlformats.org/officeDocument/2006/relationships/tags" Target="../tags/tag899.xml"/></Relationships>
</file>

<file path=ppt/slideLayouts/_rels/slideLayout262.xml.rels><?xml version="1.0" encoding="UTF-8" standalone="yes"?>
<Relationships xmlns="http://schemas.openxmlformats.org/package/2006/relationships"><Relationship Id="rId8" Type="http://schemas.openxmlformats.org/officeDocument/2006/relationships/tags" Target="../tags/tag909.xml"/><Relationship Id="rId13" Type="http://schemas.openxmlformats.org/officeDocument/2006/relationships/tags" Target="../tags/tag914.xml"/><Relationship Id="rId3" Type="http://schemas.openxmlformats.org/officeDocument/2006/relationships/tags" Target="../tags/tag904.xml"/><Relationship Id="rId7" Type="http://schemas.openxmlformats.org/officeDocument/2006/relationships/tags" Target="../tags/tag908.xml"/><Relationship Id="rId12" Type="http://schemas.openxmlformats.org/officeDocument/2006/relationships/tags" Target="../tags/tag913.xml"/><Relationship Id="rId17" Type="http://schemas.openxmlformats.org/officeDocument/2006/relationships/slideMaster" Target="../slideMasters/slideMaster7.xml"/><Relationship Id="rId2" Type="http://schemas.openxmlformats.org/officeDocument/2006/relationships/tags" Target="../tags/tag903.xml"/><Relationship Id="rId16" Type="http://schemas.openxmlformats.org/officeDocument/2006/relationships/tags" Target="../tags/tag917.xml"/><Relationship Id="rId1" Type="http://schemas.openxmlformats.org/officeDocument/2006/relationships/tags" Target="../tags/tag902.xml"/><Relationship Id="rId6" Type="http://schemas.openxmlformats.org/officeDocument/2006/relationships/tags" Target="../tags/tag907.xml"/><Relationship Id="rId11" Type="http://schemas.openxmlformats.org/officeDocument/2006/relationships/tags" Target="../tags/tag912.xml"/><Relationship Id="rId5" Type="http://schemas.openxmlformats.org/officeDocument/2006/relationships/tags" Target="../tags/tag906.xml"/><Relationship Id="rId15" Type="http://schemas.openxmlformats.org/officeDocument/2006/relationships/tags" Target="../tags/tag916.xml"/><Relationship Id="rId10" Type="http://schemas.openxmlformats.org/officeDocument/2006/relationships/tags" Target="../tags/tag911.xml"/><Relationship Id="rId4" Type="http://schemas.openxmlformats.org/officeDocument/2006/relationships/tags" Target="../tags/tag905.xml"/><Relationship Id="rId9" Type="http://schemas.openxmlformats.org/officeDocument/2006/relationships/tags" Target="../tags/tag910.xml"/><Relationship Id="rId14" Type="http://schemas.openxmlformats.org/officeDocument/2006/relationships/tags" Target="../tags/tag915.xml"/></Relationships>
</file>

<file path=ppt/slideLayouts/_rels/slideLayout263.xml.rels><?xml version="1.0" encoding="UTF-8" standalone="yes"?>
<Relationships xmlns="http://schemas.openxmlformats.org/package/2006/relationships"><Relationship Id="rId8" Type="http://schemas.openxmlformats.org/officeDocument/2006/relationships/tags" Target="../tags/tag925.xml"/><Relationship Id="rId13" Type="http://schemas.openxmlformats.org/officeDocument/2006/relationships/tags" Target="../tags/tag930.xml"/><Relationship Id="rId3" Type="http://schemas.openxmlformats.org/officeDocument/2006/relationships/tags" Target="../tags/tag920.xml"/><Relationship Id="rId7" Type="http://schemas.openxmlformats.org/officeDocument/2006/relationships/tags" Target="../tags/tag924.xml"/><Relationship Id="rId12" Type="http://schemas.openxmlformats.org/officeDocument/2006/relationships/tags" Target="../tags/tag929.xml"/><Relationship Id="rId17" Type="http://schemas.openxmlformats.org/officeDocument/2006/relationships/slideMaster" Target="../slideMasters/slideMaster7.xml"/><Relationship Id="rId2" Type="http://schemas.openxmlformats.org/officeDocument/2006/relationships/tags" Target="../tags/tag919.xml"/><Relationship Id="rId16" Type="http://schemas.openxmlformats.org/officeDocument/2006/relationships/tags" Target="../tags/tag933.xml"/><Relationship Id="rId1" Type="http://schemas.openxmlformats.org/officeDocument/2006/relationships/tags" Target="../tags/tag918.xml"/><Relationship Id="rId6" Type="http://schemas.openxmlformats.org/officeDocument/2006/relationships/tags" Target="../tags/tag923.xml"/><Relationship Id="rId11" Type="http://schemas.openxmlformats.org/officeDocument/2006/relationships/tags" Target="../tags/tag928.xml"/><Relationship Id="rId5" Type="http://schemas.openxmlformats.org/officeDocument/2006/relationships/tags" Target="../tags/tag922.xml"/><Relationship Id="rId15" Type="http://schemas.openxmlformats.org/officeDocument/2006/relationships/tags" Target="../tags/tag932.xml"/><Relationship Id="rId10" Type="http://schemas.openxmlformats.org/officeDocument/2006/relationships/tags" Target="../tags/tag927.xml"/><Relationship Id="rId4" Type="http://schemas.openxmlformats.org/officeDocument/2006/relationships/tags" Target="../tags/tag921.xml"/><Relationship Id="rId9" Type="http://schemas.openxmlformats.org/officeDocument/2006/relationships/tags" Target="../tags/tag926.xml"/><Relationship Id="rId14" Type="http://schemas.openxmlformats.org/officeDocument/2006/relationships/tags" Target="../tags/tag931.xml"/></Relationships>
</file>

<file path=ppt/slideLayouts/_rels/slideLayout264.xml.rels><?xml version="1.0" encoding="UTF-8" standalone="yes"?>
<Relationships xmlns="http://schemas.openxmlformats.org/package/2006/relationships"><Relationship Id="rId8" Type="http://schemas.openxmlformats.org/officeDocument/2006/relationships/tags" Target="../tags/tag941.xml"/><Relationship Id="rId3" Type="http://schemas.openxmlformats.org/officeDocument/2006/relationships/tags" Target="../tags/tag936.xml"/><Relationship Id="rId7" Type="http://schemas.openxmlformats.org/officeDocument/2006/relationships/tags" Target="../tags/tag940.xml"/><Relationship Id="rId12" Type="http://schemas.openxmlformats.org/officeDocument/2006/relationships/slideMaster" Target="../slideMasters/slideMaster7.xml"/><Relationship Id="rId2" Type="http://schemas.openxmlformats.org/officeDocument/2006/relationships/tags" Target="../tags/tag935.xml"/><Relationship Id="rId1" Type="http://schemas.openxmlformats.org/officeDocument/2006/relationships/tags" Target="../tags/tag934.xml"/><Relationship Id="rId6" Type="http://schemas.openxmlformats.org/officeDocument/2006/relationships/tags" Target="../tags/tag939.xml"/><Relationship Id="rId11" Type="http://schemas.openxmlformats.org/officeDocument/2006/relationships/tags" Target="../tags/tag944.xml"/><Relationship Id="rId5" Type="http://schemas.openxmlformats.org/officeDocument/2006/relationships/tags" Target="../tags/tag938.xml"/><Relationship Id="rId10" Type="http://schemas.openxmlformats.org/officeDocument/2006/relationships/tags" Target="../tags/tag943.xml"/><Relationship Id="rId4" Type="http://schemas.openxmlformats.org/officeDocument/2006/relationships/tags" Target="../tags/tag937.xml"/><Relationship Id="rId9" Type="http://schemas.openxmlformats.org/officeDocument/2006/relationships/tags" Target="../tags/tag942.xml"/></Relationships>
</file>

<file path=ppt/slideLayouts/_rels/slideLayout265.xml.rels><?xml version="1.0" encoding="UTF-8" standalone="yes"?>
<Relationships xmlns="http://schemas.openxmlformats.org/package/2006/relationships"><Relationship Id="rId3" Type="http://schemas.openxmlformats.org/officeDocument/2006/relationships/tags" Target="../tags/tag953.xml"/><Relationship Id="rId2" Type="http://schemas.openxmlformats.org/officeDocument/2006/relationships/tags" Target="../tags/tag952.xml"/><Relationship Id="rId1" Type="http://schemas.openxmlformats.org/officeDocument/2006/relationships/tags" Target="../tags/tag951.xml"/><Relationship Id="rId6" Type="http://schemas.openxmlformats.org/officeDocument/2006/relationships/slideMaster" Target="../slideMasters/slideMaster8.xml"/><Relationship Id="rId5" Type="http://schemas.openxmlformats.org/officeDocument/2006/relationships/tags" Target="../tags/tag955.xml"/><Relationship Id="rId4" Type="http://schemas.openxmlformats.org/officeDocument/2006/relationships/tags" Target="../tags/tag954.xml"/></Relationships>
</file>

<file path=ppt/slideLayouts/_rels/slideLayout266.xml.rels><?xml version="1.0" encoding="UTF-8" standalone="yes"?>
<Relationships xmlns="http://schemas.openxmlformats.org/package/2006/relationships"><Relationship Id="rId3" Type="http://schemas.openxmlformats.org/officeDocument/2006/relationships/tags" Target="../tags/tag958.xml"/><Relationship Id="rId2" Type="http://schemas.openxmlformats.org/officeDocument/2006/relationships/tags" Target="../tags/tag957.xml"/><Relationship Id="rId1" Type="http://schemas.openxmlformats.org/officeDocument/2006/relationships/tags" Target="../tags/tag956.xml"/><Relationship Id="rId6" Type="http://schemas.openxmlformats.org/officeDocument/2006/relationships/slideMaster" Target="../slideMasters/slideMaster8.xml"/><Relationship Id="rId5" Type="http://schemas.openxmlformats.org/officeDocument/2006/relationships/tags" Target="../tags/tag960.xml"/><Relationship Id="rId4" Type="http://schemas.openxmlformats.org/officeDocument/2006/relationships/tags" Target="../tags/tag959.xml"/></Relationships>
</file>

<file path=ppt/slideLayouts/_rels/slideLayout267.xml.rels><?xml version="1.0" encoding="UTF-8" standalone="yes"?>
<Relationships xmlns="http://schemas.openxmlformats.org/package/2006/relationships"><Relationship Id="rId3" Type="http://schemas.openxmlformats.org/officeDocument/2006/relationships/tags" Target="../tags/tag963.xml"/><Relationship Id="rId2" Type="http://schemas.openxmlformats.org/officeDocument/2006/relationships/tags" Target="../tags/tag962.xml"/><Relationship Id="rId1" Type="http://schemas.openxmlformats.org/officeDocument/2006/relationships/tags" Target="../tags/tag961.xml"/><Relationship Id="rId6" Type="http://schemas.openxmlformats.org/officeDocument/2006/relationships/slideMaster" Target="../slideMasters/slideMaster8.xml"/><Relationship Id="rId5" Type="http://schemas.openxmlformats.org/officeDocument/2006/relationships/tags" Target="../tags/tag965.xml"/><Relationship Id="rId4" Type="http://schemas.openxmlformats.org/officeDocument/2006/relationships/tags" Target="../tags/tag964.xml"/></Relationships>
</file>

<file path=ppt/slideLayouts/_rels/slideLayout268.xml.rels><?xml version="1.0" encoding="UTF-8" standalone="yes"?>
<Relationships xmlns="http://schemas.openxmlformats.org/package/2006/relationships"><Relationship Id="rId3" Type="http://schemas.openxmlformats.org/officeDocument/2006/relationships/tags" Target="../tags/tag968.xml"/><Relationship Id="rId7" Type="http://schemas.openxmlformats.org/officeDocument/2006/relationships/slideMaster" Target="../slideMasters/slideMaster8.xml"/><Relationship Id="rId2" Type="http://schemas.openxmlformats.org/officeDocument/2006/relationships/tags" Target="../tags/tag967.xml"/><Relationship Id="rId1" Type="http://schemas.openxmlformats.org/officeDocument/2006/relationships/tags" Target="../tags/tag966.xml"/><Relationship Id="rId6" Type="http://schemas.openxmlformats.org/officeDocument/2006/relationships/tags" Target="../tags/tag971.xml"/><Relationship Id="rId5" Type="http://schemas.openxmlformats.org/officeDocument/2006/relationships/tags" Target="../tags/tag970.xml"/><Relationship Id="rId4" Type="http://schemas.openxmlformats.org/officeDocument/2006/relationships/tags" Target="../tags/tag969.xml"/></Relationships>
</file>

<file path=ppt/slideLayouts/_rels/slideLayout269.xml.rels><?xml version="1.0" encoding="UTF-8" standalone="yes"?>
<Relationships xmlns="http://schemas.openxmlformats.org/package/2006/relationships"><Relationship Id="rId8" Type="http://schemas.openxmlformats.org/officeDocument/2006/relationships/tags" Target="../tags/tag979.xml"/><Relationship Id="rId3" Type="http://schemas.openxmlformats.org/officeDocument/2006/relationships/tags" Target="../tags/tag974.xml"/><Relationship Id="rId7" Type="http://schemas.openxmlformats.org/officeDocument/2006/relationships/tags" Target="../tags/tag978.xml"/><Relationship Id="rId2" Type="http://schemas.openxmlformats.org/officeDocument/2006/relationships/tags" Target="../tags/tag973.xml"/><Relationship Id="rId1" Type="http://schemas.openxmlformats.org/officeDocument/2006/relationships/tags" Target="../tags/tag972.xml"/><Relationship Id="rId6" Type="http://schemas.openxmlformats.org/officeDocument/2006/relationships/tags" Target="../tags/tag977.xml"/><Relationship Id="rId5" Type="http://schemas.openxmlformats.org/officeDocument/2006/relationships/tags" Target="../tags/tag976.xml"/><Relationship Id="rId4" Type="http://schemas.openxmlformats.org/officeDocument/2006/relationships/tags" Target="../tags/tag975.xml"/><Relationship Id="rId9"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3" Type="http://schemas.openxmlformats.org/officeDocument/2006/relationships/tags" Target="../tags/tag982.xml"/><Relationship Id="rId2" Type="http://schemas.openxmlformats.org/officeDocument/2006/relationships/tags" Target="../tags/tag981.xml"/><Relationship Id="rId1" Type="http://schemas.openxmlformats.org/officeDocument/2006/relationships/tags" Target="../tags/tag980.xml"/><Relationship Id="rId5" Type="http://schemas.openxmlformats.org/officeDocument/2006/relationships/slideMaster" Target="../slideMasters/slideMaster8.xml"/><Relationship Id="rId4" Type="http://schemas.openxmlformats.org/officeDocument/2006/relationships/tags" Target="../tags/tag983.xml"/></Relationships>
</file>

<file path=ppt/slideLayouts/_rels/slideLayout271.xml.rels><?xml version="1.0" encoding="UTF-8" standalone="yes"?>
<Relationships xmlns="http://schemas.openxmlformats.org/package/2006/relationships"><Relationship Id="rId3" Type="http://schemas.openxmlformats.org/officeDocument/2006/relationships/tags" Target="../tags/tag986.xml"/><Relationship Id="rId2" Type="http://schemas.openxmlformats.org/officeDocument/2006/relationships/tags" Target="../tags/tag985.xml"/><Relationship Id="rId1" Type="http://schemas.openxmlformats.org/officeDocument/2006/relationships/tags" Target="../tags/tag984.xml"/><Relationship Id="rId4"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3" Type="http://schemas.openxmlformats.org/officeDocument/2006/relationships/tags" Target="../tags/tag989.xml"/><Relationship Id="rId7" Type="http://schemas.openxmlformats.org/officeDocument/2006/relationships/slideMaster" Target="../slideMasters/slideMaster8.xml"/><Relationship Id="rId2" Type="http://schemas.openxmlformats.org/officeDocument/2006/relationships/tags" Target="../tags/tag988.xml"/><Relationship Id="rId1" Type="http://schemas.openxmlformats.org/officeDocument/2006/relationships/tags" Target="../tags/tag987.xml"/><Relationship Id="rId6" Type="http://schemas.openxmlformats.org/officeDocument/2006/relationships/tags" Target="../tags/tag992.xml"/><Relationship Id="rId5" Type="http://schemas.openxmlformats.org/officeDocument/2006/relationships/tags" Target="../tags/tag991.xml"/><Relationship Id="rId4" Type="http://schemas.openxmlformats.org/officeDocument/2006/relationships/tags" Target="../tags/tag990.xml"/></Relationships>
</file>

<file path=ppt/slideLayouts/_rels/slideLayout273.xml.rels><?xml version="1.0" encoding="UTF-8" standalone="yes"?>
<Relationships xmlns="http://schemas.openxmlformats.org/package/2006/relationships"><Relationship Id="rId3" Type="http://schemas.openxmlformats.org/officeDocument/2006/relationships/tags" Target="../tags/tag995.xml"/><Relationship Id="rId2" Type="http://schemas.openxmlformats.org/officeDocument/2006/relationships/tags" Target="../tags/tag994.xml"/><Relationship Id="rId1" Type="http://schemas.openxmlformats.org/officeDocument/2006/relationships/tags" Target="../tags/tag993.xml"/><Relationship Id="rId6" Type="http://schemas.openxmlformats.org/officeDocument/2006/relationships/slideMaster" Target="../slideMasters/slideMaster8.xml"/><Relationship Id="rId5" Type="http://schemas.openxmlformats.org/officeDocument/2006/relationships/tags" Target="../tags/tag997.xml"/><Relationship Id="rId4" Type="http://schemas.openxmlformats.org/officeDocument/2006/relationships/tags" Target="../tags/tag996.xml"/></Relationships>
</file>

<file path=ppt/slideLayouts/_rels/slideLayout274.xml.rels><?xml version="1.0" encoding="UTF-8" standalone="yes"?>
<Relationships xmlns="http://schemas.openxmlformats.org/package/2006/relationships"><Relationship Id="rId3" Type="http://schemas.openxmlformats.org/officeDocument/2006/relationships/tags" Target="../tags/tag1000.xml"/><Relationship Id="rId2" Type="http://schemas.openxmlformats.org/officeDocument/2006/relationships/tags" Target="../tags/tag999.xml"/><Relationship Id="rId1" Type="http://schemas.openxmlformats.org/officeDocument/2006/relationships/tags" Target="../tags/tag998.xml"/><Relationship Id="rId5" Type="http://schemas.openxmlformats.org/officeDocument/2006/relationships/slideMaster" Target="../slideMasters/slideMaster8.xml"/><Relationship Id="rId4" Type="http://schemas.openxmlformats.org/officeDocument/2006/relationships/tags" Target="../tags/tag1001.xml"/></Relationships>
</file>

<file path=ppt/slideLayouts/_rels/slideLayout275.xml.rels><?xml version="1.0" encoding="UTF-8" standalone="yes"?>
<Relationships xmlns="http://schemas.openxmlformats.org/package/2006/relationships"><Relationship Id="rId3" Type="http://schemas.openxmlformats.org/officeDocument/2006/relationships/tags" Target="../tags/tag1004.xml"/><Relationship Id="rId2" Type="http://schemas.openxmlformats.org/officeDocument/2006/relationships/tags" Target="../tags/tag1003.xml"/><Relationship Id="rId1" Type="http://schemas.openxmlformats.org/officeDocument/2006/relationships/tags" Target="../tags/tag1002.xml"/><Relationship Id="rId5" Type="http://schemas.openxmlformats.org/officeDocument/2006/relationships/slideMaster" Target="../slideMasters/slideMaster8.xml"/><Relationship Id="rId4" Type="http://schemas.openxmlformats.org/officeDocument/2006/relationships/tags" Target="../tags/tag100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3.xml.rels><?xml version="1.0" encoding="UTF-8" standalone="yes"?>
<Relationships xmlns="http://schemas.openxmlformats.org/package/2006/relationships"><Relationship Id="rId8" Type="http://schemas.openxmlformats.org/officeDocument/2006/relationships/tags" Target="../tags/tag1013.xml"/><Relationship Id="rId3" Type="http://schemas.openxmlformats.org/officeDocument/2006/relationships/tags" Target="../tags/tag1008.xml"/><Relationship Id="rId7" Type="http://schemas.openxmlformats.org/officeDocument/2006/relationships/tags" Target="../tags/tag1012.xml"/><Relationship Id="rId12" Type="http://schemas.openxmlformats.org/officeDocument/2006/relationships/slideMaster" Target="../slideMasters/slideMaster8.xml"/><Relationship Id="rId2" Type="http://schemas.openxmlformats.org/officeDocument/2006/relationships/tags" Target="../tags/tag1007.xml"/><Relationship Id="rId1" Type="http://schemas.openxmlformats.org/officeDocument/2006/relationships/tags" Target="../tags/tag1006.xml"/><Relationship Id="rId6" Type="http://schemas.openxmlformats.org/officeDocument/2006/relationships/tags" Target="../tags/tag1011.xml"/><Relationship Id="rId11" Type="http://schemas.openxmlformats.org/officeDocument/2006/relationships/tags" Target="../tags/tag1016.xml"/><Relationship Id="rId5" Type="http://schemas.openxmlformats.org/officeDocument/2006/relationships/tags" Target="../tags/tag1010.xml"/><Relationship Id="rId10" Type="http://schemas.openxmlformats.org/officeDocument/2006/relationships/tags" Target="../tags/tag1015.xml"/><Relationship Id="rId4" Type="http://schemas.openxmlformats.org/officeDocument/2006/relationships/tags" Target="../tags/tag1009.xml"/><Relationship Id="rId9" Type="http://schemas.openxmlformats.org/officeDocument/2006/relationships/tags" Target="../tags/tag1014.xml"/></Relationships>
</file>

<file path=ppt/slideLayouts/_rels/slideLayout304.xml.rels><?xml version="1.0" encoding="UTF-8" standalone="yes"?>
<Relationships xmlns="http://schemas.openxmlformats.org/package/2006/relationships"><Relationship Id="rId8" Type="http://schemas.openxmlformats.org/officeDocument/2006/relationships/tags" Target="../tags/tag1024.xml"/><Relationship Id="rId13" Type="http://schemas.openxmlformats.org/officeDocument/2006/relationships/tags" Target="../tags/tag1029.xml"/><Relationship Id="rId3" Type="http://schemas.openxmlformats.org/officeDocument/2006/relationships/tags" Target="../tags/tag1019.xml"/><Relationship Id="rId7" Type="http://schemas.openxmlformats.org/officeDocument/2006/relationships/tags" Target="../tags/tag1023.xml"/><Relationship Id="rId12" Type="http://schemas.openxmlformats.org/officeDocument/2006/relationships/tags" Target="../tags/tag1028.xml"/><Relationship Id="rId17" Type="http://schemas.openxmlformats.org/officeDocument/2006/relationships/slideMaster" Target="../slideMasters/slideMaster8.xml"/><Relationship Id="rId2" Type="http://schemas.openxmlformats.org/officeDocument/2006/relationships/tags" Target="../tags/tag1018.xml"/><Relationship Id="rId16" Type="http://schemas.openxmlformats.org/officeDocument/2006/relationships/tags" Target="../tags/tag1032.xml"/><Relationship Id="rId1" Type="http://schemas.openxmlformats.org/officeDocument/2006/relationships/tags" Target="../tags/tag1017.xml"/><Relationship Id="rId6" Type="http://schemas.openxmlformats.org/officeDocument/2006/relationships/tags" Target="../tags/tag1022.xml"/><Relationship Id="rId11" Type="http://schemas.openxmlformats.org/officeDocument/2006/relationships/tags" Target="../tags/tag1027.xml"/><Relationship Id="rId5" Type="http://schemas.openxmlformats.org/officeDocument/2006/relationships/tags" Target="../tags/tag1021.xml"/><Relationship Id="rId15" Type="http://schemas.openxmlformats.org/officeDocument/2006/relationships/tags" Target="../tags/tag1031.xml"/><Relationship Id="rId10" Type="http://schemas.openxmlformats.org/officeDocument/2006/relationships/tags" Target="../tags/tag1026.xml"/><Relationship Id="rId4" Type="http://schemas.openxmlformats.org/officeDocument/2006/relationships/tags" Target="../tags/tag1020.xml"/><Relationship Id="rId9" Type="http://schemas.openxmlformats.org/officeDocument/2006/relationships/tags" Target="../tags/tag1025.xml"/><Relationship Id="rId14" Type="http://schemas.openxmlformats.org/officeDocument/2006/relationships/tags" Target="../tags/tag1030.xml"/></Relationships>
</file>

<file path=ppt/slideLayouts/_rels/slideLayout305.xml.rels><?xml version="1.0" encoding="UTF-8" standalone="yes"?>
<Relationships xmlns="http://schemas.openxmlformats.org/package/2006/relationships"><Relationship Id="rId8" Type="http://schemas.openxmlformats.org/officeDocument/2006/relationships/tags" Target="../tags/tag1040.xml"/><Relationship Id="rId13" Type="http://schemas.openxmlformats.org/officeDocument/2006/relationships/tags" Target="../tags/tag1045.xml"/><Relationship Id="rId3" Type="http://schemas.openxmlformats.org/officeDocument/2006/relationships/tags" Target="../tags/tag1035.xml"/><Relationship Id="rId7" Type="http://schemas.openxmlformats.org/officeDocument/2006/relationships/tags" Target="../tags/tag1039.xml"/><Relationship Id="rId12" Type="http://schemas.openxmlformats.org/officeDocument/2006/relationships/tags" Target="../tags/tag1044.xml"/><Relationship Id="rId17" Type="http://schemas.openxmlformats.org/officeDocument/2006/relationships/slideMaster" Target="../slideMasters/slideMaster8.xml"/><Relationship Id="rId2" Type="http://schemas.openxmlformats.org/officeDocument/2006/relationships/tags" Target="../tags/tag1034.xml"/><Relationship Id="rId16" Type="http://schemas.openxmlformats.org/officeDocument/2006/relationships/tags" Target="../tags/tag1048.xml"/><Relationship Id="rId1" Type="http://schemas.openxmlformats.org/officeDocument/2006/relationships/tags" Target="../tags/tag1033.xml"/><Relationship Id="rId6" Type="http://schemas.openxmlformats.org/officeDocument/2006/relationships/tags" Target="../tags/tag1038.xml"/><Relationship Id="rId11" Type="http://schemas.openxmlformats.org/officeDocument/2006/relationships/tags" Target="../tags/tag1043.xml"/><Relationship Id="rId5" Type="http://schemas.openxmlformats.org/officeDocument/2006/relationships/tags" Target="../tags/tag1037.xml"/><Relationship Id="rId15" Type="http://schemas.openxmlformats.org/officeDocument/2006/relationships/tags" Target="../tags/tag1047.xml"/><Relationship Id="rId10" Type="http://schemas.openxmlformats.org/officeDocument/2006/relationships/tags" Target="../tags/tag1042.xml"/><Relationship Id="rId4" Type="http://schemas.openxmlformats.org/officeDocument/2006/relationships/tags" Target="../tags/tag1036.xml"/><Relationship Id="rId9" Type="http://schemas.openxmlformats.org/officeDocument/2006/relationships/tags" Target="../tags/tag1041.xml"/><Relationship Id="rId14" Type="http://schemas.openxmlformats.org/officeDocument/2006/relationships/tags" Target="../tags/tag1046.xml"/></Relationships>
</file>

<file path=ppt/slideLayouts/_rels/slideLayout306.xml.rels><?xml version="1.0" encoding="UTF-8" standalone="yes"?>
<Relationships xmlns="http://schemas.openxmlformats.org/package/2006/relationships"><Relationship Id="rId8" Type="http://schemas.openxmlformats.org/officeDocument/2006/relationships/tags" Target="../tags/tag1056.xml"/><Relationship Id="rId13" Type="http://schemas.openxmlformats.org/officeDocument/2006/relationships/tags" Target="../tags/tag1061.xml"/><Relationship Id="rId3" Type="http://schemas.openxmlformats.org/officeDocument/2006/relationships/tags" Target="../tags/tag1051.xml"/><Relationship Id="rId7" Type="http://schemas.openxmlformats.org/officeDocument/2006/relationships/tags" Target="../tags/tag1055.xml"/><Relationship Id="rId12" Type="http://schemas.openxmlformats.org/officeDocument/2006/relationships/tags" Target="../tags/tag1060.xml"/><Relationship Id="rId2" Type="http://schemas.openxmlformats.org/officeDocument/2006/relationships/tags" Target="../tags/tag1050.xml"/><Relationship Id="rId1" Type="http://schemas.openxmlformats.org/officeDocument/2006/relationships/tags" Target="../tags/tag1049.xml"/><Relationship Id="rId6" Type="http://schemas.openxmlformats.org/officeDocument/2006/relationships/tags" Target="../tags/tag1054.xml"/><Relationship Id="rId11" Type="http://schemas.openxmlformats.org/officeDocument/2006/relationships/tags" Target="../tags/tag1059.xml"/><Relationship Id="rId5" Type="http://schemas.openxmlformats.org/officeDocument/2006/relationships/tags" Target="../tags/tag1053.xml"/><Relationship Id="rId15" Type="http://schemas.openxmlformats.org/officeDocument/2006/relationships/slideMaster" Target="../slideMasters/slideMaster8.xml"/><Relationship Id="rId10" Type="http://schemas.openxmlformats.org/officeDocument/2006/relationships/tags" Target="../tags/tag1058.xml"/><Relationship Id="rId4" Type="http://schemas.openxmlformats.org/officeDocument/2006/relationships/tags" Target="../tags/tag1052.xml"/><Relationship Id="rId9" Type="http://schemas.openxmlformats.org/officeDocument/2006/relationships/tags" Target="../tags/tag1057.xml"/><Relationship Id="rId14" Type="http://schemas.openxmlformats.org/officeDocument/2006/relationships/tags" Target="../tags/tag1062.xml"/></Relationships>
</file>

<file path=ppt/slideLayouts/_rels/slideLayout307.xml.rels><?xml version="1.0" encoding="UTF-8" standalone="yes"?>
<Relationships xmlns="http://schemas.openxmlformats.org/package/2006/relationships"><Relationship Id="rId8" Type="http://schemas.openxmlformats.org/officeDocument/2006/relationships/tags" Target="../tags/tag1070.xml"/><Relationship Id="rId13" Type="http://schemas.openxmlformats.org/officeDocument/2006/relationships/tags" Target="../tags/tag1075.xml"/><Relationship Id="rId3" Type="http://schemas.openxmlformats.org/officeDocument/2006/relationships/tags" Target="../tags/tag1065.xml"/><Relationship Id="rId7" Type="http://schemas.openxmlformats.org/officeDocument/2006/relationships/tags" Target="../tags/tag1069.xml"/><Relationship Id="rId12" Type="http://schemas.openxmlformats.org/officeDocument/2006/relationships/tags" Target="../tags/tag1074.xml"/><Relationship Id="rId17" Type="http://schemas.openxmlformats.org/officeDocument/2006/relationships/slideMaster" Target="../slideMasters/slideMaster8.xml"/><Relationship Id="rId2" Type="http://schemas.openxmlformats.org/officeDocument/2006/relationships/tags" Target="../tags/tag1064.xml"/><Relationship Id="rId16" Type="http://schemas.openxmlformats.org/officeDocument/2006/relationships/tags" Target="../tags/tag1078.xml"/><Relationship Id="rId1" Type="http://schemas.openxmlformats.org/officeDocument/2006/relationships/tags" Target="../tags/tag1063.xml"/><Relationship Id="rId6" Type="http://schemas.openxmlformats.org/officeDocument/2006/relationships/tags" Target="../tags/tag1068.xml"/><Relationship Id="rId11" Type="http://schemas.openxmlformats.org/officeDocument/2006/relationships/tags" Target="../tags/tag1073.xml"/><Relationship Id="rId5" Type="http://schemas.openxmlformats.org/officeDocument/2006/relationships/tags" Target="../tags/tag1067.xml"/><Relationship Id="rId15" Type="http://schemas.openxmlformats.org/officeDocument/2006/relationships/tags" Target="../tags/tag1077.xml"/><Relationship Id="rId10" Type="http://schemas.openxmlformats.org/officeDocument/2006/relationships/tags" Target="../tags/tag1072.xml"/><Relationship Id="rId4" Type="http://schemas.openxmlformats.org/officeDocument/2006/relationships/tags" Target="../tags/tag1066.xml"/><Relationship Id="rId9" Type="http://schemas.openxmlformats.org/officeDocument/2006/relationships/tags" Target="../tags/tag1071.xml"/><Relationship Id="rId14" Type="http://schemas.openxmlformats.org/officeDocument/2006/relationships/tags" Target="../tags/tag1076.xml"/></Relationships>
</file>

<file path=ppt/slideLayouts/_rels/slideLayout308.xml.rels><?xml version="1.0" encoding="UTF-8" standalone="yes"?>
<Relationships xmlns="http://schemas.openxmlformats.org/package/2006/relationships"><Relationship Id="rId8" Type="http://schemas.openxmlformats.org/officeDocument/2006/relationships/tags" Target="../tags/tag1086.xml"/><Relationship Id="rId13" Type="http://schemas.openxmlformats.org/officeDocument/2006/relationships/tags" Target="../tags/tag1091.xml"/><Relationship Id="rId3" Type="http://schemas.openxmlformats.org/officeDocument/2006/relationships/tags" Target="../tags/tag1081.xml"/><Relationship Id="rId7" Type="http://schemas.openxmlformats.org/officeDocument/2006/relationships/tags" Target="../tags/tag1085.xml"/><Relationship Id="rId12" Type="http://schemas.openxmlformats.org/officeDocument/2006/relationships/tags" Target="../tags/tag1090.xml"/><Relationship Id="rId2" Type="http://schemas.openxmlformats.org/officeDocument/2006/relationships/tags" Target="../tags/tag1080.xml"/><Relationship Id="rId1" Type="http://schemas.openxmlformats.org/officeDocument/2006/relationships/tags" Target="../tags/tag1079.xml"/><Relationship Id="rId6" Type="http://schemas.openxmlformats.org/officeDocument/2006/relationships/tags" Target="../tags/tag1084.xml"/><Relationship Id="rId11" Type="http://schemas.openxmlformats.org/officeDocument/2006/relationships/tags" Target="../tags/tag1089.xml"/><Relationship Id="rId5" Type="http://schemas.openxmlformats.org/officeDocument/2006/relationships/tags" Target="../tags/tag1083.xml"/><Relationship Id="rId10" Type="http://schemas.openxmlformats.org/officeDocument/2006/relationships/tags" Target="../tags/tag1088.xml"/><Relationship Id="rId4" Type="http://schemas.openxmlformats.org/officeDocument/2006/relationships/tags" Target="../tags/tag1082.xml"/><Relationship Id="rId9" Type="http://schemas.openxmlformats.org/officeDocument/2006/relationships/tags" Target="../tags/tag1087.xml"/><Relationship Id="rId14" Type="http://schemas.openxmlformats.org/officeDocument/2006/relationships/slideMaster" Target="../slideMasters/slideMaster8.xml"/></Relationships>
</file>

<file path=ppt/slideLayouts/_rels/slideLayout309.xml.rels><?xml version="1.0" encoding="UTF-8" standalone="yes"?>
<Relationships xmlns="http://schemas.openxmlformats.org/package/2006/relationships"><Relationship Id="rId8" Type="http://schemas.openxmlformats.org/officeDocument/2006/relationships/tags" Target="../tags/tag1099.xml"/><Relationship Id="rId13" Type="http://schemas.openxmlformats.org/officeDocument/2006/relationships/tags" Target="../tags/tag1104.xml"/><Relationship Id="rId3" Type="http://schemas.openxmlformats.org/officeDocument/2006/relationships/tags" Target="../tags/tag1094.xml"/><Relationship Id="rId7" Type="http://schemas.openxmlformats.org/officeDocument/2006/relationships/tags" Target="../tags/tag1098.xml"/><Relationship Id="rId12" Type="http://schemas.openxmlformats.org/officeDocument/2006/relationships/tags" Target="../tags/tag1103.xml"/><Relationship Id="rId2" Type="http://schemas.openxmlformats.org/officeDocument/2006/relationships/tags" Target="../tags/tag1093.xml"/><Relationship Id="rId1" Type="http://schemas.openxmlformats.org/officeDocument/2006/relationships/tags" Target="../tags/tag1092.xml"/><Relationship Id="rId6" Type="http://schemas.openxmlformats.org/officeDocument/2006/relationships/tags" Target="../tags/tag1097.xml"/><Relationship Id="rId11" Type="http://schemas.openxmlformats.org/officeDocument/2006/relationships/tags" Target="../tags/tag1102.xml"/><Relationship Id="rId5" Type="http://schemas.openxmlformats.org/officeDocument/2006/relationships/tags" Target="../tags/tag1096.xml"/><Relationship Id="rId15" Type="http://schemas.openxmlformats.org/officeDocument/2006/relationships/slideMaster" Target="../slideMasters/slideMaster8.xml"/><Relationship Id="rId10" Type="http://schemas.openxmlformats.org/officeDocument/2006/relationships/tags" Target="../tags/tag1101.xml"/><Relationship Id="rId4" Type="http://schemas.openxmlformats.org/officeDocument/2006/relationships/tags" Target="../tags/tag1095.xml"/><Relationship Id="rId9" Type="http://schemas.openxmlformats.org/officeDocument/2006/relationships/tags" Target="../tags/tag1100.xml"/><Relationship Id="rId14" Type="http://schemas.openxmlformats.org/officeDocument/2006/relationships/tags" Target="../tags/tag1105.xml"/></Relationships>
</file>

<file path=ppt/slideLayouts/_rels/slideLayout310.xml.rels><?xml version="1.0" encoding="UTF-8" standalone="yes"?>
<Relationships xmlns="http://schemas.openxmlformats.org/package/2006/relationships"><Relationship Id="rId8" Type="http://schemas.openxmlformats.org/officeDocument/2006/relationships/tags" Target="../tags/tag1113.xml"/><Relationship Id="rId3" Type="http://schemas.openxmlformats.org/officeDocument/2006/relationships/tags" Target="../tags/tag1108.xml"/><Relationship Id="rId7" Type="http://schemas.openxmlformats.org/officeDocument/2006/relationships/tags" Target="../tags/tag1112.xml"/><Relationship Id="rId12" Type="http://schemas.openxmlformats.org/officeDocument/2006/relationships/slideMaster" Target="../slideMasters/slideMaster8.xml"/><Relationship Id="rId2" Type="http://schemas.openxmlformats.org/officeDocument/2006/relationships/tags" Target="../tags/tag1107.xml"/><Relationship Id="rId1" Type="http://schemas.openxmlformats.org/officeDocument/2006/relationships/tags" Target="../tags/tag1106.xml"/><Relationship Id="rId6" Type="http://schemas.openxmlformats.org/officeDocument/2006/relationships/tags" Target="../tags/tag1111.xml"/><Relationship Id="rId11" Type="http://schemas.openxmlformats.org/officeDocument/2006/relationships/tags" Target="../tags/tag1116.xml"/><Relationship Id="rId5" Type="http://schemas.openxmlformats.org/officeDocument/2006/relationships/tags" Target="../tags/tag1110.xml"/><Relationship Id="rId10" Type="http://schemas.openxmlformats.org/officeDocument/2006/relationships/tags" Target="../tags/tag1115.xml"/><Relationship Id="rId4" Type="http://schemas.openxmlformats.org/officeDocument/2006/relationships/tags" Target="../tags/tag1109.xml"/><Relationship Id="rId9" Type="http://schemas.openxmlformats.org/officeDocument/2006/relationships/tags" Target="../tags/tag1114.xml"/></Relationships>
</file>

<file path=ppt/slideLayouts/_rels/slideLayout311.xml.rels><?xml version="1.0" encoding="UTF-8" standalone="yes"?>
<Relationships xmlns="http://schemas.openxmlformats.org/package/2006/relationships"><Relationship Id="rId8" Type="http://schemas.openxmlformats.org/officeDocument/2006/relationships/tags" Target="../tags/tag1124.xml"/><Relationship Id="rId13" Type="http://schemas.openxmlformats.org/officeDocument/2006/relationships/tags" Target="../tags/tag1129.xml"/><Relationship Id="rId3" Type="http://schemas.openxmlformats.org/officeDocument/2006/relationships/tags" Target="../tags/tag1119.xml"/><Relationship Id="rId7" Type="http://schemas.openxmlformats.org/officeDocument/2006/relationships/tags" Target="../tags/tag1123.xml"/><Relationship Id="rId12" Type="http://schemas.openxmlformats.org/officeDocument/2006/relationships/tags" Target="../tags/tag1128.xml"/><Relationship Id="rId17" Type="http://schemas.openxmlformats.org/officeDocument/2006/relationships/slideMaster" Target="../slideMasters/slideMaster8.xml"/><Relationship Id="rId2" Type="http://schemas.openxmlformats.org/officeDocument/2006/relationships/tags" Target="../tags/tag1118.xml"/><Relationship Id="rId16" Type="http://schemas.openxmlformats.org/officeDocument/2006/relationships/tags" Target="../tags/tag1132.xml"/><Relationship Id="rId1" Type="http://schemas.openxmlformats.org/officeDocument/2006/relationships/tags" Target="../tags/tag1117.xml"/><Relationship Id="rId6" Type="http://schemas.openxmlformats.org/officeDocument/2006/relationships/tags" Target="../tags/tag1122.xml"/><Relationship Id="rId11" Type="http://schemas.openxmlformats.org/officeDocument/2006/relationships/tags" Target="../tags/tag1127.xml"/><Relationship Id="rId5" Type="http://schemas.openxmlformats.org/officeDocument/2006/relationships/tags" Target="../tags/tag1121.xml"/><Relationship Id="rId15" Type="http://schemas.openxmlformats.org/officeDocument/2006/relationships/tags" Target="../tags/tag1131.xml"/><Relationship Id="rId10" Type="http://schemas.openxmlformats.org/officeDocument/2006/relationships/tags" Target="../tags/tag1126.xml"/><Relationship Id="rId4" Type="http://schemas.openxmlformats.org/officeDocument/2006/relationships/tags" Target="../tags/tag1120.xml"/><Relationship Id="rId9" Type="http://schemas.openxmlformats.org/officeDocument/2006/relationships/tags" Target="../tags/tag1125.xml"/><Relationship Id="rId14" Type="http://schemas.openxmlformats.org/officeDocument/2006/relationships/tags" Target="../tags/tag1130.xml"/></Relationships>
</file>

<file path=ppt/slideLayouts/_rels/slideLayout312.xml.rels><?xml version="1.0" encoding="UTF-8" standalone="yes"?>
<Relationships xmlns="http://schemas.openxmlformats.org/package/2006/relationships"><Relationship Id="rId8" Type="http://schemas.openxmlformats.org/officeDocument/2006/relationships/tags" Target="../tags/tag1140.xml"/><Relationship Id="rId3" Type="http://schemas.openxmlformats.org/officeDocument/2006/relationships/tags" Target="../tags/tag1135.xml"/><Relationship Id="rId7" Type="http://schemas.openxmlformats.org/officeDocument/2006/relationships/tags" Target="../tags/tag1139.xml"/><Relationship Id="rId2" Type="http://schemas.openxmlformats.org/officeDocument/2006/relationships/tags" Target="../tags/tag1134.xml"/><Relationship Id="rId1" Type="http://schemas.openxmlformats.org/officeDocument/2006/relationships/tags" Target="../tags/tag1133.xml"/><Relationship Id="rId6" Type="http://schemas.openxmlformats.org/officeDocument/2006/relationships/tags" Target="../tags/tag1138.xml"/><Relationship Id="rId11" Type="http://schemas.openxmlformats.org/officeDocument/2006/relationships/slideMaster" Target="../slideMasters/slideMaster8.xml"/><Relationship Id="rId5" Type="http://schemas.openxmlformats.org/officeDocument/2006/relationships/tags" Target="../tags/tag1137.xml"/><Relationship Id="rId10" Type="http://schemas.openxmlformats.org/officeDocument/2006/relationships/tags" Target="../tags/tag1142.xml"/><Relationship Id="rId4" Type="http://schemas.openxmlformats.org/officeDocument/2006/relationships/tags" Target="../tags/tag1136.xml"/><Relationship Id="rId9" Type="http://schemas.openxmlformats.org/officeDocument/2006/relationships/tags" Target="../tags/tag1141.xml"/></Relationships>
</file>

<file path=ppt/slideLayouts/_rels/slideLayout313.xml.rels><?xml version="1.0" encoding="UTF-8" standalone="yes"?>
<Relationships xmlns="http://schemas.openxmlformats.org/package/2006/relationships"><Relationship Id="rId8" Type="http://schemas.openxmlformats.org/officeDocument/2006/relationships/tags" Target="../tags/tag1150.xml"/><Relationship Id="rId3" Type="http://schemas.openxmlformats.org/officeDocument/2006/relationships/tags" Target="../tags/tag1145.xml"/><Relationship Id="rId7" Type="http://schemas.openxmlformats.org/officeDocument/2006/relationships/tags" Target="../tags/tag1149.xml"/><Relationship Id="rId12" Type="http://schemas.openxmlformats.org/officeDocument/2006/relationships/slideMaster" Target="../slideMasters/slideMaster8.xml"/><Relationship Id="rId2" Type="http://schemas.openxmlformats.org/officeDocument/2006/relationships/tags" Target="../tags/tag1144.xml"/><Relationship Id="rId1" Type="http://schemas.openxmlformats.org/officeDocument/2006/relationships/tags" Target="../tags/tag1143.xml"/><Relationship Id="rId6" Type="http://schemas.openxmlformats.org/officeDocument/2006/relationships/tags" Target="../tags/tag1148.xml"/><Relationship Id="rId11" Type="http://schemas.openxmlformats.org/officeDocument/2006/relationships/tags" Target="../tags/tag1153.xml"/><Relationship Id="rId5" Type="http://schemas.openxmlformats.org/officeDocument/2006/relationships/tags" Target="../tags/tag1147.xml"/><Relationship Id="rId10" Type="http://schemas.openxmlformats.org/officeDocument/2006/relationships/tags" Target="../tags/tag1152.xml"/><Relationship Id="rId4" Type="http://schemas.openxmlformats.org/officeDocument/2006/relationships/tags" Target="../tags/tag1146.xml"/><Relationship Id="rId9" Type="http://schemas.openxmlformats.org/officeDocument/2006/relationships/tags" Target="../tags/tag1151.xml"/></Relationships>
</file>

<file path=ppt/slideLayouts/_rels/slideLayout314.xml.rels><?xml version="1.0" encoding="UTF-8" standalone="yes"?>
<Relationships xmlns="http://schemas.openxmlformats.org/package/2006/relationships"><Relationship Id="rId8" Type="http://schemas.openxmlformats.org/officeDocument/2006/relationships/tags" Target="../tags/tag1161.xml"/><Relationship Id="rId13" Type="http://schemas.openxmlformats.org/officeDocument/2006/relationships/tags" Target="../tags/tag1166.xml"/><Relationship Id="rId18" Type="http://schemas.openxmlformats.org/officeDocument/2006/relationships/tags" Target="../tags/tag1171.xml"/><Relationship Id="rId3" Type="http://schemas.openxmlformats.org/officeDocument/2006/relationships/tags" Target="../tags/tag1156.xml"/><Relationship Id="rId21" Type="http://schemas.openxmlformats.org/officeDocument/2006/relationships/slideMaster" Target="../slideMasters/slideMaster8.xml"/><Relationship Id="rId7" Type="http://schemas.openxmlformats.org/officeDocument/2006/relationships/tags" Target="../tags/tag1160.xml"/><Relationship Id="rId12" Type="http://schemas.openxmlformats.org/officeDocument/2006/relationships/tags" Target="../tags/tag1165.xml"/><Relationship Id="rId17" Type="http://schemas.openxmlformats.org/officeDocument/2006/relationships/tags" Target="../tags/tag1170.xml"/><Relationship Id="rId2" Type="http://schemas.openxmlformats.org/officeDocument/2006/relationships/tags" Target="../tags/tag1155.xml"/><Relationship Id="rId16" Type="http://schemas.openxmlformats.org/officeDocument/2006/relationships/tags" Target="../tags/tag1169.xml"/><Relationship Id="rId20" Type="http://schemas.openxmlformats.org/officeDocument/2006/relationships/tags" Target="../tags/tag1173.xml"/><Relationship Id="rId1" Type="http://schemas.openxmlformats.org/officeDocument/2006/relationships/tags" Target="../tags/tag1154.xml"/><Relationship Id="rId6" Type="http://schemas.openxmlformats.org/officeDocument/2006/relationships/tags" Target="../tags/tag1159.xml"/><Relationship Id="rId11" Type="http://schemas.openxmlformats.org/officeDocument/2006/relationships/tags" Target="../tags/tag1164.xml"/><Relationship Id="rId5" Type="http://schemas.openxmlformats.org/officeDocument/2006/relationships/tags" Target="../tags/tag1158.xml"/><Relationship Id="rId15" Type="http://schemas.openxmlformats.org/officeDocument/2006/relationships/tags" Target="../tags/tag1168.xml"/><Relationship Id="rId10" Type="http://schemas.openxmlformats.org/officeDocument/2006/relationships/tags" Target="../tags/tag1163.xml"/><Relationship Id="rId19" Type="http://schemas.openxmlformats.org/officeDocument/2006/relationships/tags" Target="../tags/tag1172.xml"/><Relationship Id="rId4" Type="http://schemas.openxmlformats.org/officeDocument/2006/relationships/tags" Target="../tags/tag1157.xml"/><Relationship Id="rId9" Type="http://schemas.openxmlformats.org/officeDocument/2006/relationships/tags" Target="../tags/tag1162.xml"/><Relationship Id="rId14" Type="http://schemas.openxmlformats.org/officeDocument/2006/relationships/tags" Target="../tags/tag116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9.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33.xml.rels><?xml version="1.0" encoding="UTF-8" standalone="yes"?>
<Relationships xmlns="http://schemas.openxmlformats.org/package/2006/relationships"><Relationship Id="rId8" Type="http://schemas.openxmlformats.org/officeDocument/2006/relationships/tags" Target="../tags/tag1181.xml"/><Relationship Id="rId13" Type="http://schemas.openxmlformats.org/officeDocument/2006/relationships/tags" Target="../tags/tag1186.xml"/><Relationship Id="rId3" Type="http://schemas.openxmlformats.org/officeDocument/2006/relationships/tags" Target="../tags/tag1176.xml"/><Relationship Id="rId7" Type="http://schemas.openxmlformats.org/officeDocument/2006/relationships/tags" Target="../tags/tag1180.xml"/><Relationship Id="rId12" Type="http://schemas.openxmlformats.org/officeDocument/2006/relationships/tags" Target="../tags/tag1185.xml"/><Relationship Id="rId17" Type="http://schemas.openxmlformats.org/officeDocument/2006/relationships/slideMaster" Target="../slideMasters/slideMaster9.xml"/><Relationship Id="rId2" Type="http://schemas.openxmlformats.org/officeDocument/2006/relationships/tags" Target="../tags/tag1175.xml"/><Relationship Id="rId16" Type="http://schemas.openxmlformats.org/officeDocument/2006/relationships/tags" Target="../tags/tag1189.xml"/><Relationship Id="rId1" Type="http://schemas.openxmlformats.org/officeDocument/2006/relationships/tags" Target="../tags/tag1174.xml"/><Relationship Id="rId6" Type="http://schemas.openxmlformats.org/officeDocument/2006/relationships/tags" Target="../tags/tag1179.xml"/><Relationship Id="rId11" Type="http://schemas.openxmlformats.org/officeDocument/2006/relationships/tags" Target="../tags/tag1184.xml"/><Relationship Id="rId5" Type="http://schemas.openxmlformats.org/officeDocument/2006/relationships/tags" Target="../tags/tag1178.xml"/><Relationship Id="rId15" Type="http://schemas.openxmlformats.org/officeDocument/2006/relationships/tags" Target="../tags/tag1188.xml"/><Relationship Id="rId10" Type="http://schemas.openxmlformats.org/officeDocument/2006/relationships/tags" Target="../tags/tag1183.xml"/><Relationship Id="rId4" Type="http://schemas.openxmlformats.org/officeDocument/2006/relationships/tags" Target="../tags/tag1177.xml"/><Relationship Id="rId9" Type="http://schemas.openxmlformats.org/officeDocument/2006/relationships/tags" Target="../tags/tag1182.xml"/><Relationship Id="rId14" Type="http://schemas.openxmlformats.org/officeDocument/2006/relationships/tags" Target="../tags/tag118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39520" y="1271682"/>
            <a:ext cx="11294062" cy="4905281"/>
          </a:xfrm>
        </p:spPr>
        <p:txBody>
          <a:bodyPr/>
          <a:lstStyle>
            <a:lvl1pPr algn="just">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1pPr>
            <a:lvl2pPr algn="just">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2pPr>
            <a:lvl3pPr algn="just">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3pPr>
            <a:lvl4pPr algn="just">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4pPr>
            <a:lvl5pPr algn="just">
              <a:lnSpc>
                <a:spcPct val="150000"/>
              </a:lnSpc>
              <a:defRPr lang="zh-CN" altLang="en-US" sz="2800" b="0" kern="1200" spc="300" dirty="0">
                <a:solidFill>
                  <a:schemeClr val="tx1"/>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
        <p:nvSpPr>
          <p:cNvPr id="7" name="文本框 6"/>
          <p:cNvSpPr txBox="1"/>
          <p:nvPr userDrawn="1"/>
        </p:nvSpPr>
        <p:spPr>
          <a:xfrm>
            <a:off x="-1" y="450204"/>
            <a:ext cx="380999" cy="461665"/>
          </a:xfrm>
          <a:prstGeom prst="rect">
            <a:avLst/>
          </a:prstGeom>
          <a:solidFill>
            <a:srgbClr val="C00000"/>
          </a:solidFill>
        </p:spPr>
        <p:txBody>
          <a:bodyPr wrap="square" rtlCol="0">
            <a:spAutoFit/>
          </a:bodyPr>
          <a:lstStyle/>
          <a:p>
            <a:pPr algn="ct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 name="标题 1"/>
          <p:cNvSpPr>
            <a:spLocks noGrp="1"/>
          </p:cNvSpPr>
          <p:nvPr>
            <p:ph type="title" hasCustomPrompt="1"/>
          </p:nvPr>
        </p:nvSpPr>
        <p:spPr>
          <a:xfrm>
            <a:off x="439519" y="450204"/>
            <a:ext cx="11294062" cy="461666"/>
          </a:xfrm>
        </p:spPr>
        <p:txBody>
          <a:bodyPr>
            <a:noAutofit/>
          </a:bodyPr>
          <a:lstStyle>
            <a:lvl1pPr algn="just">
              <a:defRPr lang="zh-CN" altLang="en-US" sz="2800" b="1" kern="1200" spc="300" dirty="0">
                <a:solidFill>
                  <a:srgbClr val="C00000"/>
                </a:solidFill>
                <a:latin typeface="微软雅黑" panose="020B0503020204020204" charset="-122"/>
                <a:ea typeface="微软雅黑" panose="020B0503020204020204" charset="-122"/>
                <a:cs typeface="微软雅黑" panose="020B0503020204020204" charset="-122"/>
              </a:defRPr>
            </a:lvl1pPr>
          </a:lstStyle>
          <a:p>
            <a:r>
              <a:rPr lang="zh-CN" altLang="en-US" dirty="0"/>
              <a:t>单击此处</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80999" y="1271682"/>
            <a:ext cx="11421421" cy="4905281"/>
          </a:xfrm>
        </p:spPr>
        <p:txBody>
          <a:bodyPr/>
          <a:lstStyle>
            <a:lvl1pPr>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1pPr>
            <a:lvl2pPr>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2pPr>
            <a:lvl3pPr>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3pPr>
            <a:lvl4pPr>
              <a:lnSpc>
                <a:spcPct val="150000"/>
              </a:lnSpc>
              <a:defRPr lang="zh-CN" altLang="en-US" sz="2800" b="0" kern="1200" spc="300" dirty="0" smtClean="0">
                <a:solidFill>
                  <a:schemeClr val="tx1"/>
                </a:solidFill>
                <a:latin typeface="微软雅黑" panose="020B0503020204020204" charset="-122"/>
                <a:ea typeface="微软雅黑" panose="020B0503020204020204" charset="-122"/>
                <a:cs typeface="微软雅黑" panose="020B0503020204020204" charset="-122"/>
              </a:defRPr>
            </a:lvl4pPr>
            <a:lvl5pPr>
              <a:lnSpc>
                <a:spcPct val="150000"/>
              </a:lnSpc>
              <a:defRPr lang="zh-CN" altLang="en-US" sz="2800" b="0" kern="1200" spc="300" dirty="0">
                <a:solidFill>
                  <a:schemeClr val="tx1"/>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
        <p:nvSpPr>
          <p:cNvPr id="7" name="文本框 6"/>
          <p:cNvSpPr txBox="1"/>
          <p:nvPr userDrawn="1"/>
        </p:nvSpPr>
        <p:spPr>
          <a:xfrm>
            <a:off x="0" y="450204"/>
            <a:ext cx="236170" cy="461665"/>
          </a:xfrm>
          <a:prstGeom prst="rect">
            <a:avLst/>
          </a:prstGeom>
          <a:solidFill>
            <a:srgbClr val="C00000"/>
          </a:solidFill>
        </p:spPr>
        <p:txBody>
          <a:bodyPr wrap="square" rtlCol="0">
            <a:spAutoFit/>
          </a:bodyPr>
          <a:lstStyle/>
          <a:p>
            <a:pPr algn="ct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userDrawn="1"/>
        </p:nvSpPr>
        <p:spPr>
          <a:xfrm>
            <a:off x="381000" y="450204"/>
            <a:ext cx="11421420" cy="461665"/>
          </a:xfrm>
          <a:prstGeom prst="rect">
            <a:avLst/>
          </a:prstGeom>
          <a:solidFill>
            <a:srgbClr val="C00000"/>
          </a:solidFill>
        </p:spPr>
        <p:txBody>
          <a:bodyPr wrap="square" rtlCol="0">
            <a:spAutoFit/>
          </a:bodyPr>
          <a:lstStyle/>
          <a:p>
            <a:pPr algn="ct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ph type="title" hasCustomPrompt="1"/>
          </p:nvPr>
        </p:nvSpPr>
        <p:spPr>
          <a:xfrm>
            <a:off x="381000" y="450204"/>
            <a:ext cx="11421420" cy="461666"/>
          </a:xfrm>
        </p:spPr>
        <p:txBody>
          <a:bodyPr>
            <a:noAutofit/>
          </a:bodyPr>
          <a:lstStyle>
            <a:lvl1pPr>
              <a:defRPr lang="zh-CN" altLang="en-US" sz="2800" b="1" kern="1200" spc="300" dirty="0">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t>单击此处</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356775-1FA2-409B-A225-E0E8DAACC75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矩形 7" hidden="1"/>
          <p:cNvSpPr/>
          <p:nvPr userDrawn="1">
            <p:custDataLst>
              <p:tags r:id="rId1"/>
            </p:custDataLst>
          </p:nvPr>
        </p:nvSpPr>
        <p:spPr>
          <a:xfrm>
            <a:off x="0" y="0"/>
            <a:ext cx="158750" cy="158750"/>
          </a:xfrm>
          <a:prstGeom prst="rect">
            <a:avLst/>
          </a:prstGeom>
          <a:noFill/>
          <a:ln w="635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0">
              <a:lnSpc>
                <a:spcPct val="100000"/>
              </a:lnSpc>
              <a:spcBef>
                <a:spcPct val="0"/>
              </a:spcBef>
              <a:spcAft>
                <a:spcPct val="0"/>
              </a:spcAft>
            </a:pPr>
            <a:endParaRPr lang="en-US" sz="2400" b="0" i="0" baseline="0" dirty="0">
              <a:solidFill>
                <a:schemeClr val="tx1"/>
              </a:solidFill>
              <a:latin typeface="楷体" panose="02010609060101010101" pitchFamily="49" charset="-122"/>
              <a:ea typeface="楷体" panose="02010609060101010101" pitchFamily="49" charset="-122"/>
              <a:cs typeface="微软雅黑" panose="020B0503020204020204" charset="-122"/>
              <a:sym typeface="楷体" panose="02010609060101010101" pitchFamily="49" charset="-122"/>
            </a:endParaRPr>
          </a:p>
        </p:txBody>
      </p:sp>
      <p:sp>
        <p:nvSpPr>
          <p:cNvPr id="2" name="Title 1"/>
          <p:cNvSpPr>
            <a:spLocks noGrp="1"/>
          </p:cNvSpPr>
          <p:nvPr>
            <p:ph type="title"/>
          </p:nvPr>
        </p:nvSpPr>
        <p:spPr>
          <a:xfrm>
            <a:off x="412751" y="748176"/>
            <a:ext cx="11366500" cy="369332"/>
          </a:xfrm>
        </p:spPr>
        <p:txBody>
          <a:bodyPr/>
          <a:lstStyle>
            <a:lvl1pPr algn="l">
              <a:defRPr sz="2400">
                <a:ea typeface="微软雅黑" panose="020B0503020204020204" charset="-122"/>
              </a:defRPr>
            </a:lvl1pPr>
          </a:lstStyle>
          <a:p>
            <a:r>
              <a:rPr lang="en-US" dirty="0"/>
              <a:t>Click to edit Master title style</a:t>
            </a:r>
          </a:p>
        </p:txBody>
      </p:sp>
      <p:sp>
        <p:nvSpPr>
          <p:cNvPr id="5" name="Footer Placeholder 4"/>
          <p:cNvSpPr>
            <a:spLocks noGrp="1"/>
          </p:cNvSpPr>
          <p:nvPr>
            <p:ph type="ftr" sz="quarter" idx="11"/>
          </p:nvPr>
        </p:nvSpPr>
        <p:spPr/>
        <p:txBody>
          <a:bodyPr vert="horz" lIns="0" tIns="0" rIns="0" bIns="0" rtlCol="0" anchor="ctr">
            <a:spAutoFit/>
          </a:bodyPr>
          <a:lstStyle>
            <a:lvl1pPr>
              <a:defRPr lang="en-US" smtClean="0">
                <a:solidFill>
                  <a:schemeClr val="tx1">
                    <a:lumMod val="95000"/>
                    <a:lumOff val="5000"/>
                  </a:schemeClr>
                </a:solidFill>
              </a:defRPr>
            </a:lvl1pPr>
          </a:lstStyle>
          <a:p>
            <a:endParaRPr lang="zh-CN" altLang="en-US" dirty="0">
              <a:solidFill>
                <a:prstClr val="black">
                  <a:lumMod val="95000"/>
                  <a:lumOff val="5000"/>
                </a:prstClr>
              </a:solidFill>
              <a:latin typeface="楷体" panose="02010609060101010101" pitchFamily="49" charset="-122"/>
            </a:endParaRPr>
          </a:p>
        </p:txBody>
      </p:sp>
      <p:sp>
        <p:nvSpPr>
          <p:cNvPr id="6" name="Slide Number Placeholder 5"/>
          <p:cNvSpPr>
            <a:spLocks noGrp="1"/>
          </p:cNvSpPr>
          <p:nvPr>
            <p:ph type="sldNum" sz="quarter" idx="12"/>
          </p:nvPr>
        </p:nvSpPr>
        <p:spPr/>
        <p:txBody>
          <a:bodyPr/>
          <a:lstStyle>
            <a:lvl1pPr>
              <a:defRPr>
                <a:solidFill>
                  <a:schemeClr val="tx1">
                    <a:lumMod val="95000"/>
                    <a:lumOff val="5000"/>
                  </a:schemeClr>
                </a:solidFill>
                <a:ea typeface="微软雅黑" panose="020B0503020204020204" charset="-122"/>
              </a:defRPr>
            </a:lvl1pPr>
          </a:lstStyle>
          <a:p>
            <a:fld id="{F06B2653-D1AD-46BA-BB88-3123B5BA212E}" type="slidenum">
              <a:rPr lang="en-GB" smtClean="0">
                <a:solidFill>
                  <a:prstClr val="black">
                    <a:lumMod val="95000"/>
                    <a:lumOff val="5000"/>
                  </a:prstClr>
                </a:solidFill>
              </a:rPr>
              <a:t>‹#›</a:t>
            </a:fld>
            <a:endParaRPr lang="en-GB" dirty="0">
              <a:solidFill>
                <a:prstClr val="black">
                  <a:lumMod val="95000"/>
                  <a:lumOff val="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cxnSp>
        <p:nvCxnSpPr>
          <p:cNvPr id="3" name="直接连接符 2"/>
          <p:cNvCxnSpPr/>
          <p:nvPr userDrawn="1"/>
        </p:nvCxnSpPr>
        <p:spPr>
          <a:xfrm flipV="1">
            <a:off x="516890" y="650581"/>
            <a:ext cx="11176000" cy="952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矩形 3"/>
          <p:cNvSpPr/>
          <p:nvPr userDrawn="1"/>
        </p:nvSpPr>
        <p:spPr>
          <a:xfrm>
            <a:off x="514350" y="628319"/>
            <a:ext cx="2213860" cy="6002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userDrawn="1"/>
        </p:nvSpPr>
        <p:spPr>
          <a:xfrm>
            <a:off x="440690" y="88265"/>
            <a:ext cx="2576830" cy="523220"/>
          </a:xfrm>
          <a:prstGeom prst="rect">
            <a:avLst/>
          </a:prstGeom>
          <a:noFill/>
        </p:spPr>
        <p:txBody>
          <a:bodyPr wrap="square" rtlCol="0">
            <a:spAutoFit/>
          </a:bodyPr>
          <a:lstStyle/>
          <a:p>
            <a:pPr algn="l"/>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点击输入标题</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51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latin typeface="微软雅黑" panose="020B0503020204020204" charset="-122"/>
                <a:ea typeface="微软雅黑" panose="020B0503020204020204" charset="-122"/>
              </a:rPr>
              <a:t>2026/6/9</a:t>
            </a:fld>
            <a:endParaRPr lang="zh-CN" altLang="en-US">
              <a:latin typeface="微软雅黑" panose="020B0503020204020204" charset="-122"/>
              <a:ea typeface="微软雅黑" panose="020B0503020204020204" charset="-122"/>
            </a:endParaRPr>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
        <p:nvSpPr>
          <p:cNvPr id="11" name="标题 10"/>
          <p:cNvSpPr>
            <a:spLocks noGrp="1"/>
          </p:cNvSpPr>
          <p:nvPr>
            <p:ph type="ctrTitle" idx="16385" hasCustomPrompt="1"/>
            <p:custDataLst>
              <p:tags r:id="rId4"/>
            </p:custDataLst>
          </p:nvPr>
        </p:nvSpPr>
        <p:spPr>
          <a:xfrm>
            <a:off x="609600" y="34798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latin typeface="微软雅黑" panose="020B0503020204020204" charset="-122"/>
                <a:ea typeface="微软雅黑" panose="020B0503020204020204" charset="-122"/>
              </a:defRPr>
            </a:lvl1pPr>
          </a:lstStyle>
          <a:p>
            <a:r>
              <a:rPr lang="zh-CN" altLang="en-US">
                <a:latin typeface="MiSans Medium" panose="00000600000000000000" charset="-122"/>
                <a:ea typeface="MiSans Medium" panose="00000600000000000000" charset="-122"/>
              </a:rPr>
              <a:t>单击此处添加标题</a:t>
            </a:r>
          </a:p>
        </p:txBody>
      </p:sp>
      <p:sp>
        <p:nvSpPr>
          <p:cNvPr id="12" name="内容占位符 11"/>
          <p:cNvSpPr>
            <a:spLocks noGrp="1"/>
          </p:cNvSpPr>
          <p:nvPr>
            <p:ph idx="16392" hasCustomPrompt="1"/>
            <p:custDataLst>
              <p:tags r:id="rId5"/>
            </p:custDataLst>
          </p:nvPr>
        </p:nvSpPr>
        <p:spPr>
          <a:xfrm>
            <a:off x="609600" y="609600"/>
            <a:ext cx="10972800" cy="2336800"/>
          </a:xfrm>
          <a:custGeom>
            <a:avLst/>
            <a:gdLst>
              <a:gd name="connisteX0" fmla="*/ 0 w 10972800"/>
              <a:gd name="connsiteY0" fmla="*/ 0 h 2336800"/>
              <a:gd name="connisteX1" fmla="*/ 10972800 w 10972800"/>
              <a:gd name="connsiteY1" fmla="*/ 0 h 2336800"/>
              <a:gd name="connisteX2" fmla="*/ 10972800 w 10972800"/>
              <a:gd name="connsiteY2" fmla="*/ 2336800 h 2336800"/>
              <a:gd name="connisteX3" fmla="*/ 0 w 10972800"/>
              <a:gd name="connsiteY3" fmla="*/ 2336800 h 2336800"/>
              <a:gd name="connisteX4" fmla="*/ 0 w 10972800"/>
              <a:gd name="connsiteY4" fmla="*/ 0 h 2336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10972800" h="2336800">
                <a:moveTo>
                  <a:pt x="0" y="0"/>
                </a:moveTo>
                <a:lnTo>
                  <a:pt x="10972800" y="0"/>
                </a:lnTo>
                <a:lnTo>
                  <a:pt x="10972800" y="2336800"/>
                </a:lnTo>
                <a:lnTo>
                  <a:pt x="0" y="2336800"/>
                </a:lnTo>
                <a:lnTo>
                  <a:pt x="0" y="0"/>
                </a:lnTo>
                <a:close/>
              </a:path>
            </a:pathLst>
          </a:custGeom>
          <a:solidFill>
            <a:srgbClr val="DDDDDD"/>
          </a:solidFill>
          <a:ln>
            <a:noFill/>
          </a:ln>
        </p:spPr>
        <p:txBody>
          <a:bodyPr>
            <a:norm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3" name="文本占位符 12"/>
          <p:cNvSpPr>
            <a:spLocks noGrp="1"/>
          </p:cNvSpPr>
          <p:nvPr>
            <p:ph type="body" idx="16386" hasCustomPrompt="1"/>
            <p:custDataLst>
              <p:tags r:id="rId6"/>
            </p:custDataLst>
          </p:nvPr>
        </p:nvSpPr>
        <p:spPr>
          <a:xfrm>
            <a:off x="6096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4" name="文本占位符 13"/>
          <p:cNvSpPr>
            <a:spLocks noGrp="1"/>
          </p:cNvSpPr>
          <p:nvPr>
            <p:ph type="body" idx="16387" hasCustomPrompt="1"/>
            <p:custDataLst>
              <p:tags r:id="rId7"/>
            </p:custDataLst>
          </p:nvPr>
        </p:nvSpPr>
        <p:spPr>
          <a:xfrm>
            <a:off x="6096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5" name="文本占位符 14"/>
          <p:cNvSpPr>
            <a:spLocks noGrp="1"/>
          </p:cNvSpPr>
          <p:nvPr>
            <p:ph type="body" idx="16388" hasCustomPrompt="1"/>
            <p:custDataLst>
              <p:tags r:id="rId8"/>
            </p:custDataLst>
          </p:nvPr>
        </p:nvSpPr>
        <p:spPr>
          <a:xfrm>
            <a:off x="44704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6" name="文本占位符 15"/>
          <p:cNvSpPr>
            <a:spLocks noGrp="1"/>
          </p:cNvSpPr>
          <p:nvPr>
            <p:ph type="body" idx="16389" hasCustomPrompt="1"/>
            <p:custDataLst>
              <p:tags r:id="rId9"/>
            </p:custDataLst>
          </p:nvPr>
        </p:nvSpPr>
        <p:spPr>
          <a:xfrm>
            <a:off x="44704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7" name="文本占位符 16"/>
          <p:cNvSpPr>
            <a:spLocks noGrp="1"/>
          </p:cNvSpPr>
          <p:nvPr>
            <p:ph type="body" idx="16390" hasCustomPrompt="1"/>
            <p:custDataLst>
              <p:tags r:id="rId10"/>
            </p:custDataLst>
          </p:nvPr>
        </p:nvSpPr>
        <p:spPr>
          <a:xfrm>
            <a:off x="83312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8" name="文本占位符 17"/>
          <p:cNvSpPr>
            <a:spLocks noGrp="1"/>
          </p:cNvSpPr>
          <p:nvPr>
            <p:ph type="body" idx="16391" hasCustomPrompt="1"/>
            <p:custDataLst>
              <p:tags r:id="rId11"/>
            </p:custDataLst>
          </p:nvPr>
        </p:nvSpPr>
        <p:spPr>
          <a:xfrm>
            <a:off x="83312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20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91440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5" hasCustomPrompt="1"/>
            <p:custDataLst>
              <p:tags r:id="rId5"/>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4" name="文本占位符 13"/>
          <p:cNvSpPr>
            <a:spLocks noGrp="1"/>
          </p:cNvSpPr>
          <p:nvPr>
            <p:ph type="body" idx="16386" hasCustomPrompt="1"/>
            <p:custDataLst>
              <p:tags r:id="rId7"/>
            </p:custDataLst>
          </p:nvPr>
        </p:nvSpPr>
        <p:spPr>
          <a:xfrm>
            <a:off x="1574800" y="18288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1574800" y="22860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6" hasCustomPrompt="1"/>
            <p:custDataLst>
              <p:tags r:id="rId9"/>
            </p:custDataLst>
          </p:nvPr>
        </p:nvSpPr>
        <p:spPr>
          <a:xfrm>
            <a:off x="609600" y="36576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91" hasCustomPrompt="1"/>
            <p:custDataLst>
              <p:tags r:id="rId10"/>
            </p:custDataLst>
          </p:nvPr>
        </p:nvSpPr>
        <p:spPr>
          <a:xfrm>
            <a:off x="781050" y="38608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8" name="文本占位符 17"/>
          <p:cNvSpPr>
            <a:spLocks noGrp="1"/>
          </p:cNvSpPr>
          <p:nvPr>
            <p:ph type="body" idx="16389" hasCustomPrompt="1"/>
            <p:custDataLst>
              <p:tags r:id="rId11"/>
            </p:custDataLst>
          </p:nvPr>
        </p:nvSpPr>
        <p:spPr>
          <a:xfrm>
            <a:off x="1574800" y="35052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0" hasCustomPrompt="1"/>
            <p:custDataLst>
              <p:tags r:id="rId12"/>
            </p:custDataLst>
          </p:nvPr>
        </p:nvSpPr>
        <p:spPr>
          <a:xfrm>
            <a:off x="1574800" y="39624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7" hasCustomPrompt="1"/>
            <p:custDataLst>
              <p:tags r:id="rId13"/>
            </p:custDataLst>
          </p:nvPr>
        </p:nvSpPr>
        <p:spPr>
          <a:xfrm>
            <a:off x="609600" y="5334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4" hasCustomPrompt="1"/>
            <p:custDataLst>
              <p:tags r:id="rId14"/>
            </p:custDataLst>
          </p:nvPr>
        </p:nvSpPr>
        <p:spPr>
          <a:xfrm>
            <a:off x="781050" y="55372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2" name="文本占位符 21"/>
          <p:cNvSpPr>
            <a:spLocks noGrp="1"/>
          </p:cNvSpPr>
          <p:nvPr>
            <p:ph type="body" idx="16392" hasCustomPrompt="1"/>
            <p:custDataLst>
              <p:tags r:id="rId15"/>
            </p:custDataLst>
          </p:nvPr>
        </p:nvSpPr>
        <p:spPr>
          <a:xfrm>
            <a:off x="1574800" y="51816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3" hasCustomPrompt="1"/>
            <p:custDataLst>
              <p:tags r:id="rId16"/>
            </p:custDataLst>
          </p:nvPr>
        </p:nvSpPr>
        <p:spPr>
          <a:xfrm>
            <a:off x="1574800" y="56388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6_2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22860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27940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762000" y="3708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762000" y="4216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7620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7620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10012_1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553200" y="20828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6553200" y="31496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6553200" y="37084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6553200" y="4775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bl">
  <p:cSld name="标题和表格">
    <p:bg>
      <p:bgPr>
        <a:solidFill>
          <a:srgbClr val="E5E2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4217" y="457200"/>
            <a:ext cx="10363200" cy="11430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564217" y="1981200"/>
            <a:ext cx="103632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rgbClr val="E62129"/>
              </a:buClr>
              <a:buSzTx/>
              <a:buFont typeface="Wingdings" panose="05000000000000000000" pitchFamily="2" charset="2"/>
              <a:buChar char="Ø"/>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sym typeface="Calibri" panose="020F0502020204030204" charset="0"/>
            </a:endParaRPr>
          </a:p>
        </p:txBody>
      </p:sp>
      <p:sp>
        <p:nvSpPr>
          <p:cNvPr id="7" name="日期占位符 3"/>
          <p:cNvSpPr>
            <a:spLocks noGrp="1"/>
          </p:cNvSpPr>
          <p:nvPr>
            <p:ph type="dt" sz="half" idx="2"/>
          </p:nvPr>
        </p:nvSpPr>
        <p:spPr>
          <a:xfrm>
            <a:off x="1564217" y="6265333"/>
            <a:ext cx="2540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3"/>
          </p:nvPr>
        </p:nvSpPr>
        <p:spPr>
          <a:xfrm>
            <a:off x="4775200" y="6248400"/>
            <a:ext cx="38608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9347200" y="6248400"/>
            <a:ext cx="2540000" cy="457200"/>
          </a:xfrm>
          <a:prstGeom prst="rect">
            <a:avLst/>
          </a:prstGeom>
          <a:noFill/>
          <a:ln>
            <a:noFill/>
          </a:ln>
        </p:spPr>
        <p:txBody>
          <a:bodyPr vert="horz" wrap="square" lIns="91440" tIns="45720" rIns="91440" bIns="45720" numCol="1" anchor="ctr" anchorCtr="0" compatLnSpc="1"/>
          <a:lstStyle/>
          <a:p>
            <a:pPr algn="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2550" strike="noStrike" noProof="1"/>
              <a:t>单击此处编辑母版标题样式</a:t>
            </a:r>
            <a:endParaRPr lang="zh-CN" altLang="en-US" strike="noStrike" noProof="1"/>
          </a:p>
        </p:txBody>
      </p:sp>
      <p:sp>
        <p:nvSpPr>
          <p:cNvPr id="3" name="图表占位符 2"/>
          <p:cNvSpPr>
            <a:spLocks noGrp="1"/>
          </p:cNvSpPr>
          <p:nvPr>
            <p:ph type="chart"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Blip>
                <a:blip r:embed="rId2"/>
              </a:buBlip>
              <a:defRPr/>
            </a:pPr>
            <a:endParaRPr kumimoji="0" lang="zh-CN" altLang="en-US" sz="3200" b="1" i="0" u="none" strike="noStrike" kern="1200" cap="none" spc="0" normalizeH="0" baseline="0" noProof="1">
              <a:ln>
                <a:noFill/>
              </a:ln>
              <a:solidFill>
                <a:srgbClr val="000000"/>
              </a:solidFill>
              <a:effectLst/>
              <a:uLnTx/>
              <a:uFillTx/>
              <a:latin typeface="+mn-lt"/>
              <a:ea typeface="+mn-ea"/>
              <a:cs typeface="+mn-cs"/>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1048590" name="矩形 3"/>
          <p:cNvSpPr/>
          <p:nvPr userDrawn="1"/>
        </p:nvSpPr>
        <p:spPr>
          <a:xfrm>
            <a:off x="292688" y="6439840"/>
            <a:ext cx="734944"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2097155" name="Picture 2" descr="C:\Users\Admin\Desktop\shutterstock_129456278 [转换].jpg"/>
          <p:cNvPicPr>
            <a:picLocks noChangeAspect="1" noChangeArrowheads="1"/>
          </p:cNvPicPr>
          <p:nvPr userDrawn="1"/>
        </p:nvPicPr>
        <p:blipFill rotWithShape="1">
          <a:blip r:embed="rId2" cstate="email">
            <a:duotone>
              <a:schemeClr val="bg2">
                <a:shade val="45000"/>
                <a:satMod val="135000"/>
              </a:schemeClr>
              <a:prstClr val="white"/>
            </a:duotone>
          </a:blip>
          <a:srcRect/>
          <a:stretch>
            <a:fillRect/>
          </a:stretch>
        </p:blipFill>
        <p:spPr bwMode="auto">
          <a:xfrm>
            <a:off x="-1447" y="1"/>
            <a:ext cx="12193448" cy="6860117"/>
          </a:xfrm>
          <a:prstGeom prst="rect">
            <a:avLst/>
          </a:prstGeom>
          <a:noFill/>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x">
  <p:cSld name="标题和竖排文字">
    <p:spTree>
      <p:nvGrpSpPr>
        <p:cNvPr id="1" name=""/>
        <p:cNvGrpSpPr/>
        <p:nvPr/>
      </p:nvGrpSpPr>
      <p:grpSpPr>
        <a:xfrm>
          <a:off x="0" y="0"/>
          <a:ext cx="0" cy="0"/>
          <a:chOff x="0" y="0"/>
          <a:chExt cx="0" cy="0"/>
        </a:xfrm>
      </p:grpSpPr>
      <p:sp>
        <p:nvSpPr>
          <p:cNvPr id="74" name="线条"/>
          <p:cNvSpPr/>
          <p:nvPr/>
        </p:nvSpPr>
        <p:spPr>
          <a:xfrm>
            <a:off x="-61182" y="6807113"/>
            <a:ext cx="12314366" cy="1"/>
          </a:xfrm>
          <a:prstGeom prst="line">
            <a:avLst/>
          </a:prstGeom>
          <a:ln w="177800">
            <a:solidFill>
              <a:schemeClr val="accent2"/>
            </a:solidFill>
            <a:miter/>
          </a:ln>
        </p:spPr>
        <p:txBody>
          <a:bodyPr lIns="42200" rIns="42200"/>
          <a:lstStyle/>
          <a:p>
            <a:endParaRPr sz="2215"/>
          </a:p>
        </p:txBody>
      </p:sp>
      <p:sp>
        <p:nvSpPr>
          <p:cNvPr id="75" name="线条"/>
          <p:cNvSpPr/>
          <p:nvPr/>
        </p:nvSpPr>
        <p:spPr>
          <a:xfrm>
            <a:off x="-31261" y="6807113"/>
            <a:ext cx="12192000" cy="1"/>
          </a:xfrm>
          <a:prstGeom prst="line">
            <a:avLst/>
          </a:prstGeom>
          <a:ln w="25400">
            <a:solidFill>
              <a:srgbClr val="000000"/>
            </a:solidFill>
            <a:prstDash val="sysDot"/>
          </a:ln>
        </p:spPr>
        <p:txBody>
          <a:bodyPr lIns="42200" rIns="42200"/>
          <a:lstStyle/>
          <a:p>
            <a:endParaRPr sz="2215"/>
          </a:p>
        </p:txBody>
      </p:sp>
      <p:sp>
        <p:nvSpPr>
          <p:cNvPr id="76" name="线条"/>
          <p:cNvSpPr/>
          <p:nvPr/>
        </p:nvSpPr>
        <p:spPr>
          <a:xfrm>
            <a:off x="-46892" y="676635"/>
            <a:ext cx="12223261" cy="1"/>
          </a:xfrm>
          <a:prstGeom prst="line">
            <a:avLst/>
          </a:prstGeom>
          <a:ln w="12700">
            <a:solidFill>
              <a:srgbClr val="FF0000"/>
            </a:solidFill>
            <a:prstDash val="sysDot"/>
            <a:miter/>
          </a:ln>
        </p:spPr>
        <p:txBody>
          <a:bodyPr lIns="42200" rIns="42200"/>
          <a:lstStyle/>
          <a:p>
            <a:endParaRPr sz="2215"/>
          </a:p>
        </p:txBody>
      </p:sp>
      <p:sp>
        <p:nvSpPr>
          <p:cNvPr id="77" name="标题文本"/>
          <p:cNvSpPr txBox="1">
            <a:spLocks noGrp="1"/>
          </p:cNvSpPr>
          <p:nvPr>
            <p:ph type="title" hasCustomPrompt="1"/>
          </p:nvPr>
        </p:nvSpPr>
        <p:spPr>
          <a:xfrm>
            <a:off x="298327" y="68442"/>
            <a:ext cx="11595350" cy="523785"/>
          </a:xfrm>
          <a:prstGeom prst="rect">
            <a:avLst/>
          </a:prstGeom>
        </p:spPr>
        <p:txBody>
          <a:bodyPr/>
          <a:lstStyle>
            <a:lvl1pPr algn="l">
              <a:defRPr sz="2215">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78" name="正文级别 1…"/>
          <p:cNvSpPr txBox="1">
            <a:spLocks noGrp="1"/>
          </p:cNvSpPr>
          <p:nvPr>
            <p:ph type="body" idx="1" hasCustomPrompt="1"/>
          </p:nvPr>
        </p:nvSpPr>
        <p:spPr>
          <a:xfrm>
            <a:off x="552630" y="931114"/>
            <a:ext cx="11024216" cy="4995772"/>
          </a:xfrm>
          <a:prstGeom prst="rect">
            <a:avLst/>
          </a:prstGeom>
        </p:spPr>
        <p:txBody>
          <a:bodyPr/>
          <a:lstStyle>
            <a:lvl1pPr>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656590" indent="-23431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108075" indent="-2635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567815"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1988820"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sp>
        <p:nvSpPr>
          <p:cNvPr id="79" name="矩形 22"/>
          <p:cNvSpPr/>
          <p:nvPr/>
        </p:nvSpPr>
        <p:spPr>
          <a:xfrm>
            <a:off x="3438" y="62083"/>
            <a:ext cx="234666" cy="732035"/>
          </a:xfrm>
          <a:prstGeom prst="rect">
            <a:avLst/>
          </a:prstGeom>
          <a:solidFill>
            <a:srgbClr val="C00000"/>
          </a:solidFill>
          <a:ln w="25400">
            <a:solidFill>
              <a:srgbClr val="C00000"/>
            </a:solidFill>
          </a:ln>
        </p:spPr>
        <p:txBody>
          <a:bodyPr lIns="42200" rIns="42200" anchor="ctr"/>
          <a:lstStyle/>
          <a:p>
            <a:pPr algn="ctr" defTabSz="457200">
              <a:defRPr>
                <a:solidFill>
                  <a:srgbClr val="C00000"/>
                </a:solidFill>
              </a:defRPr>
            </a:pPr>
            <a:endParaRPr sz="2215"/>
          </a:p>
        </p:txBody>
      </p:sp>
      <p:sp>
        <p:nvSpPr>
          <p:cNvPr id="80" name="幻灯片编号"/>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5" name="标题"/>
          <p:cNvSpPr>
            <a:spLocks noGrp="1"/>
          </p:cNvSpPr>
          <p:nvPr>
            <p:ph type="title"/>
          </p:nvPr>
        </p:nvSpPr>
        <p:spPr>
          <a:xfrm>
            <a:off x="838224" y="1314897"/>
            <a:ext cx="10515890" cy="516528"/>
          </a:xfrm>
          <a:prstGeom prst="rect">
            <a:avLst/>
          </a:prstGeom>
        </p:spPr>
        <p:txBody>
          <a:bodyPr/>
          <a:lstStyle>
            <a:lvl1pPr marL="0" indent="0" defTabSz="914400" eaLnBrk="1" fontAlgn="auto" latinLnBrk="0" hangingPunct="1">
              <a:defRPr sz="4235" b="1">
                <a:solidFill>
                  <a:srgbClr val="404040"/>
                </a:solidFill>
              </a:defRPr>
            </a:lvl1pPr>
          </a:lstStyle>
          <a:p>
            <a:pPr marL="0" indent="0" defTabSz="967740"/>
            <a:r>
              <a:rPr lang="zh-CN" altLang="en-US"/>
              <a:t>单击此处编辑母版标题样式</a:t>
            </a:r>
          </a:p>
        </p:txBody>
      </p:sp>
      <p:sp>
        <p:nvSpPr>
          <p:cNvPr id="36" name="内容占位符"/>
          <p:cNvSpPr>
            <a:spLocks noGrp="1"/>
          </p:cNvSpPr>
          <p:nvPr>
            <p:ph idx="1"/>
          </p:nvPr>
        </p:nvSpPr>
        <p:spPr>
          <a:xfrm>
            <a:off x="838224" y="2180582"/>
            <a:ext cx="10515890" cy="3996381"/>
          </a:xfrm>
          <a:prstGeom prst="rect">
            <a:avLst/>
          </a:prstGeom>
        </p:spPr>
        <p:txBody>
          <a:bodyPr/>
          <a:lstStyle>
            <a:lvl1pPr marL="241935" indent="-241935" defTabSz="914400" eaLnBrk="1" fontAlgn="auto" latinLnBrk="0" hangingPunct="1">
              <a:defRPr>
                <a:solidFill>
                  <a:srgbClr val="404040"/>
                </a:solidFill>
              </a:defRPr>
            </a:lvl1pPr>
            <a:lvl2pPr marL="725805" indent="-241935" defTabSz="914400" eaLnBrk="1" fontAlgn="auto" latinLnBrk="0" hangingPunct="1">
              <a:defRPr>
                <a:solidFill>
                  <a:srgbClr val="404040"/>
                </a:solidFill>
              </a:defRPr>
            </a:lvl2pPr>
            <a:lvl3pPr marL="1209675" indent="-241935" defTabSz="914400" eaLnBrk="1" fontAlgn="auto" latinLnBrk="0" hangingPunct="1">
              <a:defRPr>
                <a:solidFill>
                  <a:srgbClr val="404040"/>
                </a:solidFill>
              </a:defRPr>
            </a:lvl3pPr>
            <a:lvl4pPr marL="1693545" indent="-241935" defTabSz="914400" eaLnBrk="1" fontAlgn="auto" latinLnBrk="0" hangingPunct="1">
              <a:defRPr>
                <a:solidFill>
                  <a:srgbClr val="404040"/>
                </a:solidFill>
              </a:defRPr>
            </a:lvl4pPr>
            <a:lvl5pPr marL="2177415" indent="-241935" defTabSz="914400" eaLnBrk="1" fontAlgn="auto" latinLnBrk="0" hangingPunct="1">
              <a:defRPr>
                <a:solidFill>
                  <a:srgbClr val="404040"/>
                </a:solidFill>
              </a:defRPr>
            </a:lvl5pPr>
          </a:lstStyle>
          <a:p>
            <a:pPr marL="241935" indent="-241935" defTabSz="967740"/>
            <a:r>
              <a:rPr lang="zh-CN" altLang="en-US"/>
              <a:t>单击此处编辑母版文本样式</a:t>
            </a:r>
            <a:endParaRPr lang="en-US" altLang="zh-CN"/>
          </a:p>
          <a:p>
            <a:pPr marL="725805" lvl="1" indent="-241935" defTabSz="967740"/>
            <a:r>
              <a:rPr lang="zh-CN" altLang="en-US"/>
              <a:t>二级</a:t>
            </a:r>
            <a:endParaRPr lang="en-US" altLang="zh-CN"/>
          </a:p>
          <a:p>
            <a:pPr marL="1209675" lvl="2" indent="-241935" defTabSz="967740"/>
            <a:r>
              <a:rPr lang="zh-CN" altLang="en-US"/>
              <a:t>三级</a:t>
            </a:r>
            <a:endParaRPr lang="en-US" altLang="zh-CN"/>
          </a:p>
          <a:p>
            <a:pPr marL="1693545" lvl="3" indent="-241935" defTabSz="967740"/>
            <a:r>
              <a:rPr lang="zh-CN" altLang="en-US"/>
              <a:t>四级</a:t>
            </a:r>
            <a:endParaRPr lang="en-US" altLang="zh-CN"/>
          </a:p>
          <a:p>
            <a:pPr marL="2177415" lvl="4" indent="-241935" defTabSz="967740"/>
            <a:r>
              <a:rPr lang="zh-CN" altLang="en-US"/>
              <a:t>五级</a:t>
            </a:r>
          </a:p>
        </p:txBody>
      </p:sp>
      <p:sp>
        <p:nvSpPr>
          <p:cNvPr id="37" name="矩形"/>
          <p:cNvSpPr/>
          <p:nvPr userDrawn="1"/>
        </p:nvSpPr>
        <p:spPr>
          <a:xfrm flipV="1">
            <a:off x="634307" y="713676"/>
            <a:ext cx="11119039" cy="48384"/>
          </a:xfrm>
          <a:prstGeom prst="rect">
            <a:avLst/>
          </a:prstGeom>
          <a:solidFill>
            <a:srgbClr val="086346"/>
          </a:solidFill>
          <a:ln w="12700" cap="flat" cmpd="sng">
            <a:noFill/>
            <a:prstDash val="solid"/>
            <a:round/>
          </a:ln>
        </p:spPr>
        <p:txBody>
          <a:bodyPr rtlCol="0" anchor="ctr"/>
          <a:lstStyle/>
          <a:p>
            <a:pPr algn="ctr"/>
            <a:endParaRPr/>
          </a:p>
        </p:txBody>
      </p:sp>
      <p:sp>
        <p:nvSpPr>
          <p:cNvPr id="38" name="矩形"/>
          <p:cNvSpPr/>
          <p:nvPr userDrawn="1"/>
        </p:nvSpPr>
        <p:spPr>
          <a:xfrm flipV="1">
            <a:off x="634307" y="713676"/>
            <a:ext cx="302583" cy="48384"/>
          </a:xfrm>
          <a:prstGeom prst="rect">
            <a:avLst/>
          </a:prstGeom>
          <a:solidFill>
            <a:srgbClr val="B0CB3E"/>
          </a:solidFill>
          <a:ln w="12700" cap="flat" cmpd="sng">
            <a:noFill/>
            <a:prstDash val="solid"/>
            <a:round/>
          </a:ln>
        </p:spPr>
        <p:txBody>
          <a:bodyPr rtlCol="0" anchor="ctr"/>
          <a:lstStyle/>
          <a:p>
            <a:pPr algn="ctr"/>
            <a:endParaRPr/>
          </a:p>
        </p:txBody>
      </p:sp>
      <p:sp>
        <p:nvSpPr>
          <p:cNvPr id="39" name="文本"/>
          <p:cNvSpPr>
            <a:spLocks noGrp="1"/>
          </p:cNvSpPr>
          <p:nvPr>
            <p:ph type="body" idx="14" hasCustomPrompt="1"/>
          </p:nvPr>
        </p:nvSpPr>
        <p:spPr>
          <a:xfrm>
            <a:off x="634307" y="245865"/>
            <a:ext cx="6817334" cy="618036"/>
          </a:xfrm>
          <a:prstGeom prst="rect">
            <a:avLst/>
          </a:prstGeom>
        </p:spPr>
        <p:txBody>
          <a:bodyPr/>
          <a:lstStyle>
            <a:lvl1pPr marL="0" indent="0" defTabSz="914400" eaLnBrk="1" fontAlgn="auto" latinLnBrk="0" hangingPunct="1">
              <a:buNone/>
              <a:defRPr sz="2115" b="1">
                <a:solidFill>
                  <a:srgbClr val="404040"/>
                </a:solidFill>
                <a:latin typeface="微软雅黑" panose="020B0503020204020204" charset="-122"/>
                <a:ea typeface="微软雅黑" panose="020B0503020204020204" charset="-122"/>
              </a:defRPr>
            </a:lvl1pPr>
            <a:lvl2pPr marL="725805" indent="-241935" defTabSz="914400" eaLnBrk="1" fontAlgn="auto" latinLnBrk="0" hangingPunct="1"/>
            <a:lvl3pPr marL="1209675" indent="-241935" defTabSz="914400" eaLnBrk="1" fontAlgn="auto" latinLnBrk="0" hangingPunct="1"/>
            <a:lvl4pPr marL="1693545" indent="-241935" defTabSz="914400" eaLnBrk="1" fontAlgn="auto" latinLnBrk="0" hangingPunct="1"/>
            <a:lvl5pPr marL="2177415" indent="-241935" defTabSz="914400" eaLnBrk="1" fontAlgn="auto" latinLnBrk="0" hangingPunct="1"/>
            <a:lvl6pPr marL="2661285" indent="-241935" defTabSz="914400" eaLnBrk="1" fontAlgn="auto" latinLnBrk="0" hangingPunct="1"/>
            <a:lvl7pPr marL="3145155" indent="-241935" defTabSz="914400" eaLnBrk="1" fontAlgn="auto" latinLnBrk="0" hangingPunct="1"/>
            <a:lvl8pPr marL="3629025" indent="-241935" defTabSz="914400" eaLnBrk="1" fontAlgn="auto" latinLnBrk="0" hangingPunct="1"/>
            <a:lvl9pPr marL="3629025" indent="-241935" defTabSz="914400" eaLnBrk="1" fontAlgn="auto" latinLnBrk="0" hangingPunct="1"/>
          </a:lstStyle>
          <a:p>
            <a:pPr marL="0" indent="0" defTabSz="967740"/>
            <a:r>
              <a:rPr lang="zh-CN" altLang="en-US"/>
              <a:t>章节标题</a:t>
            </a:r>
          </a:p>
        </p:txBody>
      </p:sp>
      <p:sp>
        <p:nvSpPr>
          <p:cNvPr id="40" name="编号占位符"/>
          <p:cNvSpPr>
            <a:spLocks noGrp="1"/>
          </p:cNvSpPr>
          <p:nvPr>
            <p:ph type="sldNum" idx="12"/>
          </p:nvPr>
        </p:nvSpPr>
        <p:spPr>
          <a:xfrm>
            <a:off x="8610838" y="6356351"/>
            <a:ext cx="2743276" cy="365125"/>
          </a:xfrm>
          <a:prstGeom prst="rect">
            <a:avLst/>
          </a:prstGeom>
        </p:spPr>
        <p:txBody>
          <a:bodyPr/>
          <a:lstStyle>
            <a:lvl1pPr marL="0" indent="0" defTabSz="914400" eaLnBrk="1" fontAlgn="auto" latinLnBrk="0" hangingPunct="1">
              <a:defRPr>
                <a:latin typeface="Calibri" panose="020F0502020204030204" charset="0"/>
                <a:ea typeface="微软雅黑" panose="020B0503020204020204" charset="-122"/>
                <a:cs typeface="Calibri" panose="020F0502020204030204" charset="0"/>
              </a:defRPr>
            </a:lvl1pPr>
          </a:lstStyle>
          <a:p>
            <a:pPr marL="0" indent="0"/>
            <a:fld id="{CAD2D6BD-DE1B-4B5F-8B41-2702339687B9}" type="slidenum">
              <a:rPr lang="zh-CN" altLang="en-US"/>
              <a:t>‹#›</a:t>
            </a:fld>
            <a:endParaRPr lang="zh-CN" altLang="en-US"/>
          </a:p>
        </p:txBody>
      </p:sp>
    </p:spTree>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正文页-51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1750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032000"/>
          </a:xfrm>
          <a:custGeom>
            <a:avLst/>
            <a:gdLst>
              <a:gd name="connisteX0" fmla="*/ 0 w 10972800"/>
              <a:gd name="connsiteY0" fmla="*/ 203200 h 2032000"/>
              <a:gd name="connisteX1" fmla="*/ 203200 w 10972800"/>
              <a:gd name="connsiteY1" fmla="*/ 0 h 2032000"/>
              <a:gd name="connisteX2" fmla="*/ 10769600 w 10972800"/>
              <a:gd name="connsiteY2" fmla="*/ 0 h 2032000"/>
              <a:gd name="connisteX3" fmla="*/ 10972800 w 10972800"/>
              <a:gd name="connsiteY3" fmla="*/ 203200 h 2032000"/>
              <a:gd name="connisteX4" fmla="*/ 10972800 w 10972800"/>
              <a:gd name="connsiteY4" fmla="*/ 1828800 h 2032000"/>
              <a:gd name="connisteX5" fmla="*/ 10769600 w 10972800"/>
              <a:gd name="connsiteY5" fmla="*/ 2032000 h 2032000"/>
              <a:gd name="connisteX6" fmla="*/ 203200 w 10972800"/>
              <a:gd name="connsiteY6" fmla="*/ 2032000 h 2032000"/>
              <a:gd name="connisteX7" fmla="*/ 0 w 10972800"/>
              <a:gd name="connsiteY7" fmla="*/ 1828800 h 2032000"/>
              <a:gd name="connisteX8" fmla="*/ 0 w 109728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032000">
                <a:moveTo>
                  <a:pt x="0" y="203200"/>
                </a:moveTo>
                <a:cubicBezTo>
                  <a:pt x="0" y="90976"/>
                  <a:pt x="90976" y="0"/>
                  <a:pt x="203200" y="0"/>
                </a:cubicBezTo>
                <a:lnTo>
                  <a:pt x="10769600" y="0"/>
                </a:lnTo>
                <a:cubicBezTo>
                  <a:pt x="10881824" y="0"/>
                  <a:pt x="10972800" y="90976"/>
                  <a:pt x="10972800" y="203200"/>
                </a:cubicBezTo>
                <a:lnTo>
                  <a:pt x="10972800" y="1828800"/>
                </a:lnTo>
                <a:cubicBezTo>
                  <a:pt x="10972800" y="1941024"/>
                  <a:pt x="10881824" y="2032000"/>
                  <a:pt x="107696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4704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44704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3312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83312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19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3" hasCustomPrompt="1"/>
            <p:custDataLst>
              <p:tags r:id="rId5"/>
            </p:custDataLst>
          </p:nvPr>
        </p:nvSpPr>
        <p:spPr>
          <a:xfrm>
            <a:off x="609600" y="1701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2" hasCustomPrompt="1"/>
            <p:custDataLst>
              <p:tags r:id="rId6"/>
            </p:custDataLst>
          </p:nvPr>
        </p:nvSpPr>
        <p:spPr>
          <a:xfrm>
            <a:off x="822960" y="1915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1778000" y="16002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1778000" y="21082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5" hasCustomPrompt="1"/>
            <p:custDataLst>
              <p:tags r:id="rId9"/>
            </p:custDataLst>
          </p:nvPr>
        </p:nvSpPr>
        <p:spPr>
          <a:xfrm>
            <a:off x="6096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4" hasCustomPrompt="1"/>
            <p:custDataLst>
              <p:tags r:id="rId10"/>
            </p:custDataLst>
          </p:nvPr>
        </p:nvSpPr>
        <p:spPr>
          <a:xfrm>
            <a:off x="822960" y="36423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1778000" y="33274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9" hasCustomPrompt="1"/>
            <p:custDataLst>
              <p:tags r:id="rId12"/>
            </p:custDataLst>
          </p:nvPr>
        </p:nvSpPr>
        <p:spPr>
          <a:xfrm>
            <a:off x="1778000" y="38354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7" hasCustomPrompt="1"/>
            <p:custDataLst>
              <p:tags r:id="rId13"/>
            </p:custDataLst>
          </p:nvPr>
        </p:nvSpPr>
        <p:spPr>
          <a:xfrm>
            <a:off x="609600" y="515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6" hasCustomPrompt="1"/>
            <p:custDataLst>
              <p:tags r:id="rId14"/>
            </p:custDataLst>
          </p:nvPr>
        </p:nvSpPr>
        <p:spPr>
          <a:xfrm>
            <a:off x="822960" y="536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1778000" y="50546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1" hasCustomPrompt="1"/>
            <p:custDataLst>
              <p:tags r:id="rId16"/>
            </p:custDataLst>
          </p:nvPr>
        </p:nvSpPr>
        <p:spPr>
          <a:xfrm>
            <a:off x="1778000" y="55626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20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91440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5" hasCustomPrompt="1"/>
            <p:custDataLst>
              <p:tags r:id="rId5"/>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4" name="文本占位符 13"/>
          <p:cNvSpPr>
            <a:spLocks noGrp="1"/>
          </p:cNvSpPr>
          <p:nvPr>
            <p:ph type="body" idx="16386" hasCustomPrompt="1"/>
            <p:custDataLst>
              <p:tags r:id="rId7"/>
            </p:custDataLst>
          </p:nvPr>
        </p:nvSpPr>
        <p:spPr>
          <a:xfrm>
            <a:off x="1574800" y="18288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1574800" y="22860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6" hasCustomPrompt="1"/>
            <p:custDataLst>
              <p:tags r:id="rId9"/>
            </p:custDataLst>
          </p:nvPr>
        </p:nvSpPr>
        <p:spPr>
          <a:xfrm>
            <a:off x="609600" y="36576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91" hasCustomPrompt="1"/>
            <p:custDataLst>
              <p:tags r:id="rId10"/>
            </p:custDataLst>
          </p:nvPr>
        </p:nvSpPr>
        <p:spPr>
          <a:xfrm>
            <a:off x="781050" y="38608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8" name="文本占位符 17"/>
          <p:cNvSpPr>
            <a:spLocks noGrp="1"/>
          </p:cNvSpPr>
          <p:nvPr>
            <p:ph type="body" idx="16389" hasCustomPrompt="1"/>
            <p:custDataLst>
              <p:tags r:id="rId11"/>
            </p:custDataLst>
          </p:nvPr>
        </p:nvSpPr>
        <p:spPr>
          <a:xfrm>
            <a:off x="1574800" y="35052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0" hasCustomPrompt="1"/>
            <p:custDataLst>
              <p:tags r:id="rId12"/>
            </p:custDataLst>
          </p:nvPr>
        </p:nvSpPr>
        <p:spPr>
          <a:xfrm>
            <a:off x="1574800" y="39624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7" hasCustomPrompt="1"/>
            <p:custDataLst>
              <p:tags r:id="rId13"/>
            </p:custDataLst>
          </p:nvPr>
        </p:nvSpPr>
        <p:spPr>
          <a:xfrm>
            <a:off x="609600" y="5334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4" hasCustomPrompt="1"/>
            <p:custDataLst>
              <p:tags r:id="rId14"/>
            </p:custDataLst>
          </p:nvPr>
        </p:nvSpPr>
        <p:spPr>
          <a:xfrm>
            <a:off x="781050" y="55372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2" name="文本占位符 21"/>
          <p:cNvSpPr>
            <a:spLocks noGrp="1"/>
          </p:cNvSpPr>
          <p:nvPr>
            <p:ph type="body" idx="16392" hasCustomPrompt="1"/>
            <p:custDataLst>
              <p:tags r:id="rId15"/>
            </p:custDataLst>
          </p:nvPr>
        </p:nvSpPr>
        <p:spPr>
          <a:xfrm>
            <a:off x="1574800" y="51816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3" hasCustomPrompt="1"/>
            <p:custDataLst>
              <p:tags r:id="rId16"/>
            </p:custDataLst>
          </p:nvPr>
        </p:nvSpPr>
        <p:spPr>
          <a:xfrm>
            <a:off x="1574800" y="56388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正文页-6_2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22860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27940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762000" y="3708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762000" y="4216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7620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7620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正文页-26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1524000"/>
            <a:ext cx="3454400" cy="2692400"/>
          </a:xfrm>
          <a:custGeom>
            <a:avLst/>
            <a:gdLst>
              <a:gd name="connisteX0" fmla="*/ 0 w 3454400"/>
              <a:gd name="connsiteY0" fmla="*/ 203200 h 2692400"/>
              <a:gd name="connisteX1" fmla="*/ 203200 w 3454400"/>
              <a:gd name="connsiteY1" fmla="*/ 0 h 2692400"/>
              <a:gd name="connisteX2" fmla="*/ 3251200 w 3454400"/>
              <a:gd name="connsiteY2" fmla="*/ 0 h 2692400"/>
              <a:gd name="connisteX3" fmla="*/ 3454400 w 3454400"/>
              <a:gd name="connsiteY3" fmla="*/ 203200 h 2692400"/>
              <a:gd name="connisteX4" fmla="*/ 3454400 w 3454400"/>
              <a:gd name="connsiteY4" fmla="*/ 2692400 h 2692400"/>
              <a:gd name="connisteX5" fmla="*/ 0 w 3454400"/>
              <a:gd name="connsiteY5" fmla="*/ 2692400 h 2692400"/>
              <a:gd name="connisteX6" fmla="*/ 0 w 3454400"/>
              <a:gd name="connsiteY6" fmla="*/ 20320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203200"/>
                </a:moveTo>
                <a:cubicBezTo>
                  <a:pt x="0" y="90976"/>
                  <a:pt x="90976" y="0"/>
                  <a:pt x="203200" y="0"/>
                </a:cubicBezTo>
                <a:lnTo>
                  <a:pt x="3251200" y="0"/>
                </a:lnTo>
                <a:cubicBezTo>
                  <a:pt x="3363424" y="0"/>
                  <a:pt x="3454400" y="90976"/>
                  <a:pt x="3454400" y="203200"/>
                </a:cubicBezTo>
                <a:lnTo>
                  <a:pt x="3454400" y="2692400"/>
                </a:lnTo>
                <a:lnTo>
                  <a:pt x="0" y="26924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4216400"/>
            <a:ext cx="3454400" cy="2032000"/>
          </a:xfrm>
          <a:custGeom>
            <a:avLst/>
            <a:gdLst>
              <a:gd name="connisteX0" fmla="*/ 0 w 3454400"/>
              <a:gd name="connsiteY0" fmla="*/ 0 h 2032000"/>
              <a:gd name="connisteX1" fmla="*/ 3454400 w 3454400"/>
              <a:gd name="connsiteY1" fmla="*/ 0 h 2032000"/>
              <a:gd name="connisteX2" fmla="*/ 3454400 w 3454400"/>
              <a:gd name="connsiteY2" fmla="*/ 1828800 h 2032000"/>
              <a:gd name="connisteX3" fmla="*/ 3251200 w 3454400"/>
              <a:gd name="connsiteY3" fmla="*/ 2032000 h 2032000"/>
              <a:gd name="connisteX4" fmla="*/ 203200 w 3454400"/>
              <a:gd name="connsiteY4" fmla="*/ 2032000 h 2032000"/>
              <a:gd name="connisteX5" fmla="*/ 0 w 3454400"/>
              <a:gd name="connsiteY5" fmla="*/ 1828800 h 2032000"/>
              <a:gd name="connisteX6" fmla="*/ 0 w 34544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0"/>
                </a:moveTo>
                <a:lnTo>
                  <a:pt x="3454400" y="0"/>
                </a:lnTo>
                <a:lnTo>
                  <a:pt x="3454400" y="1828800"/>
                </a:lnTo>
                <a:cubicBezTo>
                  <a:pt x="3454400" y="1941024"/>
                  <a:pt x="3363424" y="2032000"/>
                  <a:pt x="3251200" y="2032000"/>
                </a:cubicBezTo>
                <a:lnTo>
                  <a:pt x="203200" y="2032000"/>
                </a:lnTo>
                <a:cubicBezTo>
                  <a:pt x="90976" y="2032000"/>
                  <a:pt x="0" y="1941024"/>
                  <a:pt x="0" y="18288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1727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2184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正文页-35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文本占位符 11"/>
          <p:cNvSpPr>
            <a:spLocks noGrp="1"/>
          </p:cNvSpPr>
          <p:nvPr>
            <p:ph type="body" idx="16388" hasCustomPrompt="1"/>
            <p:custDataLst>
              <p:tags r:id="rId5"/>
            </p:custDataLst>
          </p:nvPr>
        </p:nvSpPr>
        <p:spPr>
          <a:xfrm>
            <a:off x="6223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a:t>01</a:t>
            </a:r>
          </a:p>
        </p:txBody>
      </p:sp>
      <p:sp>
        <p:nvSpPr>
          <p:cNvPr id="13" name="文本占位符 12"/>
          <p:cNvSpPr>
            <a:spLocks noGrp="1"/>
          </p:cNvSpPr>
          <p:nvPr>
            <p:ph type="body" idx="16386" hasCustomPrompt="1"/>
            <p:custDataLst>
              <p:tags r:id="rId6"/>
            </p:custDataLst>
          </p:nvPr>
        </p:nvSpPr>
        <p:spPr>
          <a:xfrm>
            <a:off x="6096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91" hasCustomPrompt="1"/>
            <p:custDataLst>
              <p:tags r:id="rId8"/>
            </p:custDataLst>
          </p:nvPr>
        </p:nvSpPr>
        <p:spPr>
          <a:xfrm>
            <a:off x="44831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a:t>02</a:t>
            </a:r>
          </a:p>
        </p:txBody>
      </p:sp>
      <p:sp>
        <p:nvSpPr>
          <p:cNvPr id="16" name="文本占位符 15"/>
          <p:cNvSpPr>
            <a:spLocks noGrp="1"/>
          </p:cNvSpPr>
          <p:nvPr>
            <p:ph type="body" idx="16389" hasCustomPrompt="1"/>
            <p:custDataLst>
              <p:tags r:id="rId9"/>
            </p:custDataLst>
          </p:nvPr>
        </p:nvSpPr>
        <p:spPr>
          <a:xfrm>
            <a:off x="44704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90" hasCustomPrompt="1"/>
            <p:custDataLst>
              <p:tags r:id="rId10"/>
            </p:custDataLst>
          </p:nvPr>
        </p:nvSpPr>
        <p:spPr>
          <a:xfrm>
            <a:off x="44704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文本占位符 17"/>
          <p:cNvSpPr>
            <a:spLocks noGrp="1"/>
          </p:cNvSpPr>
          <p:nvPr>
            <p:ph type="body" idx="16394" hasCustomPrompt="1"/>
            <p:custDataLst>
              <p:tags r:id="rId11"/>
            </p:custDataLst>
          </p:nvPr>
        </p:nvSpPr>
        <p:spPr>
          <a:xfrm>
            <a:off x="83439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a:t>03</a:t>
            </a:r>
          </a:p>
        </p:txBody>
      </p:sp>
      <p:sp>
        <p:nvSpPr>
          <p:cNvPr id="19" name="文本占位符 18"/>
          <p:cNvSpPr>
            <a:spLocks noGrp="1"/>
          </p:cNvSpPr>
          <p:nvPr>
            <p:ph type="body" idx="16392" hasCustomPrompt="1"/>
            <p:custDataLst>
              <p:tags r:id="rId12"/>
            </p:custDataLst>
          </p:nvPr>
        </p:nvSpPr>
        <p:spPr>
          <a:xfrm>
            <a:off x="83312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3" hasCustomPrompt="1"/>
            <p:custDataLst>
              <p:tags r:id="rId13"/>
            </p:custDataLst>
          </p:nvPr>
        </p:nvSpPr>
        <p:spPr>
          <a:xfrm>
            <a:off x="83312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正文页-30_8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4038600" cy="5638800"/>
          </a:xfrm>
          <a:custGeom>
            <a:avLst/>
            <a:gdLst>
              <a:gd name="connisteX0" fmla="*/ 0 w 4038600"/>
              <a:gd name="connsiteY0" fmla="*/ 0 h 5638800"/>
              <a:gd name="connisteX1" fmla="*/ 4038600 w 4038600"/>
              <a:gd name="connsiteY1" fmla="*/ 0 h 5638800"/>
              <a:gd name="connisteX2" fmla="*/ 4038600 w 4038600"/>
              <a:gd name="connsiteY2" fmla="*/ 5638800 h 5638800"/>
              <a:gd name="connisteX3" fmla="*/ 0 w 4038600"/>
              <a:gd name="connsiteY3" fmla="*/ 5638800 h 5638800"/>
              <a:gd name="connisteX4" fmla="*/ 0 w 40386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4038600" h="5638800">
                <a:moveTo>
                  <a:pt x="0" y="0"/>
                </a:moveTo>
                <a:lnTo>
                  <a:pt x="4038600" y="0"/>
                </a:lnTo>
                <a:lnTo>
                  <a:pt x="4038600" y="5638800"/>
                </a:lnTo>
                <a:lnTo>
                  <a:pt x="0" y="56388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52578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54102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54102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52578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54102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54102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5257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54102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54102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正文页-63_2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7846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641600"/>
          </a:xfrm>
          <a:custGeom>
            <a:avLst/>
            <a:gdLst>
              <a:gd name="connisteX0" fmla="*/ 0 w 10972800"/>
              <a:gd name="connsiteY0" fmla="*/ 203200 h 2641600"/>
              <a:gd name="connisteX1" fmla="*/ 203200 w 10972800"/>
              <a:gd name="connsiteY1" fmla="*/ 0 h 2641600"/>
              <a:gd name="connisteX2" fmla="*/ 10769600 w 10972800"/>
              <a:gd name="connsiteY2" fmla="*/ 0 h 2641600"/>
              <a:gd name="connisteX3" fmla="*/ 10972800 w 10972800"/>
              <a:gd name="connsiteY3" fmla="*/ 203200 h 2641600"/>
              <a:gd name="connisteX4" fmla="*/ 10972800 w 10972800"/>
              <a:gd name="connsiteY4" fmla="*/ 2438400 h 2641600"/>
              <a:gd name="connisteX5" fmla="*/ 10769600 w 10972800"/>
              <a:gd name="connsiteY5" fmla="*/ 2641600 h 2641600"/>
              <a:gd name="connisteX6" fmla="*/ 203200 w 10972800"/>
              <a:gd name="connsiteY6" fmla="*/ 2641600 h 2641600"/>
              <a:gd name="connisteX7" fmla="*/ 0 w 10972800"/>
              <a:gd name="connsiteY7" fmla="*/ 2438400 h 2641600"/>
              <a:gd name="connisteX8" fmla="*/ 0 w 109728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641600">
                <a:moveTo>
                  <a:pt x="0" y="203200"/>
                </a:moveTo>
                <a:cubicBezTo>
                  <a:pt x="0" y="90976"/>
                  <a:pt x="90976" y="0"/>
                  <a:pt x="203200" y="0"/>
                </a:cubicBezTo>
                <a:lnTo>
                  <a:pt x="10769600" y="0"/>
                </a:lnTo>
                <a:cubicBezTo>
                  <a:pt x="10881824" y="0"/>
                  <a:pt x="10972800" y="90976"/>
                  <a:pt x="10972800" y="203200"/>
                </a:cubicBezTo>
                <a:lnTo>
                  <a:pt x="10972800" y="2438400"/>
                </a:lnTo>
                <a:cubicBezTo>
                  <a:pt x="10972800" y="2550624"/>
                  <a:pt x="10881824" y="2641600"/>
                  <a:pt x="107696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46482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4" name="文本占位符 13"/>
          <p:cNvSpPr>
            <a:spLocks noGrp="1"/>
          </p:cNvSpPr>
          <p:nvPr>
            <p:ph type="body" idx="16387" hasCustomPrompt="1"/>
            <p:custDataLst>
              <p:tags r:id="rId7"/>
            </p:custDataLst>
          </p:nvPr>
        </p:nvSpPr>
        <p:spPr>
          <a:xfrm>
            <a:off x="4648200" y="4419600"/>
            <a:ext cx="1905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71628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89" hasCustomPrompt="1"/>
            <p:custDataLst>
              <p:tags r:id="rId9"/>
            </p:custDataLst>
          </p:nvPr>
        </p:nvSpPr>
        <p:spPr>
          <a:xfrm>
            <a:off x="7162800" y="4419600"/>
            <a:ext cx="1905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96774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8" name="文本占位符 17"/>
          <p:cNvSpPr>
            <a:spLocks noGrp="1"/>
          </p:cNvSpPr>
          <p:nvPr>
            <p:ph type="body" idx="16391" hasCustomPrompt="1"/>
            <p:custDataLst>
              <p:tags r:id="rId11"/>
            </p:custDataLst>
          </p:nvPr>
        </p:nvSpPr>
        <p:spPr>
          <a:xfrm>
            <a:off x="9677400" y="4419600"/>
            <a:ext cx="1905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正文页-2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正文页-10004_1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0" hasCustomPrompt="1"/>
            <p:custDataLst>
              <p:tags r:id="rId5"/>
            </p:custDataLst>
          </p:nvPr>
        </p:nvSpPr>
        <p:spPr>
          <a:xfrm>
            <a:off x="609600" y="1727200"/>
            <a:ext cx="5334000" cy="4318000"/>
          </a:xfrm>
          <a:custGeom>
            <a:avLst/>
            <a:gdLst>
              <a:gd name="connisteX0" fmla="*/ 0 w 5334000"/>
              <a:gd name="connsiteY0" fmla="*/ 203200 h 4318000"/>
              <a:gd name="connisteX1" fmla="*/ 203200 w 5334000"/>
              <a:gd name="connsiteY1" fmla="*/ 0 h 4318000"/>
              <a:gd name="connisteX2" fmla="*/ 5130800 w 5334000"/>
              <a:gd name="connsiteY2" fmla="*/ 0 h 4318000"/>
              <a:gd name="connisteX3" fmla="*/ 5334000 w 5334000"/>
              <a:gd name="connsiteY3" fmla="*/ 203200 h 4318000"/>
              <a:gd name="connisteX4" fmla="*/ 5334000 w 5334000"/>
              <a:gd name="connsiteY4" fmla="*/ 4114800 h 4318000"/>
              <a:gd name="connisteX5" fmla="*/ 5130800 w 5334000"/>
              <a:gd name="connsiteY5" fmla="*/ 4318000 h 4318000"/>
              <a:gd name="connisteX6" fmla="*/ 203200 w 5334000"/>
              <a:gd name="connsiteY6" fmla="*/ 4318000 h 4318000"/>
              <a:gd name="connisteX7" fmla="*/ 0 w 5334000"/>
              <a:gd name="connsiteY7" fmla="*/ 4114800 h 4318000"/>
              <a:gd name="connisteX8" fmla="*/ 0 w 53340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318000">
                <a:moveTo>
                  <a:pt x="0" y="203200"/>
                </a:moveTo>
                <a:cubicBezTo>
                  <a:pt x="0" y="90976"/>
                  <a:pt x="90976" y="0"/>
                  <a:pt x="203200" y="0"/>
                </a:cubicBezTo>
                <a:lnTo>
                  <a:pt x="5130800" y="0"/>
                </a:lnTo>
                <a:cubicBezTo>
                  <a:pt x="5243024" y="0"/>
                  <a:pt x="5334000" y="90976"/>
                  <a:pt x="5334000" y="203200"/>
                </a:cubicBezTo>
                <a:lnTo>
                  <a:pt x="5334000" y="4114800"/>
                </a:lnTo>
                <a:cubicBezTo>
                  <a:pt x="5334000" y="4227024"/>
                  <a:pt x="5243024" y="4318000"/>
                  <a:pt x="51308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914400" y="2387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914400" y="2946400"/>
            <a:ext cx="47244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装饰  4"/>
          <p:cNvSpPr>
            <a:spLocks noGrp="1"/>
          </p:cNvSpPr>
          <p:nvPr>
            <p:ph type="body" idx="16391" hasCustomPrompt="1"/>
            <p:custDataLst>
              <p:tags r:id="rId8"/>
            </p:custDataLst>
          </p:nvPr>
        </p:nvSpPr>
        <p:spPr>
          <a:xfrm>
            <a:off x="6248400" y="1727200"/>
            <a:ext cx="5334000" cy="4318000"/>
          </a:xfrm>
          <a:custGeom>
            <a:avLst/>
            <a:gdLst>
              <a:gd name="connisteX0" fmla="*/ 0 w 5334000"/>
              <a:gd name="connsiteY0" fmla="*/ 203200 h 4318000"/>
              <a:gd name="connisteX1" fmla="*/ 203200 w 5334000"/>
              <a:gd name="connsiteY1" fmla="*/ 0 h 4318000"/>
              <a:gd name="connisteX2" fmla="*/ 5130800 w 5334000"/>
              <a:gd name="connsiteY2" fmla="*/ 0 h 4318000"/>
              <a:gd name="connisteX3" fmla="*/ 5334000 w 5334000"/>
              <a:gd name="connsiteY3" fmla="*/ 203200 h 4318000"/>
              <a:gd name="connisteX4" fmla="*/ 5334000 w 5334000"/>
              <a:gd name="connsiteY4" fmla="*/ 4114800 h 4318000"/>
              <a:gd name="connisteX5" fmla="*/ 5130800 w 5334000"/>
              <a:gd name="connsiteY5" fmla="*/ 4318000 h 4318000"/>
              <a:gd name="connisteX6" fmla="*/ 203200 w 5334000"/>
              <a:gd name="connsiteY6" fmla="*/ 4318000 h 4318000"/>
              <a:gd name="connisteX7" fmla="*/ 0 w 5334000"/>
              <a:gd name="connsiteY7" fmla="*/ 4114800 h 4318000"/>
              <a:gd name="connisteX8" fmla="*/ 0 w 53340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318000">
                <a:moveTo>
                  <a:pt x="0" y="203200"/>
                </a:moveTo>
                <a:cubicBezTo>
                  <a:pt x="0" y="90976"/>
                  <a:pt x="90976" y="0"/>
                  <a:pt x="203200" y="0"/>
                </a:cubicBezTo>
                <a:lnTo>
                  <a:pt x="5130800" y="0"/>
                </a:lnTo>
                <a:cubicBezTo>
                  <a:pt x="5243024" y="0"/>
                  <a:pt x="5334000" y="90976"/>
                  <a:pt x="5334000" y="203200"/>
                </a:cubicBezTo>
                <a:lnTo>
                  <a:pt x="5334000" y="4114800"/>
                </a:lnTo>
                <a:cubicBezTo>
                  <a:pt x="5334000" y="4227024"/>
                  <a:pt x="5243024" y="4318000"/>
                  <a:pt x="51308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6553200" y="2387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6553200" y="2946400"/>
            <a:ext cx="47244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结束页_1_3">
    <p:bg>
      <p:bgRef idx="1001">
        <a:schemeClr val="bg1"/>
      </p:bgRef>
    </p:bg>
    <p:spTree>
      <p:nvGrpSpPr>
        <p:cNvPr id="1" name=""/>
        <p:cNvGrpSpPr/>
        <p:nvPr/>
      </p:nvGrpSpPr>
      <p:grpSpPr>
        <a:xfrm>
          <a:off x="0" y="0"/>
          <a:ext cx="0" cy="0"/>
          <a:chOff x="0" y="0"/>
          <a:chExt cx="0" cy="0"/>
        </a:xfrm>
      </p:grpSpPr>
      <p:pic>
        <p:nvPicPr>
          <p:cNvPr id="29" name="图片 28"/>
          <p:cNvPicPr>
            <a:picLocks noChangeAspect="1"/>
          </p:cNvPicPr>
          <p:nvPr userDrawn="1">
            <p:custDataLst>
              <p:tags r:id="rId1"/>
            </p:custDataLst>
          </p:nvPr>
        </p:nvPicPr>
        <p:blipFill rotWithShape="1">
          <a:blip r:embed="rId11">
            <a:alphaModFix amt="19000"/>
            <a:extLst>
              <a:ext uri="{28A0092B-C50C-407E-A947-70E740481C1C}">
                <a14:useLocalDpi xmlns:a14="http://schemas.microsoft.com/office/drawing/2010/main" val="0"/>
              </a:ext>
            </a:extLst>
          </a:blip>
          <a:srcRect l="127" r="10675"/>
          <a:stretch>
            <a:fillRect/>
          </a:stretch>
        </p:blipFill>
        <p:spPr>
          <a:xfrm>
            <a:off x="-1" y="-6531"/>
            <a:ext cx="12234573" cy="6860902"/>
          </a:xfrm>
          <a:prstGeom prst="rect">
            <a:avLst/>
          </a:prstGeom>
        </p:spPr>
      </p:pic>
      <p:sp>
        <p:nvSpPr>
          <p:cNvPr id="7" name="Rectangle: Rounded Corners 13"/>
          <p:cNvSpPr/>
          <p:nvPr userDrawn="1">
            <p:custDataLst>
              <p:tags r:id="rId2"/>
            </p:custDataLst>
          </p:nvPr>
        </p:nvSpPr>
        <p:spPr>
          <a:xfrm rot="18900000" flipH="1">
            <a:off x="4745692" y="236841"/>
            <a:ext cx="775976" cy="775976"/>
          </a:xfrm>
          <a:prstGeom prst="roundRect">
            <a:avLst/>
          </a:prstGeom>
          <a:solidFill>
            <a:schemeClr val="accent1">
              <a:lumMod val="60000"/>
              <a:lumOff val="4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dirty="0">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9" name="Rectangle: Rounded Corners 14"/>
          <p:cNvSpPr/>
          <p:nvPr userDrawn="1">
            <p:custDataLst>
              <p:tags r:id="rId3"/>
            </p:custDataLst>
          </p:nvPr>
        </p:nvSpPr>
        <p:spPr>
          <a:xfrm rot="18900000" flipH="1">
            <a:off x="162303" y="5730814"/>
            <a:ext cx="775976" cy="775976"/>
          </a:xfrm>
          <a:prstGeom prst="roundRect">
            <a:avLst/>
          </a:prstGeom>
          <a:solidFill>
            <a:schemeClr val="accent1">
              <a:lumMod val="60000"/>
              <a:lumOff val="4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dirty="0">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6" name="Rectangle: Rounded Corners 8"/>
          <p:cNvSpPr/>
          <p:nvPr userDrawn="1">
            <p:custDataLst>
              <p:tags r:id="rId4"/>
            </p:custDataLst>
          </p:nvPr>
        </p:nvSpPr>
        <p:spPr>
          <a:xfrm rot="18900000" flipH="1">
            <a:off x="7313930" y="1306195"/>
            <a:ext cx="4246245" cy="4246245"/>
          </a:xfrm>
          <a:prstGeom prst="roundRect">
            <a:avLst/>
          </a:prstGeom>
          <a:solidFill>
            <a:schemeClr val="accent1">
              <a:alpha val="1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8" name="Freeform: Shape 5"/>
          <p:cNvSpPr/>
          <p:nvPr userDrawn="1">
            <p:custDataLst>
              <p:tags r:id="rId5"/>
            </p:custDataLst>
          </p:nvPr>
        </p:nvSpPr>
        <p:spPr>
          <a:xfrm flipH="1">
            <a:off x="7237095" y="-3175"/>
            <a:ext cx="3865245" cy="6858000"/>
          </a:xfrm>
          <a:custGeom>
            <a:avLst/>
            <a:gdLst>
              <a:gd name="connsiteX0" fmla="*/ 0 w 3865425"/>
              <a:gd name="connsiteY0" fmla="*/ 0 h 6858000"/>
              <a:gd name="connsiteX1" fmla="*/ 838198 w 3865425"/>
              <a:gd name="connsiteY1" fmla="*/ 0 h 6858000"/>
              <a:gd name="connsiteX2" fmla="*/ 3581329 w 3865425"/>
              <a:gd name="connsiteY2" fmla="*/ 2743130 h 6858000"/>
              <a:gd name="connsiteX3" fmla="*/ 3581329 w 3865425"/>
              <a:gd name="connsiteY3" fmla="*/ 4114871 h 6858000"/>
              <a:gd name="connsiteX4" fmla="*/ 838199 w 3865425"/>
              <a:gd name="connsiteY4" fmla="*/ 6858000 h 6858000"/>
              <a:gd name="connsiteX5" fmla="*/ 0 w 3865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5425" h="6858000">
                <a:moveTo>
                  <a:pt x="0" y="0"/>
                </a:moveTo>
                <a:lnTo>
                  <a:pt x="838198" y="0"/>
                </a:lnTo>
                <a:lnTo>
                  <a:pt x="3581329" y="2743130"/>
                </a:lnTo>
                <a:cubicBezTo>
                  <a:pt x="3960124" y="3121926"/>
                  <a:pt x="3960124" y="3736075"/>
                  <a:pt x="3581329" y="4114871"/>
                </a:cubicBezTo>
                <a:lnTo>
                  <a:pt x="838199" y="6858000"/>
                </a:lnTo>
                <a:lnTo>
                  <a:pt x="0" y="6858000"/>
                </a:lnTo>
                <a:close/>
              </a:path>
            </a:pathLst>
          </a:custGeom>
          <a:noFill/>
          <a:ln w="12700" cap="flat" cmpd="sng" algn="ctr">
            <a:solidFill>
              <a:schemeClr val="accent1">
                <a:lumMod val="60000"/>
                <a:lumOff val="40000"/>
                <a:alpha val="65000"/>
              </a:schemeClr>
            </a:solidFill>
            <a:prstDash val="solid"/>
            <a:miter lim="800000"/>
          </a:ln>
          <a:effectLst/>
        </p:spPr>
        <p:txBody>
          <a:bodyPr rtlCol="0" anchor="ctr">
            <a:noAutofit/>
          </a:bodyPr>
          <a:lstStyle/>
          <a:p>
            <a:pPr lvl="0" algn="ctr">
              <a:spcBef>
                <a:spcPts val="0"/>
              </a:spcBef>
              <a:spcAft>
                <a:spcPts val="0"/>
              </a:spcAft>
              <a:buClrTx/>
              <a:buSzTx/>
              <a:buFontTx/>
            </a:pPr>
            <a:endParaRPr lang="en-US" kern="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0" name="Freeform: Shape 7"/>
          <p:cNvSpPr/>
          <p:nvPr userDrawn="1">
            <p:custDataLst>
              <p:tags r:id="rId6"/>
            </p:custDataLst>
          </p:nvPr>
        </p:nvSpPr>
        <p:spPr>
          <a:xfrm flipH="1">
            <a:off x="7621270" y="0"/>
            <a:ext cx="4613275" cy="6858000"/>
          </a:xfrm>
          <a:custGeom>
            <a:avLst/>
            <a:gdLst>
              <a:gd name="connsiteX0" fmla="*/ 0 w 5084625"/>
              <a:gd name="connsiteY0" fmla="*/ 0 h 6858000"/>
              <a:gd name="connsiteX1" fmla="*/ 1219200 w 5084625"/>
              <a:gd name="connsiteY1" fmla="*/ 0 h 6858000"/>
              <a:gd name="connsiteX2" fmla="*/ 1714500 w 5084625"/>
              <a:gd name="connsiteY2" fmla="*/ 0 h 6858000"/>
              <a:gd name="connsiteX3" fmla="*/ 2057398 w 5084625"/>
              <a:gd name="connsiteY3" fmla="*/ 0 h 6858000"/>
              <a:gd name="connsiteX4" fmla="*/ 4800529 w 5084625"/>
              <a:gd name="connsiteY4" fmla="*/ 2743130 h 6858000"/>
              <a:gd name="connsiteX5" fmla="*/ 4800529 w 5084625"/>
              <a:gd name="connsiteY5" fmla="*/ 4114871 h 6858000"/>
              <a:gd name="connsiteX6" fmla="*/ 2057399 w 5084625"/>
              <a:gd name="connsiteY6" fmla="*/ 6858000 h 6858000"/>
              <a:gd name="connsiteX7" fmla="*/ 1714500 w 5084625"/>
              <a:gd name="connsiteY7" fmla="*/ 6858000 h 6858000"/>
              <a:gd name="connsiteX8" fmla="*/ 1219200 w 5084625"/>
              <a:gd name="connsiteY8" fmla="*/ 6858000 h 6858000"/>
              <a:gd name="connsiteX9" fmla="*/ 0 w 508462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5" h="10800">
                <a:moveTo>
                  <a:pt x="0" y="0"/>
                </a:moveTo>
                <a:lnTo>
                  <a:pt x="1426" y="0"/>
                </a:lnTo>
                <a:lnTo>
                  <a:pt x="2174" y="0"/>
                </a:lnTo>
                <a:lnTo>
                  <a:pt x="2692" y="0"/>
                </a:lnTo>
                <a:lnTo>
                  <a:pt x="6836" y="4320"/>
                </a:lnTo>
                <a:cubicBezTo>
                  <a:pt x="7408" y="4916"/>
                  <a:pt x="7408" y="5884"/>
                  <a:pt x="6836" y="6480"/>
                </a:cubicBezTo>
                <a:lnTo>
                  <a:pt x="2692" y="10800"/>
                </a:lnTo>
                <a:lnTo>
                  <a:pt x="2174" y="10800"/>
                </a:lnTo>
                <a:lnTo>
                  <a:pt x="1426" y="10800"/>
                </a:lnTo>
                <a:lnTo>
                  <a:pt x="0" y="10800"/>
                </a:lnTo>
                <a:lnTo>
                  <a:pt x="0" y="0"/>
                </a:lnTo>
                <a:close/>
              </a:path>
            </a:pathLst>
          </a:custGeom>
          <a:gradFill>
            <a:gsLst>
              <a:gs pos="0">
                <a:schemeClr val="accent1">
                  <a:lumMod val="60000"/>
                  <a:lumOff val="40000"/>
                  <a:alpha val="100000"/>
                </a:schemeClr>
              </a:gs>
              <a:gs pos="98000">
                <a:schemeClr val="accent1"/>
              </a:gs>
            </a:gsLst>
            <a:lin ang="5400000" scaled="1"/>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pPr>
            <a:r>
              <a:rPr kumimoji="0" lang="en-US" sz="1800" b="0" i="0" u="none" strike="noStrike" kern="0" cap="none" spc="0" normalizeH="0" baseline="0" noProof="0" dirty="0">
                <a:ln>
                  <a:noFill/>
                </a:ln>
                <a:solidFill>
                  <a:prstClr val="white"/>
                </a:solidFill>
                <a:effectLst/>
                <a:uLnTx/>
                <a:uFillTx/>
                <a:latin typeface="思源黑体 Regular" panose="020B0500000000000000" charset="-122"/>
                <a:ea typeface="思源黑体 Regular" panose="020B0500000000000000" charset="-122"/>
                <a:cs typeface="思源黑体 Regular" panose="020B0500000000000000" charset="-122"/>
                <a:sym typeface="汉仪旗黑-55简" panose="00020600040101010101" pitchFamily="18" charset="-122"/>
              </a:rPr>
              <a:t>1</a:t>
            </a:r>
          </a:p>
        </p:txBody>
      </p:sp>
      <p:sp>
        <p:nvSpPr>
          <p:cNvPr id="11" name="Shape 2"/>
          <p:cNvSpPr/>
          <p:nvPr userDrawn="1">
            <p:custDataLst>
              <p:tags r:id="rId7"/>
            </p:custDataLst>
          </p:nvPr>
        </p:nvSpPr>
        <p:spPr>
          <a:xfrm flipH="1">
            <a:off x="8369300" y="0"/>
            <a:ext cx="3865245" cy="6858000"/>
          </a:xfrm>
          <a:custGeom>
            <a:avLst/>
            <a:gdLst>
              <a:gd name="connsiteX0" fmla="*/ 0 w 3865425"/>
              <a:gd name="connsiteY0" fmla="*/ 0 h 6858000"/>
              <a:gd name="connsiteX1" fmla="*/ 838198 w 3865425"/>
              <a:gd name="connsiteY1" fmla="*/ 0 h 6858000"/>
              <a:gd name="connsiteX2" fmla="*/ 3581329 w 3865425"/>
              <a:gd name="connsiteY2" fmla="*/ 2743130 h 6858000"/>
              <a:gd name="connsiteX3" fmla="*/ 3581329 w 3865425"/>
              <a:gd name="connsiteY3" fmla="*/ 4114871 h 6858000"/>
              <a:gd name="connsiteX4" fmla="*/ 838199 w 3865425"/>
              <a:gd name="connsiteY4" fmla="*/ 6858000 h 6858000"/>
              <a:gd name="connsiteX5" fmla="*/ 0 w 3865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5425" h="6858000">
                <a:moveTo>
                  <a:pt x="0" y="0"/>
                </a:moveTo>
                <a:lnTo>
                  <a:pt x="838198" y="0"/>
                </a:lnTo>
                <a:lnTo>
                  <a:pt x="3581329" y="2743130"/>
                </a:lnTo>
                <a:cubicBezTo>
                  <a:pt x="3960124" y="3121926"/>
                  <a:pt x="3960124" y="3736075"/>
                  <a:pt x="3581329" y="4114871"/>
                </a:cubicBezTo>
                <a:lnTo>
                  <a:pt x="838199" y="6858000"/>
                </a:lnTo>
                <a:lnTo>
                  <a:pt x="0" y="6858000"/>
                </a:lnTo>
                <a:close/>
              </a:path>
            </a:pathLst>
          </a:custGeom>
          <a:gradFill>
            <a:gsLst>
              <a:gs pos="2000">
                <a:schemeClr val="accent1">
                  <a:alpha val="100000"/>
                </a:schemeClr>
              </a:gs>
              <a:gs pos="100000">
                <a:schemeClr val="accent1">
                  <a:lumMod val="75000"/>
                </a:schemeClr>
              </a:gs>
            </a:gsLst>
            <a:lin ang="108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3" name="Subtitle 12"/>
          <p:cNvSpPr>
            <a:spLocks noGrp="1"/>
          </p:cNvSpPr>
          <p:nvPr>
            <p:ph type="body" idx="16386" hasCustomPrompt="1"/>
            <p:custDataLst>
              <p:tags r:id="rId8"/>
            </p:custDataLst>
          </p:nvPr>
        </p:nvSpPr>
        <p:spPr>
          <a:xfrm>
            <a:off x="1016000" y="2667000"/>
            <a:ext cx="54493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p>
        </p:txBody>
      </p:sp>
      <p:sp>
        <p:nvSpPr>
          <p:cNvPr id="17" name="标题 16"/>
          <p:cNvSpPr>
            <a:spLocks noGrp="1"/>
          </p:cNvSpPr>
          <p:nvPr>
            <p:ph type="ctrTitle" idx="16385" hasCustomPrompt="1"/>
            <p:custDataLst>
              <p:tags r:id="rId9"/>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b="1" spc="0" baseline="0">
                <a:solidFill>
                  <a:schemeClr val="tx1">
                    <a:lumMod val="75000"/>
                    <a:lumOff val="25000"/>
                  </a:schemeClr>
                </a:solidFill>
              </a:defRPr>
            </a:lvl1pPr>
          </a:lstStyle>
          <a:p>
            <a:r>
              <a:rPr lang="zh-CN" altLang="en-US" dirty="0"/>
              <a:t>谢谢观看</a:t>
            </a:r>
          </a:p>
        </p:txBody>
      </p:sp>
    </p:spTree>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正文页-54_1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3" hasCustomPrompt="1"/>
            <p:custDataLst>
              <p:tags r:id="rId5"/>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4" hasCustomPrompt="1"/>
            <p:custDataLst>
              <p:tags r:id="rId6"/>
            </p:custDataLst>
          </p:nvPr>
        </p:nvSpPr>
        <p:spPr>
          <a:xfrm>
            <a:off x="15748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图片占位符 13"/>
          <p:cNvSpPr>
            <a:spLocks noGrp="1"/>
          </p:cNvSpPr>
          <p:nvPr>
            <p:ph type="pic" idx="16392" hasCustomPrompt="1"/>
            <p:custDataLst>
              <p:tags r:id="rId7"/>
            </p:custDataLst>
          </p:nvPr>
        </p:nvSpPr>
        <p:spPr>
          <a:xfrm>
            <a:off x="19304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5" name="文本占位符 14"/>
          <p:cNvSpPr>
            <a:spLocks noGrp="1"/>
          </p:cNvSpPr>
          <p:nvPr>
            <p:ph type="body" idx="16386" hasCustomPrompt="1"/>
            <p:custDataLst>
              <p:tags r:id="rId8"/>
            </p:custDataLst>
          </p:nvPr>
        </p:nvSpPr>
        <p:spPr>
          <a:xfrm>
            <a:off x="10160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6" name="文本占位符 15"/>
          <p:cNvSpPr>
            <a:spLocks noGrp="1"/>
          </p:cNvSpPr>
          <p:nvPr>
            <p:ph type="body" idx="16387" hasCustomPrompt="1"/>
            <p:custDataLst>
              <p:tags r:id="rId9"/>
            </p:custDataLst>
          </p:nvPr>
        </p:nvSpPr>
        <p:spPr>
          <a:xfrm>
            <a:off x="10160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装饰  6"/>
          <p:cNvSpPr>
            <a:spLocks noGrp="1"/>
          </p:cNvSpPr>
          <p:nvPr>
            <p:ph type="body" idx="16396" hasCustomPrompt="1"/>
            <p:custDataLst>
              <p:tags r:id="rId10"/>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装饰  7"/>
          <p:cNvSpPr>
            <a:spLocks noGrp="1"/>
          </p:cNvSpPr>
          <p:nvPr>
            <p:ph type="body" idx="16397" hasCustomPrompt="1"/>
            <p:custDataLst>
              <p:tags r:id="rId11"/>
            </p:custDataLst>
          </p:nvPr>
        </p:nvSpPr>
        <p:spPr>
          <a:xfrm>
            <a:off x="53340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图片占位符 18"/>
          <p:cNvSpPr>
            <a:spLocks noGrp="1"/>
          </p:cNvSpPr>
          <p:nvPr>
            <p:ph type="pic" idx="16395" hasCustomPrompt="1"/>
            <p:custDataLst>
              <p:tags r:id="rId12"/>
            </p:custDataLst>
          </p:nvPr>
        </p:nvSpPr>
        <p:spPr>
          <a:xfrm>
            <a:off x="56896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0" name="文本占位符 19"/>
          <p:cNvSpPr>
            <a:spLocks noGrp="1"/>
          </p:cNvSpPr>
          <p:nvPr>
            <p:ph type="body" idx="16388" hasCustomPrompt="1"/>
            <p:custDataLst>
              <p:tags r:id="rId13"/>
            </p:custDataLst>
          </p:nvPr>
        </p:nvSpPr>
        <p:spPr>
          <a:xfrm>
            <a:off x="47752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1" name="文本占位符 20"/>
          <p:cNvSpPr>
            <a:spLocks noGrp="1"/>
          </p:cNvSpPr>
          <p:nvPr>
            <p:ph type="body" idx="16389" hasCustomPrompt="1"/>
            <p:custDataLst>
              <p:tags r:id="rId14"/>
            </p:custDataLst>
          </p:nvPr>
        </p:nvSpPr>
        <p:spPr>
          <a:xfrm>
            <a:off x="47752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2" name="装饰  1"/>
          <p:cNvSpPr>
            <a:spLocks noGrp="1"/>
          </p:cNvSpPr>
          <p:nvPr>
            <p:ph type="body" idx="16399" hasCustomPrompt="1"/>
            <p:custDataLst>
              <p:tags r:id="rId15"/>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装饰  2"/>
          <p:cNvSpPr>
            <a:spLocks noGrp="1"/>
          </p:cNvSpPr>
          <p:nvPr>
            <p:ph type="body" idx="16400" hasCustomPrompt="1"/>
            <p:custDataLst>
              <p:tags r:id="rId16"/>
            </p:custDataLst>
          </p:nvPr>
        </p:nvSpPr>
        <p:spPr>
          <a:xfrm>
            <a:off x="90932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图片占位符 23"/>
          <p:cNvSpPr>
            <a:spLocks noGrp="1"/>
          </p:cNvSpPr>
          <p:nvPr>
            <p:ph type="pic" idx="16398" hasCustomPrompt="1"/>
            <p:custDataLst>
              <p:tags r:id="rId17"/>
            </p:custDataLst>
          </p:nvPr>
        </p:nvSpPr>
        <p:spPr>
          <a:xfrm>
            <a:off x="94488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90" hasCustomPrompt="1"/>
            <p:custDataLst>
              <p:tags r:id="rId18"/>
            </p:custDataLst>
          </p:nvPr>
        </p:nvSpPr>
        <p:spPr>
          <a:xfrm>
            <a:off x="85344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6" name="文本占位符 25"/>
          <p:cNvSpPr>
            <a:spLocks noGrp="1"/>
          </p:cNvSpPr>
          <p:nvPr>
            <p:ph type="body" idx="16391" hasCustomPrompt="1"/>
            <p:custDataLst>
              <p:tags r:id="rId19"/>
            </p:custDataLst>
          </p:nvPr>
        </p:nvSpPr>
        <p:spPr>
          <a:xfrm>
            <a:off x="85344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颜色错位-并列-32_13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3" hasCustomPrompt="1"/>
            <p:custDataLst>
              <p:tags r:id="rId5"/>
            </p:custDataLst>
          </p:nvPr>
        </p:nvSpPr>
        <p:spPr>
          <a:xfrm>
            <a:off x="609600" y="15240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4" hasCustomPrompt="1"/>
            <p:custDataLst>
              <p:tags r:id="rId6"/>
            </p:custDataLst>
          </p:nvPr>
        </p:nvSpPr>
        <p:spPr>
          <a:xfrm>
            <a:off x="914400" y="1879600"/>
            <a:ext cx="762000" cy="762000"/>
          </a:xfrm>
          <a:custGeom>
            <a:avLst/>
            <a:gdLst>
              <a:gd name="connisteX0" fmla="*/ 0 w 762000"/>
              <a:gd name="connsiteY0" fmla="*/ 381000 h 762000"/>
              <a:gd name="connisteX1" fmla="*/ 381000 w 762000"/>
              <a:gd name="connsiteY1" fmla="*/ 0 h 762000"/>
              <a:gd name="connisteX2" fmla="*/ 381000 w 762000"/>
              <a:gd name="connsiteY2" fmla="*/ 0 h 762000"/>
              <a:gd name="connisteX3" fmla="*/ 762000 w 762000"/>
              <a:gd name="connsiteY3" fmla="*/ 381000 h 762000"/>
              <a:gd name="connisteX4" fmla="*/ 762000 w 762000"/>
              <a:gd name="connsiteY4" fmla="*/ 381000 h 762000"/>
              <a:gd name="connisteX5" fmla="*/ 381000 w 762000"/>
              <a:gd name="connsiteY5" fmla="*/ 762000 h 762000"/>
              <a:gd name="connisteX6" fmla="*/ 381000 w 762000"/>
              <a:gd name="connsiteY6" fmla="*/ 762000 h 762000"/>
              <a:gd name="connisteX7" fmla="*/ 0 w 762000"/>
              <a:gd name="connsiteY7" fmla="*/ 381000 h 762000"/>
              <a:gd name="connisteX8" fmla="*/ 0 w 762000"/>
              <a:gd name="connsiteY8" fmla="*/ 3810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381000"/>
                </a:moveTo>
                <a:cubicBezTo>
                  <a:pt x="0" y="170580"/>
                  <a:pt x="170580" y="0"/>
                  <a:pt x="381000" y="0"/>
                </a:cubicBezTo>
                <a:lnTo>
                  <a:pt x="381000" y="0"/>
                </a:lnTo>
                <a:cubicBezTo>
                  <a:pt x="591420" y="0"/>
                  <a:pt x="762000" y="170580"/>
                  <a:pt x="762000" y="381000"/>
                </a:cubicBezTo>
                <a:lnTo>
                  <a:pt x="762000" y="381000"/>
                </a:lnTo>
                <a:cubicBezTo>
                  <a:pt x="762000" y="591420"/>
                  <a:pt x="591420" y="762000"/>
                  <a:pt x="381000" y="762000"/>
                </a:cubicBezTo>
                <a:lnTo>
                  <a:pt x="381000" y="762000"/>
                </a:lnTo>
                <a:cubicBezTo>
                  <a:pt x="170580" y="762000"/>
                  <a:pt x="0" y="591420"/>
                  <a:pt x="0" y="381000"/>
                </a:cubicBezTo>
                <a:lnTo>
                  <a:pt x="0" y="381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图片占位符 13"/>
          <p:cNvSpPr>
            <a:spLocks noGrp="1"/>
          </p:cNvSpPr>
          <p:nvPr>
            <p:ph type="pic" idx="16392" hasCustomPrompt="1"/>
            <p:custDataLst>
              <p:tags r:id="rId7"/>
            </p:custDataLst>
          </p:nvPr>
        </p:nvSpPr>
        <p:spPr>
          <a:xfrm>
            <a:off x="1092200" y="2057400"/>
            <a:ext cx="406400" cy="406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5" name="文本占位符 14"/>
          <p:cNvSpPr>
            <a:spLocks noGrp="1"/>
          </p:cNvSpPr>
          <p:nvPr>
            <p:ph type="body" idx="16386" hasCustomPrompt="1"/>
            <p:custDataLst>
              <p:tags r:id="rId8"/>
            </p:custDataLst>
          </p:nvPr>
        </p:nvSpPr>
        <p:spPr>
          <a:xfrm>
            <a:off x="1879600" y="1879600"/>
            <a:ext cx="9398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7" hasCustomPrompt="1"/>
            <p:custDataLst>
              <p:tags r:id="rId9"/>
            </p:custDataLst>
          </p:nvPr>
        </p:nvSpPr>
        <p:spPr>
          <a:xfrm>
            <a:off x="1879600" y="2336800"/>
            <a:ext cx="93980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装饰  6"/>
          <p:cNvSpPr>
            <a:spLocks noGrp="1"/>
          </p:cNvSpPr>
          <p:nvPr>
            <p:ph type="body" idx="16396" hasCustomPrompt="1"/>
            <p:custDataLst>
              <p:tags r:id="rId10"/>
            </p:custDataLst>
          </p:nvPr>
        </p:nvSpPr>
        <p:spPr>
          <a:xfrm>
            <a:off x="609600" y="31496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装饰  7"/>
          <p:cNvSpPr>
            <a:spLocks noGrp="1"/>
          </p:cNvSpPr>
          <p:nvPr>
            <p:ph type="body" idx="16397" hasCustomPrompt="1"/>
            <p:custDataLst>
              <p:tags r:id="rId11"/>
            </p:custDataLst>
          </p:nvPr>
        </p:nvSpPr>
        <p:spPr>
          <a:xfrm>
            <a:off x="914400" y="3505200"/>
            <a:ext cx="762000" cy="762000"/>
          </a:xfrm>
          <a:custGeom>
            <a:avLst/>
            <a:gdLst>
              <a:gd name="connisteX0" fmla="*/ 0 w 762000"/>
              <a:gd name="connsiteY0" fmla="*/ 381000 h 762000"/>
              <a:gd name="connisteX1" fmla="*/ 381000 w 762000"/>
              <a:gd name="connsiteY1" fmla="*/ 0 h 762000"/>
              <a:gd name="connisteX2" fmla="*/ 381000 w 762000"/>
              <a:gd name="connsiteY2" fmla="*/ 0 h 762000"/>
              <a:gd name="connisteX3" fmla="*/ 762000 w 762000"/>
              <a:gd name="connsiteY3" fmla="*/ 381000 h 762000"/>
              <a:gd name="connisteX4" fmla="*/ 762000 w 762000"/>
              <a:gd name="connsiteY4" fmla="*/ 381000 h 762000"/>
              <a:gd name="connisteX5" fmla="*/ 381000 w 762000"/>
              <a:gd name="connsiteY5" fmla="*/ 762000 h 762000"/>
              <a:gd name="connisteX6" fmla="*/ 381000 w 762000"/>
              <a:gd name="connsiteY6" fmla="*/ 762000 h 762000"/>
              <a:gd name="connisteX7" fmla="*/ 0 w 762000"/>
              <a:gd name="connsiteY7" fmla="*/ 381000 h 762000"/>
              <a:gd name="connisteX8" fmla="*/ 0 w 762000"/>
              <a:gd name="connsiteY8" fmla="*/ 3810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381000"/>
                </a:moveTo>
                <a:cubicBezTo>
                  <a:pt x="0" y="170580"/>
                  <a:pt x="170580" y="0"/>
                  <a:pt x="381000" y="0"/>
                </a:cubicBezTo>
                <a:lnTo>
                  <a:pt x="381000" y="0"/>
                </a:lnTo>
                <a:cubicBezTo>
                  <a:pt x="591420" y="0"/>
                  <a:pt x="762000" y="170580"/>
                  <a:pt x="762000" y="381000"/>
                </a:cubicBezTo>
                <a:lnTo>
                  <a:pt x="762000" y="381000"/>
                </a:lnTo>
                <a:cubicBezTo>
                  <a:pt x="762000" y="591420"/>
                  <a:pt x="591420" y="762000"/>
                  <a:pt x="381000" y="762000"/>
                </a:cubicBezTo>
                <a:lnTo>
                  <a:pt x="381000" y="762000"/>
                </a:lnTo>
                <a:cubicBezTo>
                  <a:pt x="170580" y="762000"/>
                  <a:pt x="0" y="591420"/>
                  <a:pt x="0" y="381000"/>
                </a:cubicBezTo>
                <a:lnTo>
                  <a:pt x="0" y="3810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图片占位符 18"/>
          <p:cNvSpPr>
            <a:spLocks noGrp="1"/>
          </p:cNvSpPr>
          <p:nvPr>
            <p:ph type="pic" idx="16395" hasCustomPrompt="1"/>
            <p:custDataLst>
              <p:tags r:id="rId12"/>
            </p:custDataLst>
          </p:nvPr>
        </p:nvSpPr>
        <p:spPr>
          <a:xfrm>
            <a:off x="1092200" y="3683000"/>
            <a:ext cx="406400" cy="406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0" name="文本占位符 19"/>
          <p:cNvSpPr>
            <a:spLocks noGrp="1"/>
          </p:cNvSpPr>
          <p:nvPr>
            <p:ph type="body" idx="16388" hasCustomPrompt="1"/>
            <p:custDataLst>
              <p:tags r:id="rId13"/>
            </p:custDataLst>
          </p:nvPr>
        </p:nvSpPr>
        <p:spPr>
          <a:xfrm>
            <a:off x="1879600" y="3505200"/>
            <a:ext cx="9398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1" name="文本占位符 20"/>
          <p:cNvSpPr>
            <a:spLocks noGrp="1"/>
          </p:cNvSpPr>
          <p:nvPr>
            <p:ph type="body" idx="16389" hasCustomPrompt="1"/>
            <p:custDataLst>
              <p:tags r:id="rId14"/>
            </p:custDataLst>
          </p:nvPr>
        </p:nvSpPr>
        <p:spPr>
          <a:xfrm>
            <a:off x="1879600" y="3962400"/>
            <a:ext cx="9398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2" name="装饰  1"/>
          <p:cNvSpPr>
            <a:spLocks noGrp="1"/>
          </p:cNvSpPr>
          <p:nvPr>
            <p:ph type="body" idx="16399" hasCustomPrompt="1"/>
            <p:custDataLst>
              <p:tags r:id="rId15"/>
            </p:custDataLst>
          </p:nvPr>
        </p:nvSpPr>
        <p:spPr>
          <a:xfrm>
            <a:off x="609600" y="47752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装饰  2"/>
          <p:cNvSpPr>
            <a:spLocks noGrp="1"/>
          </p:cNvSpPr>
          <p:nvPr>
            <p:ph type="body" idx="16400" hasCustomPrompt="1"/>
            <p:custDataLst>
              <p:tags r:id="rId16"/>
            </p:custDataLst>
          </p:nvPr>
        </p:nvSpPr>
        <p:spPr>
          <a:xfrm>
            <a:off x="914400" y="5130800"/>
            <a:ext cx="762000" cy="762000"/>
          </a:xfrm>
          <a:custGeom>
            <a:avLst/>
            <a:gdLst>
              <a:gd name="connisteX0" fmla="*/ 0 w 762000"/>
              <a:gd name="connsiteY0" fmla="*/ 381000 h 762000"/>
              <a:gd name="connisteX1" fmla="*/ 381000 w 762000"/>
              <a:gd name="connsiteY1" fmla="*/ 0 h 762000"/>
              <a:gd name="connisteX2" fmla="*/ 381000 w 762000"/>
              <a:gd name="connsiteY2" fmla="*/ 0 h 762000"/>
              <a:gd name="connisteX3" fmla="*/ 762000 w 762000"/>
              <a:gd name="connsiteY3" fmla="*/ 381000 h 762000"/>
              <a:gd name="connisteX4" fmla="*/ 762000 w 762000"/>
              <a:gd name="connsiteY4" fmla="*/ 381000 h 762000"/>
              <a:gd name="connisteX5" fmla="*/ 381000 w 762000"/>
              <a:gd name="connsiteY5" fmla="*/ 762000 h 762000"/>
              <a:gd name="connisteX6" fmla="*/ 381000 w 762000"/>
              <a:gd name="connsiteY6" fmla="*/ 762000 h 762000"/>
              <a:gd name="connisteX7" fmla="*/ 0 w 762000"/>
              <a:gd name="connsiteY7" fmla="*/ 381000 h 762000"/>
              <a:gd name="connisteX8" fmla="*/ 0 w 762000"/>
              <a:gd name="connsiteY8" fmla="*/ 3810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381000"/>
                </a:moveTo>
                <a:cubicBezTo>
                  <a:pt x="0" y="170580"/>
                  <a:pt x="170580" y="0"/>
                  <a:pt x="381000" y="0"/>
                </a:cubicBezTo>
                <a:lnTo>
                  <a:pt x="381000" y="0"/>
                </a:lnTo>
                <a:cubicBezTo>
                  <a:pt x="591420" y="0"/>
                  <a:pt x="762000" y="170580"/>
                  <a:pt x="762000" y="381000"/>
                </a:cubicBezTo>
                <a:lnTo>
                  <a:pt x="762000" y="381000"/>
                </a:lnTo>
                <a:cubicBezTo>
                  <a:pt x="762000" y="591420"/>
                  <a:pt x="591420" y="762000"/>
                  <a:pt x="381000" y="762000"/>
                </a:cubicBezTo>
                <a:lnTo>
                  <a:pt x="381000" y="762000"/>
                </a:lnTo>
                <a:cubicBezTo>
                  <a:pt x="170580" y="762000"/>
                  <a:pt x="0" y="591420"/>
                  <a:pt x="0" y="381000"/>
                </a:cubicBezTo>
                <a:lnTo>
                  <a:pt x="0" y="381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图片占位符 23"/>
          <p:cNvSpPr>
            <a:spLocks noGrp="1"/>
          </p:cNvSpPr>
          <p:nvPr>
            <p:ph type="pic" idx="16398" hasCustomPrompt="1"/>
            <p:custDataLst>
              <p:tags r:id="rId17"/>
            </p:custDataLst>
          </p:nvPr>
        </p:nvSpPr>
        <p:spPr>
          <a:xfrm>
            <a:off x="1092200" y="5308600"/>
            <a:ext cx="406400" cy="406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90" hasCustomPrompt="1"/>
            <p:custDataLst>
              <p:tags r:id="rId18"/>
            </p:custDataLst>
          </p:nvPr>
        </p:nvSpPr>
        <p:spPr>
          <a:xfrm>
            <a:off x="1879600" y="5130800"/>
            <a:ext cx="9398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91" hasCustomPrompt="1"/>
            <p:custDataLst>
              <p:tags r:id="rId19"/>
            </p:custDataLst>
          </p:nvPr>
        </p:nvSpPr>
        <p:spPr>
          <a:xfrm>
            <a:off x="1879600" y="5588000"/>
            <a:ext cx="93980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正文页-10007_1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文本占位符 11"/>
          <p:cNvSpPr>
            <a:spLocks noGrp="1"/>
          </p:cNvSpPr>
          <p:nvPr>
            <p:ph type="body" idx="16386" hasCustomPrompt="1"/>
            <p:custDataLst>
              <p:tags r:id="rId5"/>
            </p:custDataLst>
          </p:nvPr>
        </p:nvSpPr>
        <p:spPr>
          <a:xfrm>
            <a:off x="609600" y="2997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文本占位符 12"/>
          <p:cNvSpPr>
            <a:spLocks noGrp="1"/>
          </p:cNvSpPr>
          <p:nvPr>
            <p:ph type="body" idx="16387" hasCustomPrompt="1"/>
            <p:custDataLst>
              <p:tags r:id="rId6"/>
            </p:custDataLst>
          </p:nvPr>
        </p:nvSpPr>
        <p:spPr>
          <a:xfrm>
            <a:off x="609600" y="35560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4" name="文本占位符 13"/>
          <p:cNvSpPr>
            <a:spLocks noGrp="1"/>
          </p:cNvSpPr>
          <p:nvPr>
            <p:ph type="body" idx="16388" hasCustomPrompt="1"/>
            <p:custDataLst>
              <p:tags r:id="rId7"/>
            </p:custDataLst>
          </p:nvPr>
        </p:nvSpPr>
        <p:spPr>
          <a:xfrm>
            <a:off x="4470400" y="2997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9" hasCustomPrompt="1"/>
            <p:custDataLst>
              <p:tags r:id="rId8"/>
            </p:custDataLst>
          </p:nvPr>
        </p:nvSpPr>
        <p:spPr>
          <a:xfrm>
            <a:off x="4470400" y="35560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文本占位符 15"/>
          <p:cNvSpPr>
            <a:spLocks noGrp="1"/>
          </p:cNvSpPr>
          <p:nvPr>
            <p:ph type="body" idx="16390" hasCustomPrompt="1"/>
            <p:custDataLst>
              <p:tags r:id="rId9"/>
            </p:custDataLst>
          </p:nvPr>
        </p:nvSpPr>
        <p:spPr>
          <a:xfrm>
            <a:off x="8331200" y="2997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91" hasCustomPrompt="1"/>
            <p:custDataLst>
              <p:tags r:id="rId10"/>
            </p:custDataLst>
          </p:nvPr>
        </p:nvSpPr>
        <p:spPr>
          <a:xfrm>
            <a:off x="8331200" y="35560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正文页-57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正文页-59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40132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20320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4704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4622800" y="20320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83312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8483600" y="20320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正文页-2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860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3860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860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正文页-42_53">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10972800" cy="2540000"/>
          </a:xfrm>
          <a:custGeom>
            <a:avLst/>
            <a:gdLst>
              <a:gd name="connisteX0" fmla="*/ 0 w 10972800"/>
              <a:gd name="connsiteY0" fmla="*/ 203200 h 2540000"/>
              <a:gd name="connisteX1" fmla="*/ 203200 w 10972800"/>
              <a:gd name="connsiteY1" fmla="*/ 0 h 2540000"/>
              <a:gd name="connisteX2" fmla="*/ 10769600 w 10972800"/>
              <a:gd name="connsiteY2" fmla="*/ 0 h 2540000"/>
              <a:gd name="connisteX3" fmla="*/ 10972800 w 10972800"/>
              <a:gd name="connsiteY3" fmla="*/ 203200 h 2540000"/>
              <a:gd name="connisteX4" fmla="*/ 10972800 w 10972800"/>
              <a:gd name="connsiteY4" fmla="*/ 2336800 h 2540000"/>
              <a:gd name="connisteX5" fmla="*/ 10769600 w 10972800"/>
              <a:gd name="connsiteY5" fmla="*/ 2540000 h 2540000"/>
              <a:gd name="connisteX6" fmla="*/ 203200 w 10972800"/>
              <a:gd name="connsiteY6" fmla="*/ 2540000 h 2540000"/>
              <a:gd name="connisteX7" fmla="*/ 0 w 10972800"/>
              <a:gd name="connsiteY7" fmla="*/ 2336800 h 2540000"/>
              <a:gd name="connisteX8" fmla="*/ 0 w 109728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540000">
                <a:moveTo>
                  <a:pt x="0" y="203200"/>
                </a:moveTo>
                <a:cubicBezTo>
                  <a:pt x="0" y="90976"/>
                  <a:pt x="90976" y="0"/>
                  <a:pt x="203200" y="0"/>
                </a:cubicBezTo>
                <a:lnTo>
                  <a:pt x="10769600" y="0"/>
                </a:lnTo>
                <a:cubicBezTo>
                  <a:pt x="10881824" y="0"/>
                  <a:pt x="10972800" y="90976"/>
                  <a:pt x="10972800" y="203200"/>
                </a:cubicBezTo>
                <a:lnTo>
                  <a:pt x="10972800" y="2336800"/>
                </a:lnTo>
                <a:cubicBezTo>
                  <a:pt x="10972800" y="2449024"/>
                  <a:pt x="10881824" y="2540000"/>
                  <a:pt x="10769600" y="2540000"/>
                </a:cubicBezTo>
                <a:lnTo>
                  <a:pt x="203200" y="2540000"/>
                </a:lnTo>
                <a:cubicBezTo>
                  <a:pt x="90976" y="2540000"/>
                  <a:pt x="0" y="2449024"/>
                  <a:pt x="0" y="2336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4704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46228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46228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83312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84836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84836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正文页-10012_1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553200" y="20828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6553200" y="31496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6553200" y="37084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6553200" y="4775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正文页-51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4798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336800"/>
          </a:xfrm>
          <a:custGeom>
            <a:avLst/>
            <a:gdLst>
              <a:gd name="connisteX0" fmla="*/ 0 w 10972800"/>
              <a:gd name="connsiteY0" fmla="*/ 203200 h 2336800"/>
              <a:gd name="connisteX1" fmla="*/ 203200 w 10972800"/>
              <a:gd name="connsiteY1" fmla="*/ 0 h 2336800"/>
              <a:gd name="connisteX2" fmla="*/ 10769600 w 10972800"/>
              <a:gd name="connsiteY2" fmla="*/ 0 h 2336800"/>
              <a:gd name="connisteX3" fmla="*/ 10972800 w 10972800"/>
              <a:gd name="connsiteY3" fmla="*/ 203200 h 2336800"/>
              <a:gd name="connisteX4" fmla="*/ 10972800 w 10972800"/>
              <a:gd name="connsiteY4" fmla="*/ 2133600 h 2336800"/>
              <a:gd name="connisteX5" fmla="*/ 10769600 w 10972800"/>
              <a:gd name="connsiteY5" fmla="*/ 2336800 h 2336800"/>
              <a:gd name="connisteX6" fmla="*/ 203200 w 10972800"/>
              <a:gd name="connsiteY6" fmla="*/ 2336800 h 2336800"/>
              <a:gd name="connisteX7" fmla="*/ 0 w 10972800"/>
              <a:gd name="connsiteY7" fmla="*/ 2133600 h 2336800"/>
              <a:gd name="connisteX8" fmla="*/ 0 w 10972800"/>
              <a:gd name="connsiteY8"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336800">
                <a:moveTo>
                  <a:pt x="0" y="203200"/>
                </a:moveTo>
                <a:cubicBezTo>
                  <a:pt x="0" y="90976"/>
                  <a:pt x="90976" y="0"/>
                  <a:pt x="203200" y="0"/>
                </a:cubicBezTo>
                <a:lnTo>
                  <a:pt x="10769600" y="0"/>
                </a:lnTo>
                <a:cubicBezTo>
                  <a:pt x="10881824" y="0"/>
                  <a:pt x="10972800" y="90976"/>
                  <a:pt x="10972800" y="203200"/>
                </a:cubicBezTo>
                <a:lnTo>
                  <a:pt x="10972800" y="2133600"/>
                </a:lnTo>
                <a:cubicBezTo>
                  <a:pt x="10972800" y="2245824"/>
                  <a:pt x="10881824" y="2336800"/>
                  <a:pt x="10769600" y="2336800"/>
                </a:cubicBezTo>
                <a:lnTo>
                  <a:pt x="203200" y="2336800"/>
                </a:lnTo>
                <a:cubicBezTo>
                  <a:pt x="90976" y="2336800"/>
                  <a:pt x="0" y="2245824"/>
                  <a:pt x="0" y="2133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4704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44704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3312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83312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正文页-10003_1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文本占位符 11"/>
          <p:cNvSpPr>
            <a:spLocks noGrp="1"/>
          </p:cNvSpPr>
          <p:nvPr>
            <p:ph type="body" idx="16386" hasCustomPrompt="1"/>
            <p:custDataLst>
              <p:tags r:id="rId5"/>
            </p:custDataLst>
          </p:nvPr>
        </p:nvSpPr>
        <p:spPr>
          <a:xfrm>
            <a:off x="609600" y="21336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装饰  2"/>
          <p:cNvSpPr>
            <a:spLocks noGrp="1"/>
          </p:cNvSpPr>
          <p:nvPr>
            <p:ph type="body" idx="16392" hasCustomPrompt="1"/>
            <p:custDataLst>
              <p:tags r:id="rId6"/>
            </p:custDataLst>
          </p:nvPr>
        </p:nvSpPr>
        <p:spPr>
          <a:xfrm>
            <a:off x="609600" y="26924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7" hasCustomPrompt="1"/>
            <p:custDataLst>
              <p:tags r:id="rId7"/>
            </p:custDataLst>
          </p:nvPr>
        </p:nvSpPr>
        <p:spPr>
          <a:xfrm>
            <a:off x="914400" y="355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368800" y="21336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装饰  5"/>
          <p:cNvSpPr>
            <a:spLocks noGrp="1"/>
          </p:cNvSpPr>
          <p:nvPr>
            <p:ph type="body" idx="16393" hasCustomPrompt="1"/>
            <p:custDataLst>
              <p:tags r:id="rId9"/>
            </p:custDataLst>
          </p:nvPr>
        </p:nvSpPr>
        <p:spPr>
          <a:xfrm>
            <a:off x="4368800" y="26924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9" hasCustomPrompt="1"/>
            <p:custDataLst>
              <p:tags r:id="rId10"/>
            </p:custDataLst>
          </p:nvPr>
        </p:nvSpPr>
        <p:spPr>
          <a:xfrm>
            <a:off x="4673600" y="355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文本占位符 17"/>
          <p:cNvSpPr>
            <a:spLocks noGrp="1"/>
          </p:cNvSpPr>
          <p:nvPr>
            <p:ph type="body" idx="16390" hasCustomPrompt="1"/>
            <p:custDataLst>
              <p:tags r:id="rId11"/>
            </p:custDataLst>
          </p:nvPr>
        </p:nvSpPr>
        <p:spPr>
          <a:xfrm>
            <a:off x="8128000" y="21336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装饰  8"/>
          <p:cNvSpPr>
            <a:spLocks noGrp="1"/>
          </p:cNvSpPr>
          <p:nvPr>
            <p:ph type="body" idx="16394" hasCustomPrompt="1"/>
            <p:custDataLst>
              <p:tags r:id="rId12"/>
            </p:custDataLst>
          </p:nvPr>
        </p:nvSpPr>
        <p:spPr>
          <a:xfrm>
            <a:off x="8128000" y="26924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1" hasCustomPrompt="1"/>
            <p:custDataLst>
              <p:tags r:id="rId13"/>
            </p:custDataLst>
          </p:nvPr>
        </p:nvSpPr>
        <p:spPr>
          <a:xfrm>
            <a:off x="8432800" y="355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正文页-10009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438400 h 2641600"/>
              <a:gd name="connisteX5" fmla="*/ 3251200 w 3454400"/>
              <a:gd name="connsiteY5" fmla="*/ 2641600 h 2641600"/>
              <a:gd name="connisteX6" fmla="*/ 203200 w 3454400"/>
              <a:gd name="connsiteY6" fmla="*/ 2641600 h 2641600"/>
              <a:gd name="connisteX7" fmla="*/ 0 w 3454400"/>
              <a:gd name="connsiteY7" fmla="*/ 2438400 h 2641600"/>
              <a:gd name="connisteX8" fmla="*/ 0 w 34544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438400"/>
                </a:lnTo>
                <a:cubicBezTo>
                  <a:pt x="3454400" y="2550624"/>
                  <a:pt x="3363424" y="2641600"/>
                  <a:pt x="32512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4704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5029200"/>
            <a:ext cx="345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内容占位符 14"/>
          <p:cNvSpPr>
            <a:spLocks noGrp="1"/>
          </p:cNvSpPr>
          <p:nvPr>
            <p:ph idx="16393" hasCustomPrompt="1"/>
            <p:custDataLst>
              <p:tags r:id="rId8"/>
            </p:custDataLst>
          </p:nvPr>
        </p:nvSpPr>
        <p:spPr>
          <a:xfrm>
            <a:off x="43688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438400 h 2641600"/>
              <a:gd name="connisteX5" fmla="*/ 3251200 w 3454400"/>
              <a:gd name="connsiteY5" fmla="*/ 2641600 h 2641600"/>
              <a:gd name="connisteX6" fmla="*/ 203200 w 3454400"/>
              <a:gd name="connsiteY6" fmla="*/ 2641600 h 2641600"/>
              <a:gd name="connisteX7" fmla="*/ 0 w 3454400"/>
              <a:gd name="connsiteY7" fmla="*/ 2438400 h 2641600"/>
              <a:gd name="connisteX8" fmla="*/ 0 w 34544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438400"/>
                </a:lnTo>
                <a:cubicBezTo>
                  <a:pt x="3454400" y="2550624"/>
                  <a:pt x="3363424" y="2641600"/>
                  <a:pt x="32512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4368800" y="44704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4368800" y="5029200"/>
            <a:ext cx="345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内容占位符 17"/>
          <p:cNvSpPr>
            <a:spLocks noGrp="1"/>
          </p:cNvSpPr>
          <p:nvPr>
            <p:ph idx="16394" hasCustomPrompt="1"/>
            <p:custDataLst>
              <p:tags r:id="rId11"/>
            </p:custDataLst>
          </p:nvPr>
        </p:nvSpPr>
        <p:spPr>
          <a:xfrm>
            <a:off x="81280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438400 h 2641600"/>
              <a:gd name="connisteX5" fmla="*/ 3251200 w 3454400"/>
              <a:gd name="connsiteY5" fmla="*/ 2641600 h 2641600"/>
              <a:gd name="connisteX6" fmla="*/ 203200 w 3454400"/>
              <a:gd name="connsiteY6" fmla="*/ 2641600 h 2641600"/>
              <a:gd name="connisteX7" fmla="*/ 0 w 3454400"/>
              <a:gd name="connsiteY7" fmla="*/ 2438400 h 2641600"/>
              <a:gd name="connisteX8" fmla="*/ 0 w 34544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438400"/>
                </a:lnTo>
                <a:cubicBezTo>
                  <a:pt x="3454400" y="2550624"/>
                  <a:pt x="3363424" y="2641600"/>
                  <a:pt x="32512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0" hasCustomPrompt="1"/>
            <p:custDataLst>
              <p:tags r:id="rId12"/>
            </p:custDataLst>
          </p:nvPr>
        </p:nvSpPr>
        <p:spPr>
          <a:xfrm>
            <a:off x="8128000" y="44704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8128000" y="5029200"/>
            <a:ext cx="345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正文页-10013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10972800" cy="2184400"/>
          </a:xfrm>
          <a:custGeom>
            <a:avLst/>
            <a:gdLst>
              <a:gd name="connisteX0" fmla="*/ 0 w 10972800"/>
              <a:gd name="connsiteY0" fmla="*/ 203200 h 2184400"/>
              <a:gd name="connisteX1" fmla="*/ 203200 w 10972800"/>
              <a:gd name="connsiteY1" fmla="*/ 0 h 2184400"/>
              <a:gd name="connisteX2" fmla="*/ 10769600 w 10972800"/>
              <a:gd name="connsiteY2" fmla="*/ 0 h 2184400"/>
              <a:gd name="connisteX3" fmla="*/ 10972800 w 10972800"/>
              <a:gd name="connsiteY3" fmla="*/ 203200 h 2184400"/>
              <a:gd name="connisteX4" fmla="*/ 10972800 w 10972800"/>
              <a:gd name="connsiteY4" fmla="*/ 1981200 h 2184400"/>
              <a:gd name="connisteX5" fmla="*/ 10769600 w 10972800"/>
              <a:gd name="connsiteY5" fmla="*/ 2184400 h 2184400"/>
              <a:gd name="connisteX6" fmla="*/ 203200 w 10972800"/>
              <a:gd name="connsiteY6" fmla="*/ 2184400 h 2184400"/>
              <a:gd name="connisteX7" fmla="*/ 0 w 10972800"/>
              <a:gd name="connsiteY7" fmla="*/ 1981200 h 2184400"/>
              <a:gd name="connisteX8" fmla="*/ 0 w 10972800"/>
              <a:gd name="connsiteY8" fmla="*/ 203200 h 218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184400">
                <a:moveTo>
                  <a:pt x="0" y="203200"/>
                </a:moveTo>
                <a:cubicBezTo>
                  <a:pt x="0" y="90976"/>
                  <a:pt x="90976" y="0"/>
                  <a:pt x="203200" y="0"/>
                </a:cubicBezTo>
                <a:lnTo>
                  <a:pt x="10769600" y="0"/>
                </a:lnTo>
                <a:cubicBezTo>
                  <a:pt x="10881824" y="0"/>
                  <a:pt x="10972800" y="90976"/>
                  <a:pt x="10972800" y="203200"/>
                </a:cubicBezTo>
                <a:lnTo>
                  <a:pt x="10972800" y="1981200"/>
                </a:lnTo>
                <a:cubicBezTo>
                  <a:pt x="10972800" y="2093424"/>
                  <a:pt x="10881824" y="2184400"/>
                  <a:pt x="10769600" y="2184400"/>
                </a:cubicBezTo>
                <a:lnTo>
                  <a:pt x="203200" y="2184400"/>
                </a:lnTo>
                <a:cubicBezTo>
                  <a:pt x="90976" y="2184400"/>
                  <a:pt x="0" y="2093424"/>
                  <a:pt x="0" y="198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4704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44704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3312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83312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正文页-34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图片占位符 11"/>
          <p:cNvSpPr>
            <a:spLocks noGrp="1"/>
          </p:cNvSpPr>
          <p:nvPr>
            <p:ph type="pic" idx="16392" hasCustomPrompt="1"/>
            <p:custDataLst>
              <p:tags r:id="rId5"/>
            </p:custDataLst>
          </p:nvPr>
        </p:nvSpPr>
        <p:spPr>
          <a:xfrm>
            <a:off x="14732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文本占位符 12"/>
          <p:cNvSpPr>
            <a:spLocks noGrp="1"/>
          </p:cNvSpPr>
          <p:nvPr>
            <p:ph type="body" idx="16386" hasCustomPrompt="1"/>
            <p:custDataLst>
              <p:tags r:id="rId6"/>
            </p:custDataLst>
          </p:nvPr>
        </p:nvSpPr>
        <p:spPr>
          <a:xfrm>
            <a:off x="609600" y="36322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191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图片占位符 14"/>
          <p:cNvSpPr>
            <a:spLocks noGrp="1"/>
          </p:cNvSpPr>
          <p:nvPr>
            <p:ph type="pic" idx="16393" hasCustomPrompt="1"/>
            <p:custDataLst>
              <p:tags r:id="rId8"/>
            </p:custDataLst>
          </p:nvPr>
        </p:nvSpPr>
        <p:spPr>
          <a:xfrm>
            <a:off x="53340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6" name="文本占位符 15"/>
          <p:cNvSpPr>
            <a:spLocks noGrp="1"/>
          </p:cNvSpPr>
          <p:nvPr>
            <p:ph type="body" idx="16388" hasCustomPrompt="1"/>
            <p:custDataLst>
              <p:tags r:id="rId9"/>
            </p:custDataLst>
          </p:nvPr>
        </p:nvSpPr>
        <p:spPr>
          <a:xfrm>
            <a:off x="4470400" y="36322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4470400" y="4191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图片占位符 17"/>
          <p:cNvSpPr>
            <a:spLocks noGrp="1"/>
          </p:cNvSpPr>
          <p:nvPr>
            <p:ph type="pic" idx="16394" hasCustomPrompt="1"/>
            <p:custDataLst>
              <p:tags r:id="rId11"/>
            </p:custDataLst>
          </p:nvPr>
        </p:nvSpPr>
        <p:spPr>
          <a:xfrm>
            <a:off x="91948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文本占位符 18"/>
          <p:cNvSpPr>
            <a:spLocks noGrp="1"/>
          </p:cNvSpPr>
          <p:nvPr>
            <p:ph type="body" idx="16390" hasCustomPrompt="1"/>
            <p:custDataLst>
              <p:tags r:id="rId12"/>
            </p:custDataLst>
          </p:nvPr>
        </p:nvSpPr>
        <p:spPr>
          <a:xfrm>
            <a:off x="8331200" y="36322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8331200" y="4191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正文页-6_2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6096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7620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7620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7620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7620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正文页-26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911600"/>
            <a:ext cx="3454400" cy="2336800"/>
          </a:xfrm>
          <a:custGeom>
            <a:avLst/>
            <a:gdLst>
              <a:gd name="connisteX0" fmla="*/ 0 w 3454400"/>
              <a:gd name="connsiteY0" fmla="*/ 0 h 2336800"/>
              <a:gd name="connisteX1" fmla="*/ 3454400 w 3454400"/>
              <a:gd name="connsiteY1" fmla="*/ 0 h 2336800"/>
              <a:gd name="connisteX2" fmla="*/ 3454400 w 3454400"/>
              <a:gd name="connsiteY2" fmla="*/ 2133600 h 2336800"/>
              <a:gd name="connisteX3" fmla="*/ 3251200 w 3454400"/>
              <a:gd name="connsiteY3" fmla="*/ 2336800 h 2336800"/>
              <a:gd name="connisteX4" fmla="*/ 203200 w 3454400"/>
              <a:gd name="connsiteY4" fmla="*/ 2336800 h 2336800"/>
              <a:gd name="connisteX5" fmla="*/ 0 w 3454400"/>
              <a:gd name="connsiteY5" fmla="*/ 2133600 h 2336800"/>
              <a:gd name="connisteX6" fmla="*/ 0 w 3454400"/>
              <a:gd name="connsiteY6" fmla="*/ 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0"/>
                </a:moveTo>
                <a:lnTo>
                  <a:pt x="3454400" y="0"/>
                </a:lnTo>
                <a:lnTo>
                  <a:pt x="3454400" y="2133600"/>
                </a:lnTo>
                <a:cubicBezTo>
                  <a:pt x="3454400" y="2245824"/>
                  <a:pt x="3363424" y="2336800"/>
                  <a:pt x="3251200" y="2336800"/>
                </a:cubicBezTo>
                <a:lnTo>
                  <a:pt x="203200" y="2336800"/>
                </a:lnTo>
                <a:cubicBezTo>
                  <a:pt x="90976" y="2336800"/>
                  <a:pt x="0" y="2245824"/>
                  <a:pt x="0" y="2133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387600"/>
          </a:xfrm>
          <a:custGeom>
            <a:avLst/>
            <a:gdLst>
              <a:gd name="connisteX0" fmla="*/ 0 w 3454400"/>
              <a:gd name="connsiteY0" fmla="*/ 203200 h 2387600"/>
              <a:gd name="connisteX1" fmla="*/ 203200 w 3454400"/>
              <a:gd name="connsiteY1" fmla="*/ 0 h 2387600"/>
              <a:gd name="connisteX2" fmla="*/ 3251200 w 3454400"/>
              <a:gd name="connsiteY2" fmla="*/ 0 h 2387600"/>
              <a:gd name="connisteX3" fmla="*/ 3454400 w 3454400"/>
              <a:gd name="connsiteY3" fmla="*/ 203200 h 2387600"/>
              <a:gd name="connisteX4" fmla="*/ 3454400 w 3454400"/>
              <a:gd name="connsiteY4" fmla="*/ 2387600 h 2387600"/>
              <a:gd name="connisteX5" fmla="*/ 0 w 3454400"/>
              <a:gd name="connsiteY5" fmla="*/ 2387600 h 2387600"/>
              <a:gd name="connisteX6" fmla="*/ 0 w 3454400"/>
              <a:gd name="connsiteY6"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203200"/>
                </a:moveTo>
                <a:cubicBezTo>
                  <a:pt x="0" y="90976"/>
                  <a:pt x="90976" y="0"/>
                  <a:pt x="203200" y="0"/>
                </a:cubicBezTo>
                <a:lnTo>
                  <a:pt x="3251200" y="0"/>
                </a:lnTo>
                <a:cubicBezTo>
                  <a:pt x="3363424" y="0"/>
                  <a:pt x="3454400" y="90976"/>
                  <a:pt x="3454400" y="203200"/>
                </a:cubicBezTo>
                <a:lnTo>
                  <a:pt x="3454400" y="2387600"/>
                </a:lnTo>
                <a:lnTo>
                  <a:pt x="0" y="2387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4216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182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23368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911600"/>
            <a:ext cx="3454400" cy="2336800"/>
          </a:xfrm>
          <a:custGeom>
            <a:avLst/>
            <a:gdLst>
              <a:gd name="connisteX0" fmla="*/ 0 w 3454400"/>
              <a:gd name="connsiteY0" fmla="*/ 0 h 2336800"/>
              <a:gd name="connisteX1" fmla="*/ 3454400 w 3454400"/>
              <a:gd name="connsiteY1" fmla="*/ 0 h 2336800"/>
              <a:gd name="connisteX2" fmla="*/ 3454400 w 3454400"/>
              <a:gd name="connsiteY2" fmla="*/ 2133600 h 2336800"/>
              <a:gd name="connisteX3" fmla="*/ 3251200 w 3454400"/>
              <a:gd name="connsiteY3" fmla="*/ 2336800 h 2336800"/>
              <a:gd name="connisteX4" fmla="*/ 203200 w 3454400"/>
              <a:gd name="connsiteY4" fmla="*/ 2336800 h 2336800"/>
              <a:gd name="connisteX5" fmla="*/ 0 w 3454400"/>
              <a:gd name="connsiteY5" fmla="*/ 2133600 h 2336800"/>
              <a:gd name="connisteX6" fmla="*/ 0 w 3454400"/>
              <a:gd name="connsiteY6" fmla="*/ 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0"/>
                </a:moveTo>
                <a:lnTo>
                  <a:pt x="3454400" y="0"/>
                </a:lnTo>
                <a:lnTo>
                  <a:pt x="3454400" y="2133600"/>
                </a:lnTo>
                <a:cubicBezTo>
                  <a:pt x="3454400" y="2245824"/>
                  <a:pt x="3363424" y="2336800"/>
                  <a:pt x="3251200" y="2336800"/>
                </a:cubicBezTo>
                <a:lnTo>
                  <a:pt x="203200" y="2336800"/>
                </a:lnTo>
                <a:cubicBezTo>
                  <a:pt x="90976" y="2336800"/>
                  <a:pt x="0" y="2245824"/>
                  <a:pt x="0" y="2133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387600"/>
          </a:xfrm>
          <a:custGeom>
            <a:avLst/>
            <a:gdLst>
              <a:gd name="connisteX0" fmla="*/ 0 w 3454400"/>
              <a:gd name="connsiteY0" fmla="*/ 203200 h 2387600"/>
              <a:gd name="connisteX1" fmla="*/ 203200 w 3454400"/>
              <a:gd name="connsiteY1" fmla="*/ 0 h 2387600"/>
              <a:gd name="connisteX2" fmla="*/ 3251200 w 3454400"/>
              <a:gd name="connsiteY2" fmla="*/ 0 h 2387600"/>
              <a:gd name="connisteX3" fmla="*/ 3454400 w 3454400"/>
              <a:gd name="connsiteY3" fmla="*/ 203200 h 2387600"/>
              <a:gd name="connisteX4" fmla="*/ 3454400 w 3454400"/>
              <a:gd name="connsiteY4" fmla="*/ 2387600 h 2387600"/>
              <a:gd name="connisteX5" fmla="*/ 0 w 3454400"/>
              <a:gd name="connsiteY5" fmla="*/ 2387600 h 2387600"/>
              <a:gd name="connisteX6" fmla="*/ 0 w 3454400"/>
              <a:gd name="connsiteY6"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203200"/>
                </a:moveTo>
                <a:cubicBezTo>
                  <a:pt x="0" y="90976"/>
                  <a:pt x="90976" y="0"/>
                  <a:pt x="203200" y="0"/>
                </a:cubicBezTo>
                <a:lnTo>
                  <a:pt x="3251200" y="0"/>
                </a:lnTo>
                <a:cubicBezTo>
                  <a:pt x="3363424" y="0"/>
                  <a:pt x="3454400" y="90976"/>
                  <a:pt x="3454400" y="203200"/>
                </a:cubicBezTo>
                <a:lnTo>
                  <a:pt x="3454400" y="2387600"/>
                </a:lnTo>
                <a:lnTo>
                  <a:pt x="0" y="2387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4216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正文页-30_2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52578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54102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54102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52578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54102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54102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5257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54102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54102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章节页_1_4">
    <p:bg>
      <p:bgRef idx="1001">
        <a:schemeClr val="bg1"/>
      </p:bgRef>
    </p:bg>
    <p:spTree>
      <p:nvGrpSpPr>
        <p:cNvPr id="1" name=""/>
        <p:cNvGrpSpPr/>
        <p:nvPr/>
      </p:nvGrpSpPr>
      <p:grpSpPr>
        <a:xfrm>
          <a:off x="0" y="0"/>
          <a:ext cx="0" cy="0"/>
          <a:chOff x="0" y="0"/>
          <a:chExt cx="0" cy="0"/>
        </a:xfrm>
      </p:grpSpPr>
      <p:pic>
        <p:nvPicPr>
          <p:cNvPr id="7" name="图片 2"/>
          <p:cNvPicPr>
            <a:picLocks noChangeAspect="1"/>
          </p:cNvPicPr>
          <p:nvPr userDrawn="1">
            <p:custDataLst>
              <p:tags r:id="rId1"/>
            </p:custDataLst>
          </p:nvPr>
        </p:nvPicPr>
        <p:blipFill rotWithShape="1">
          <a:blip r:embed="rId10">
            <a:alphaModFix amt="17000"/>
            <a:extLst>
              <a:ext uri="{28A0092B-C50C-407E-A947-70E740481C1C}">
                <a14:useLocalDpi xmlns:a14="http://schemas.microsoft.com/office/drawing/2010/main" val="0"/>
              </a:ext>
            </a:extLst>
          </a:blip>
          <a:srcRect l="127" r="10675"/>
          <a:stretch>
            <a:fillRect/>
          </a:stretch>
        </p:blipFill>
        <p:spPr>
          <a:xfrm>
            <a:off x="-1271" y="454"/>
            <a:ext cx="12192001" cy="6860902"/>
          </a:xfrm>
          <a:prstGeom prst="rect">
            <a:avLst/>
          </a:prstGeom>
        </p:spPr>
      </p:pic>
      <p:sp>
        <p:nvSpPr>
          <p:cNvPr id="10" name="Rectangle: Rounded Corners 13"/>
          <p:cNvSpPr/>
          <p:nvPr userDrawn="1">
            <p:custDataLst>
              <p:tags r:id="rId2"/>
            </p:custDataLst>
          </p:nvPr>
        </p:nvSpPr>
        <p:spPr>
          <a:xfrm rot="18900000" flipH="1">
            <a:off x="339859" y="1921384"/>
            <a:ext cx="775976" cy="775976"/>
          </a:xfrm>
          <a:prstGeom prst="roundRect">
            <a:avLst/>
          </a:prstGeom>
          <a:solidFill>
            <a:schemeClr val="accent1">
              <a:lumMod val="60000"/>
              <a:lumOff val="4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1" name="Rectangle: Rounded Corners 14"/>
          <p:cNvSpPr/>
          <p:nvPr userDrawn="1">
            <p:custDataLst>
              <p:tags r:id="rId3"/>
            </p:custDataLst>
          </p:nvPr>
        </p:nvSpPr>
        <p:spPr>
          <a:xfrm rot="18900000" flipH="1">
            <a:off x="11040534" y="5832413"/>
            <a:ext cx="775976" cy="775976"/>
          </a:xfrm>
          <a:prstGeom prst="roundRect">
            <a:avLst/>
          </a:prstGeom>
          <a:solidFill>
            <a:schemeClr val="accent1">
              <a:lumMod val="60000"/>
              <a:lumOff val="4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2" name="Freeform: Shape 5"/>
          <p:cNvSpPr/>
          <p:nvPr userDrawn="1">
            <p:custDataLst>
              <p:tags r:id="rId4"/>
            </p:custDataLst>
          </p:nvPr>
        </p:nvSpPr>
        <p:spPr>
          <a:xfrm rot="16200000" flipH="1">
            <a:off x="5282565" y="-4639945"/>
            <a:ext cx="1621155" cy="12188825"/>
          </a:xfrm>
          <a:custGeom>
            <a:avLst/>
            <a:gdLst>
              <a:gd name="connsiteX0" fmla="*/ 0 w 3865425"/>
              <a:gd name="connsiteY0" fmla="*/ 0 h 6858000"/>
              <a:gd name="connsiteX1" fmla="*/ 838198 w 3865425"/>
              <a:gd name="connsiteY1" fmla="*/ 0 h 6858000"/>
              <a:gd name="connsiteX2" fmla="*/ 3581329 w 3865425"/>
              <a:gd name="connsiteY2" fmla="*/ 2743130 h 6858000"/>
              <a:gd name="connsiteX3" fmla="*/ 3581329 w 3865425"/>
              <a:gd name="connsiteY3" fmla="*/ 4114871 h 6858000"/>
              <a:gd name="connsiteX4" fmla="*/ 838199 w 3865425"/>
              <a:gd name="connsiteY4" fmla="*/ 6858000 h 6858000"/>
              <a:gd name="connsiteX5" fmla="*/ 0 w 3865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5425" h="6858000">
                <a:moveTo>
                  <a:pt x="0" y="0"/>
                </a:moveTo>
                <a:lnTo>
                  <a:pt x="838198" y="0"/>
                </a:lnTo>
                <a:lnTo>
                  <a:pt x="3581329" y="2743130"/>
                </a:lnTo>
                <a:cubicBezTo>
                  <a:pt x="3960124" y="3121926"/>
                  <a:pt x="3960124" y="3736075"/>
                  <a:pt x="3581329" y="4114871"/>
                </a:cubicBezTo>
                <a:lnTo>
                  <a:pt x="838199" y="6858000"/>
                </a:lnTo>
                <a:lnTo>
                  <a:pt x="0" y="6858000"/>
                </a:lnTo>
                <a:close/>
              </a:path>
            </a:pathLst>
          </a:custGeom>
          <a:noFill/>
          <a:ln w="12700" cap="flat" cmpd="sng" algn="ctr">
            <a:solidFill>
              <a:schemeClr val="accent1">
                <a:lumMod val="60000"/>
                <a:lumOff val="40000"/>
                <a:alpha val="6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3" name="Freeform: Shape 7"/>
          <p:cNvSpPr/>
          <p:nvPr userDrawn="1">
            <p:custDataLst>
              <p:tags r:id="rId5"/>
            </p:custDataLst>
          </p:nvPr>
        </p:nvSpPr>
        <p:spPr>
          <a:xfrm rot="16200000" flipH="1">
            <a:off x="5085715" y="-5085080"/>
            <a:ext cx="2014220" cy="12188825"/>
          </a:xfrm>
          <a:custGeom>
            <a:avLst/>
            <a:gdLst>
              <a:gd name="connsiteX0" fmla="*/ 0 w 5084625"/>
              <a:gd name="connsiteY0" fmla="*/ 0 h 6858000"/>
              <a:gd name="connsiteX1" fmla="*/ 1219200 w 5084625"/>
              <a:gd name="connsiteY1" fmla="*/ 0 h 6858000"/>
              <a:gd name="connsiteX2" fmla="*/ 1714500 w 5084625"/>
              <a:gd name="connsiteY2" fmla="*/ 0 h 6858000"/>
              <a:gd name="connsiteX3" fmla="*/ 2057398 w 5084625"/>
              <a:gd name="connsiteY3" fmla="*/ 0 h 6858000"/>
              <a:gd name="connsiteX4" fmla="*/ 4800529 w 5084625"/>
              <a:gd name="connsiteY4" fmla="*/ 2743130 h 6858000"/>
              <a:gd name="connsiteX5" fmla="*/ 4800529 w 5084625"/>
              <a:gd name="connsiteY5" fmla="*/ 4114871 h 6858000"/>
              <a:gd name="connsiteX6" fmla="*/ 2057399 w 5084625"/>
              <a:gd name="connsiteY6" fmla="*/ 6858000 h 6858000"/>
              <a:gd name="connsiteX7" fmla="*/ 1714500 w 5084625"/>
              <a:gd name="connsiteY7" fmla="*/ 6858000 h 6858000"/>
              <a:gd name="connsiteX8" fmla="*/ 1219200 w 5084625"/>
              <a:gd name="connsiteY8" fmla="*/ 6858000 h 6858000"/>
              <a:gd name="connsiteX9" fmla="*/ 0 w 508462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4625" h="6858000">
                <a:moveTo>
                  <a:pt x="0" y="0"/>
                </a:moveTo>
                <a:lnTo>
                  <a:pt x="1219200" y="0"/>
                </a:lnTo>
                <a:lnTo>
                  <a:pt x="1714500" y="0"/>
                </a:lnTo>
                <a:lnTo>
                  <a:pt x="2057398" y="0"/>
                </a:lnTo>
                <a:lnTo>
                  <a:pt x="4800529" y="2743130"/>
                </a:lnTo>
                <a:cubicBezTo>
                  <a:pt x="5179324" y="3121926"/>
                  <a:pt x="5179324" y="3736075"/>
                  <a:pt x="4800529" y="4114871"/>
                </a:cubicBezTo>
                <a:lnTo>
                  <a:pt x="2057399" y="6858000"/>
                </a:lnTo>
                <a:lnTo>
                  <a:pt x="1714500" y="6858000"/>
                </a:lnTo>
                <a:lnTo>
                  <a:pt x="1219200" y="6858000"/>
                </a:lnTo>
                <a:lnTo>
                  <a:pt x="0" y="6858000"/>
                </a:lnTo>
                <a:close/>
              </a:path>
            </a:pathLst>
          </a:custGeom>
          <a:gradFill>
            <a:gsLst>
              <a:gs pos="0">
                <a:schemeClr val="accent1">
                  <a:lumMod val="25000"/>
                  <a:lumOff val="75000"/>
                </a:schemeClr>
              </a:gs>
              <a:gs pos="100000">
                <a:schemeClr val="accent1">
                  <a:lumMod val="34000"/>
                  <a:lumOff val="66000"/>
                </a:schemeClr>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r>
              <a:rPr kumimoji="0" lang="en-US" sz="1800" b="0" i="0" u="none" strike="noStrike" kern="0" cap="none" spc="0" normalizeH="0" baseline="0" noProof="0" dirty="0">
                <a:ln>
                  <a:noFill/>
                </a:ln>
                <a:solidFill>
                  <a:prstClr val="white"/>
                </a:solidFill>
                <a:effectLst/>
                <a:uLnTx/>
                <a:uFillTx/>
                <a:cs typeface="思源黑体 Regular" panose="020B0500000000000000" charset="-122"/>
                <a:sym typeface="汉仪旗黑-55简" panose="00020600040101010101" pitchFamily="18" charset="-122"/>
              </a:rPr>
              <a:t>1</a:t>
            </a:r>
          </a:p>
        </p:txBody>
      </p:sp>
      <p:sp>
        <p:nvSpPr>
          <p:cNvPr id="14" name="Shape 2"/>
          <p:cNvSpPr/>
          <p:nvPr userDrawn="1">
            <p:custDataLst>
              <p:tags r:id="rId6"/>
            </p:custDataLst>
          </p:nvPr>
        </p:nvSpPr>
        <p:spPr>
          <a:xfrm rot="16200000" flipH="1">
            <a:off x="5233670" y="-5228590"/>
            <a:ext cx="1727835" cy="12188825"/>
          </a:xfrm>
          <a:custGeom>
            <a:avLst/>
            <a:gdLst>
              <a:gd name="connsiteX0" fmla="*/ 0 w 3865425"/>
              <a:gd name="connsiteY0" fmla="*/ 0 h 6858000"/>
              <a:gd name="connsiteX1" fmla="*/ 838198 w 3865425"/>
              <a:gd name="connsiteY1" fmla="*/ 0 h 6858000"/>
              <a:gd name="connsiteX2" fmla="*/ 3581329 w 3865425"/>
              <a:gd name="connsiteY2" fmla="*/ 2743130 h 6858000"/>
              <a:gd name="connsiteX3" fmla="*/ 3581329 w 3865425"/>
              <a:gd name="connsiteY3" fmla="*/ 4114871 h 6858000"/>
              <a:gd name="connsiteX4" fmla="*/ 838199 w 3865425"/>
              <a:gd name="connsiteY4" fmla="*/ 6858000 h 6858000"/>
              <a:gd name="connsiteX5" fmla="*/ 0 w 3865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5425" h="6858000">
                <a:moveTo>
                  <a:pt x="0" y="0"/>
                </a:moveTo>
                <a:lnTo>
                  <a:pt x="838198" y="0"/>
                </a:lnTo>
                <a:lnTo>
                  <a:pt x="3581329" y="2743130"/>
                </a:lnTo>
                <a:cubicBezTo>
                  <a:pt x="3960124" y="3121926"/>
                  <a:pt x="3960124" y="3736075"/>
                  <a:pt x="3581329" y="4114871"/>
                </a:cubicBezTo>
                <a:lnTo>
                  <a:pt x="838199" y="6858000"/>
                </a:lnTo>
                <a:lnTo>
                  <a:pt x="0" y="6858000"/>
                </a:lnTo>
                <a:close/>
              </a:path>
            </a:pathLst>
          </a:custGeom>
          <a:gradFill>
            <a:gsLst>
              <a:gs pos="0">
                <a:schemeClr val="accent1"/>
              </a:gs>
              <a:gs pos="100000">
                <a:schemeClr val="accent1">
                  <a:lumMod val="75000"/>
                </a:schemeClr>
              </a:gs>
            </a:gsLst>
            <a:lin ang="108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6" name="标题 2"/>
          <p:cNvSpPr>
            <a:spLocks noGrp="1"/>
          </p:cNvSpPr>
          <p:nvPr>
            <p:ph type="title" idx="16385" hasCustomPrompt="1"/>
            <p:custDataLst>
              <p:tags r:id="rId7"/>
            </p:custDataLst>
          </p:nvPr>
        </p:nvSpPr>
        <p:spPr>
          <a:xfrm>
            <a:off x="1903942" y="4147820"/>
            <a:ext cx="8384117" cy="1524000"/>
          </a:xfrm>
        </p:spPr>
        <p:txBody>
          <a:bodyPr vert="horz" lIns="0" tIns="0" rIns="0" bIns="0" anchor="t" anchorCtr="0">
            <a:normAutofit/>
          </a:bodyPr>
          <a:lstStyle>
            <a:lvl1pPr marL="0" indent="0" algn="ctr">
              <a:lnSpc>
                <a:spcPct val="100000"/>
              </a:lnSpc>
              <a:spcBef>
                <a:spcPct val="0"/>
              </a:spcBef>
              <a:spcAft>
                <a:spcPct val="0"/>
              </a:spcAft>
              <a:buNone/>
              <a:defRPr sz="4800" b="0" spc="0">
                <a:solidFill>
                  <a:schemeClr val="tx1">
                    <a:lumMod val="85000"/>
                    <a:lumOff val="15000"/>
                  </a:schemeClr>
                </a:solidFill>
              </a:defRPr>
            </a:lvl1pPr>
          </a:lstStyle>
          <a:p>
            <a:r>
              <a:rPr lang="zh-CN" altLang="en-US" dirty="0"/>
              <a:t>单击此处添加章节标题</a:t>
            </a:r>
          </a:p>
        </p:txBody>
      </p:sp>
      <p:sp>
        <p:nvSpPr>
          <p:cNvPr id="8" name="文本占位符 3"/>
          <p:cNvSpPr>
            <a:spLocks noGrp="1"/>
          </p:cNvSpPr>
          <p:nvPr>
            <p:ph type="body" idx="16386" hasCustomPrompt="1"/>
            <p:custDataLst>
              <p:tags r:id="rId8"/>
            </p:custDataLst>
          </p:nvPr>
        </p:nvSpPr>
        <p:spPr>
          <a:xfrm>
            <a:off x="5332413" y="2522220"/>
            <a:ext cx="1527175" cy="1524000"/>
          </a:xfrm>
        </p:spPr>
        <p:txBody>
          <a:bodyPr vert="horz" lIns="0" tIns="0" rIns="0" bIns="0" anchor="ctr" anchorCtr="0">
            <a:normAutofit/>
          </a:bodyPr>
          <a:lstStyle>
            <a:lvl1pPr marL="0" indent="0" algn="ctr">
              <a:lnSpc>
                <a:spcPct val="109000"/>
              </a:lnSpc>
              <a:spcBef>
                <a:spcPct val="0"/>
              </a:spcBef>
              <a:spcAft>
                <a:spcPct val="0"/>
              </a:spcAft>
              <a:buNone/>
              <a:defRPr sz="7200" b="1" spc="0">
                <a:solidFill>
                  <a:schemeClr val="accent1"/>
                </a:solidFill>
              </a:defRPr>
            </a:lvl1pPr>
          </a:lstStyle>
          <a:p>
            <a:pPr lvl="0"/>
            <a:r>
              <a:rPr lang="zh-CN" altLang="en-US"/>
              <a:t>01</a:t>
            </a:r>
          </a:p>
        </p:txBody>
      </p:sp>
    </p:spTree>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目录页-1-5_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副标题 10"/>
          <p:cNvSpPr>
            <a:spLocks noGrp="1"/>
          </p:cNvSpPr>
          <p:nvPr>
            <p:ph type="subTitle" idx="16386"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2" name="标题 11"/>
          <p:cNvSpPr>
            <a:spLocks noGrp="1"/>
          </p:cNvSpPr>
          <p:nvPr>
            <p:ph type="ctrTitle" idx="16385"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p>
        </p:txBody>
      </p:sp>
      <p:sp>
        <p:nvSpPr>
          <p:cNvPr id="13" name="文本占位符 12"/>
          <p:cNvSpPr>
            <a:spLocks noGrp="1"/>
          </p:cNvSpPr>
          <p:nvPr>
            <p:ph type="body" idx="16388" hasCustomPrompt="1"/>
            <p:custDataLst>
              <p:tags r:id="rId6"/>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4" name="装饰  3"/>
          <p:cNvSpPr>
            <a:spLocks noGrp="1"/>
          </p:cNvSpPr>
          <p:nvPr>
            <p:ph type="body" idx="16391" hasCustomPrompt="1"/>
            <p:custDataLst>
              <p:tags r:id="rId7"/>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5" name="文本占位符 14"/>
          <p:cNvSpPr>
            <a:spLocks noGrp="1"/>
          </p:cNvSpPr>
          <p:nvPr>
            <p:ph type="body" idx="16387" hasCustomPrompt="1"/>
            <p:custDataLst>
              <p:tags r:id="rId8"/>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90" hasCustomPrompt="1"/>
            <p:custDataLst>
              <p:tags r:id="rId9"/>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7" name="装饰  6"/>
          <p:cNvSpPr>
            <a:spLocks noGrp="1"/>
          </p:cNvSpPr>
          <p:nvPr>
            <p:ph type="body" idx="16392" hasCustomPrompt="1"/>
            <p:custDataLst>
              <p:tags r:id="rId10"/>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文本占位符 17"/>
          <p:cNvSpPr>
            <a:spLocks noGrp="1"/>
          </p:cNvSpPr>
          <p:nvPr>
            <p:ph type="body" idx="16389" hasCustomPrompt="1"/>
            <p:custDataLst>
              <p:tags r:id="rId11"/>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目录页-1-5_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副标题 10"/>
          <p:cNvSpPr>
            <a:spLocks noGrp="1"/>
          </p:cNvSpPr>
          <p:nvPr>
            <p:ph type="subTitle" idx="16386"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2" name="标题 11"/>
          <p:cNvSpPr>
            <a:spLocks noGrp="1"/>
          </p:cNvSpPr>
          <p:nvPr>
            <p:ph type="ctrTitle" idx="16385"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p>
        </p:txBody>
      </p:sp>
      <p:sp>
        <p:nvSpPr>
          <p:cNvPr id="13" name="文本占位符 12"/>
          <p:cNvSpPr>
            <a:spLocks noGrp="1"/>
          </p:cNvSpPr>
          <p:nvPr>
            <p:ph type="body" idx="16388" hasCustomPrompt="1"/>
            <p:custDataLst>
              <p:tags r:id="rId6"/>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4" name="装饰  3"/>
          <p:cNvSpPr>
            <a:spLocks noGrp="1"/>
          </p:cNvSpPr>
          <p:nvPr>
            <p:ph type="body" idx="16397" hasCustomPrompt="1"/>
            <p:custDataLst>
              <p:tags r:id="rId7"/>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5" name="文本占位符 14"/>
          <p:cNvSpPr>
            <a:spLocks noGrp="1"/>
          </p:cNvSpPr>
          <p:nvPr>
            <p:ph type="body" idx="16387" hasCustomPrompt="1"/>
            <p:custDataLst>
              <p:tags r:id="rId8"/>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90" hasCustomPrompt="1"/>
            <p:custDataLst>
              <p:tags r:id="rId9"/>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7" name="装饰  6"/>
          <p:cNvSpPr>
            <a:spLocks noGrp="1"/>
          </p:cNvSpPr>
          <p:nvPr>
            <p:ph type="body" idx="16398" hasCustomPrompt="1"/>
            <p:custDataLst>
              <p:tags r:id="rId10"/>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文本占位符 17"/>
          <p:cNvSpPr>
            <a:spLocks noGrp="1"/>
          </p:cNvSpPr>
          <p:nvPr>
            <p:ph type="body" idx="16389" hasCustomPrompt="1"/>
            <p:custDataLst>
              <p:tags r:id="rId11"/>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2" hasCustomPrompt="1"/>
            <p:custDataLst>
              <p:tags r:id="rId12"/>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0" name="装饰  9"/>
          <p:cNvSpPr>
            <a:spLocks noGrp="1"/>
          </p:cNvSpPr>
          <p:nvPr>
            <p:ph type="body" idx="16399" hasCustomPrompt="1"/>
            <p:custDataLst>
              <p:tags r:id="rId13"/>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1" hasCustomPrompt="1"/>
            <p:custDataLst>
              <p:tags r:id="rId14"/>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94" hasCustomPrompt="1"/>
            <p:custDataLst>
              <p:tags r:id="rId15"/>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3" name="装饰  2"/>
          <p:cNvSpPr>
            <a:spLocks noGrp="1"/>
          </p:cNvSpPr>
          <p:nvPr>
            <p:ph type="body" idx="16400" hasCustomPrompt="1"/>
            <p:custDataLst>
              <p:tags r:id="rId16"/>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文本占位符 23"/>
          <p:cNvSpPr>
            <a:spLocks noGrp="1"/>
          </p:cNvSpPr>
          <p:nvPr>
            <p:ph type="body" idx="16393" hasCustomPrompt="1"/>
            <p:custDataLst>
              <p:tags r:id="rId17"/>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96" hasCustomPrompt="1"/>
            <p:custDataLst>
              <p:tags r:id="rId18"/>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05</a:t>
            </a:r>
          </a:p>
        </p:txBody>
      </p:sp>
      <p:sp>
        <p:nvSpPr>
          <p:cNvPr id="26" name="装饰  5"/>
          <p:cNvSpPr>
            <a:spLocks noGrp="1"/>
          </p:cNvSpPr>
          <p:nvPr>
            <p:ph type="body" idx="16401" hasCustomPrompt="1"/>
            <p:custDataLst>
              <p:tags r:id="rId19"/>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7" name="文本占位符 26"/>
          <p:cNvSpPr>
            <a:spLocks noGrp="1"/>
          </p:cNvSpPr>
          <p:nvPr>
            <p:ph type="body" idx="16395" hasCustomPrompt="1"/>
            <p:custDataLst>
              <p:tags r:id="rId20"/>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封面页_1_3">
    <p:bg>
      <p:bgRef idx="1001">
        <a:schemeClr val="bg1"/>
      </p:bgRef>
    </p:bg>
    <p:spTree>
      <p:nvGrpSpPr>
        <p:cNvPr id="1" name=""/>
        <p:cNvGrpSpPr/>
        <p:nvPr/>
      </p:nvGrpSpPr>
      <p:grpSpPr>
        <a:xfrm>
          <a:off x="0" y="0"/>
          <a:ext cx="0" cy="0"/>
          <a:chOff x="0" y="0"/>
          <a:chExt cx="0" cy="0"/>
        </a:xfrm>
      </p:grpSpPr>
      <p:pic>
        <p:nvPicPr>
          <p:cNvPr id="29" name="图片 28"/>
          <p:cNvPicPr>
            <a:picLocks noChangeAspect="1"/>
          </p:cNvPicPr>
          <p:nvPr userDrawn="1">
            <p:custDataLst>
              <p:tags r:id="rId1"/>
            </p:custDataLst>
          </p:nvPr>
        </p:nvPicPr>
        <p:blipFill rotWithShape="1">
          <a:blip r:embed="rId12">
            <a:alphaModFix amt="19000"/>
            <a:extLst>
              <a:ext uri="{28A0092B-C50C-407E-A947-70E740481C1C}">
                <a14:useLocalDpi xmlns:a14="http://schemas.microsoft.com/office/drawing/2010/main" val="0"/>
              </a:ext>
            </a:extLst>
          </a:blip>
          <a:srcRect l="127" r="10675"/>
          <a:stretch>
            <a:fillRect/>
          </a:stretch>
        </p:blipFill>
        <p:spPr>
          <a:xfrm>
            <a:off x="-1" y="-3356"/>
            <a:ext cx="12234573" cy="6860902"/>
          </a:xfrm>
          <a:prstGeom prst="rect">
            <a:avLst/>
          </a:prstGeom>
        </p:spPr>
      </p:pic>
      <p:sp>
        <p:nvSpPr>
          <p:cNvPr id="9" name="Rectangle: Rounded Corners 13"/>
          <p:cNvSpPr/>
          <p:nvPr userDrawn="1">
            <p:custDataLst>
              <p:tags r:id="rId2"/>
            </p:custDataLst>
          </p:nvPr>
        </p:nvSpPr>
        <p:spPr>
          <a:xfrm rot="18900000" flipH="1">
            <a:off x="4745692" y="236841"/>
            <a:ext cx="775976" cy="775976"/>
          </a:xfrm>
          <a:prstGeom prst="roundRect">
            <a:avLst/>
          </a:prstGeom>
          <a:solidFill>
            <a:schemeClr val="accent1">
              <a:lumMod val="60000"/>
              <a:lumOff val="4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0" name="Rectangle: Rounded Corners 14"/>
          <p:cNvSpPr/>
          <p:nvPr userDrawn="1">
            <p:custDataLst>
              <p:tags r:id="rId3"/>
            </p:custDataLst>
          </p:nvPr>
        </p:nvSpPr>
        <p:spPr>
          <a:xfrm rot="18900000" flipH="1">
            <a:off x="162303" y="5730814"/>
            <a:ext cx="775976" cy="775976"/>
          </a:xfrm>
          <a:prstGeom prst="roundRect">
            <a:avLst/>
          </a:prstGeom>
          <a:solidFill>
            <a:schemeClr val="accent1">
              <a:lumMod val="60000"/>
              <a:lumOff val="4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6" name="Rectangle: Rounded Corners 8"/>
          <p:cNvSpPr/>
          <p:nvPr userDrawn="1">
            <p:custDataLst>
              <p:tags r:id="rId4"/>
            </p:custDataLst>
          </p:nvPr>
        </p:nvSpPr>
        <p:spPr>
          <a:xfrm rot="18900000" flipH="1">
            <a:off x="7313930" y="1306195"/>
            <a:ext cx="4246245" cy="4246245"/>
          </a:xfrm>
          <a:prstGeom prst="roundRect">
            <a:avLst/>
          </a:prstGeom>
          <a:solidFill>
            <a:schemeClr val="accent1">
              <a:alpha val="1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7" name="Freeform: Shape 5"/>
          <p:cNvSpPr/>
          <p:nvPr userDrawn="1">
            <p:custDataLst>
              <p:tags r:id="rId5"/>
            </p:custDataLst>
          </p:nvPr>
        </p:nvSpPr>
        <p:spPr>
          <a:xfrm flipH="1">
            <a:off x="7237095" y="-3175"/>
            <a:ext cx="3865245" cy="6858000"/>
          </a:xfrm>
          <a:custGeom>
            <a:avLst/>
            <a:gdLst>
              <a:gd name="connsiteX0" fmla="*/ 0 w 3865425"/>
              <a:gd name="connsiteY0" fmla="*/ 0 h 6858000"/>
              <a:gd name="connsiteX1" fmla="*/ 838198 w 3865425"/>
              <a:gd name="connsiteY1" fmla="*/ 0 h 6858000"/>
              <a:gd name="connsiteX2" fmla="*/ 3581329 w 3865425"/>
              <a:gd name="connsiteY2" fmla="*/ 2743130 h 6858000"/>
              <a:gd name="connsiteX3" fmla="*/ 3581329 w 3865425"/>
              <a:gd name="connsiteY3" fmla="*/ 4114871 h 6858000"/>
              <a:gd name="connsiteX4" fmla="*/ 838199 w 3865425"/>
              <a:gd name="connsiteY4" fmla="*/ 6858000 h 6858000"/>
              <a:gd name="connsiteX5" fmla="*/ 0 w 3865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5425" h="6858000">
                <a:moveTo>
                  <a:pt x="0" y="0"/>
                </a:moveTo>
                <a:lnTo>
                  <a:pt x="838198" y="0"/>
                </a:lnTo>
                <a:lnTo>
                  <a:pt x="3581329" y="2743130"/>
                </a:lnTo>
                <a:cubicBezTo>
                  <a:pt x="3960124" y="3121926"/>
                  <a:pt x="3960124" y="3736075"/>
                  <a:pt x="3581329" y="4114871"/>
                </a:cubicBezTo>
                <a:lnTo>
                  <a:pt x="838199" y="6858000"/>
                </a:lnTo>
                <a:lnTo>
                  <a:pt x="0" y="6858000"/>
                </a:lnTo>
                <a:close/>
              </a:path>
            </a:pathLst>
          </a:custGeom>
          <a:noFill/>
          <a:ln w="12700" cap="flat" cmpd="sng" algn="ctr">
            <a:solidFill>
              <a:schemeClr val="accent1">
                <a:lumMod val="60000"/>
                <a:lumOff val="40000"/>
                <a:alpha val="6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8" name="Freeform: Shape 7"/>
          <p:cNvSpPr/>
          <p:nvPr userDrawn="1">
            <p:custDataLst>
              <p:tags r:id="rId6"/>
            </p:custDataLst>
          </p:nvPr>
        </p:nvSpPr>
        <p:spPr>
          <a:xfrm flipH="1">
            <a:off x="7621270" y="0"/>
            <a:ext cx="4613275" cy="6858000"/>
          </a:xfrm>
          <a:custGeom>
            <a:avLst/>
            <a:gdLst>
              <a:gd name="connsiteX0" fmla="*/ 0 w 5084625"/>
              <a:gd name="connsiteY0" fmla="*/ 0 h 6858000"/>
              <a:gd name="connsiteX1" fmla="*/ 1219200 w 5084625"/>
              <a:gd name="connsiteY1" fmla="*/ 0 h 6858000"/>
              <a:gd name="connsiteX2" fmla="*/ 1714500 w 5084625"/>
              <a:gd name="connsiteY2" fmla="*/ 0 h 6858000"/>
              <a:gd name="connsiteX3" fmla="*/ 2057398 w 5084625"/>
              <a:gd name="connsiteY3" fmla="*/ 0 h 6858000"/>
              <a:gd name="connsiteX4" fmla="*/ 4800529 w 5084625"/>
              <a:gd name="connsiteY4" fmla="*/ 2743130 h 6858000"/>
              <a:gd name="connsiteX5" fmla="*/ 4800529 w 5084625"/>
              <a:gd name="connsiteY5" fmla="*/ 4114871 h 6858000"/>
              <a:gd name="connsiteX6" fmla="*/ 2057399 w 5084625"/>
              <a:gd name="connsiteY6" fmla="*/ 6858000 h 6858000"/>
              <a:gd name="connsiteX7" fmla="*/ 1714500 w 5084625"/>
              <a:gd name="connsiteY7" fmla="*/ 6858000 h 6858000"/>
              <a:gd name="connsiteX8" fmla="*/ 1219200 w 5084625"/>
              <a:gd name="connsiteY8" fmla="*/ 6858000 h 6858000"/>
              <a:gd name="connsiteX9" fmla="*/ 0 w 508462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5" h="10800">
                <a:moveTo>
                  <a:pt x="0" y="0"/>
                </a:moveTo>
                <a:lnTo>
                  <a:pt x="1426" y="0"/>
                </a:lnTo>
                <a:lnTo>
                  <a:pt x="2174" y="0"/>
                </a:lnTo>
                <a:lnTo>
                  <a:pt x="2692" y="0"/>
                </a:lnTo>
                <a:lnTo>
                  <a:pt x="6836" y="4320"/>
                </a:lnTo>
                <a:cubicBezTo>
                  <a:pt x="7408" y="4916"/>
                  <a:pt x="7408" y="5884"/>
                  <a:pt x="6836" y="6480"/>
                </a:cubicBezTo>
                <a:lnTo>
                  <a:pt x="2692" y="10800"/>
                </a:lnTo>
                <a:lnTo>
                  <a:pt x="2174" y="10800"/>
                </a:lnTo>
                <a:lnTo>
                  <a:pt x="1426" y="10800"/>
                </a:lnTo>
                <a:lnTo>
                  <a:pt x="0" y="10800"/>
                </a:lnTo>
                <a:lnTo>
                  <a:pt x="0" y="0"/>
                </a:lnTo>
                <a:close/>
              </a:path>
            </a:pathLst>
          </a:custGeom>
          <a:gradFill>
            <a:gsLst>
              <a:gs pos="0">
                <a:schemeClr val="accent1">
                  <a:lumMod val="60000"/>
                  <a:lumOff val="40000"/>
                  <a:alpha val="100000"/>
                </a:schemeClr>
              </a:gs>
              <a:gs pos="98000">
                <a:schemeClr val="accent1"/>
              </a:gs>
            </a:gsLst>
            <a:lin ang="5400000" scaled="1"/>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pPr>
            <a:r>
              <a:rPr kumimoji="0" lang="en-US" sz="1800" b="0" i="0" u="none" strike="noStrike" kern="0" cap="none" spc="0" normalizeH="0" baseline="0" noProof="0" dirty="0">
                <a:ln>
                  <a:noFill/>
                </a:ln>
                <a:solidFill>
                  <a:prstClr val="white"/>
                </a:solidFill>
                <a:effectLst/>
                <a:uLnTx/>
                <a:uFillTx/>
                <a:latin typeface="思源黑体 Regular" panose="020B0500000000000000" charset="-122"/>
                <a:ea typeface="思源黑体 Regular" panose="020B0500000000000000" charset="-122"/>
                <a:cs typeface="思源黑体 Regular" panose="020B0500000000000000" charset="-122"/>
                <a:sym typeface="汉仪旗黑-55简" panose="00020600040101010101" pitchFamily="18" charset="-122"/>
              </a:rPr>
              <a:t>1</a:t>
            </a:r>
          </a:p>
        </p:txBody>
      </p:sp>
      <p:sp>
        <p:nvSpPr>
          <p:cNvPr id="11" name="Shape 2"/>
          <p:cNvSpPr/>
          <p:nvPr userDrawn="1">
            <p:custDataLst>
              <p:tags r:id="rId7"/>
            </p:custDataLst>
          </p:nvPr>
        </p:nvSpPr>
        <p:spPr>
          <a:xfrm flipH="1">
            <a:off x="8369300" y="0"/>
            <a:ext cx="3865245" cy="6858000"/>
          </a:xfrm>
          <a:custGeom>
            <a:avLst/>
            <a:gdLst>
              <a:gd name="connsiteX0" fmla="*/ 0 w 3865425"/>
              <a:gd name="connsiteY0" fmla="*/ 0 h 6858000"/>
              <a:gd name="connsiteX1" fmla="*/ 838198 w 3865425"/>
              <a:gd name="connsiteY1" fmla="*/ 0 h 6858000"/>
              <a:gd name="connsiteX2" fmla="*/ 3581329 w 3865425"/>
              <a:gd name="connsiteY2" fmla="*/ 2743130 h 6858000"/>
              <a:gd name="connsiteX3" fmla="*/ 3581329 w 3865425"/>
              <a:gd name="connsiteY3" fmla="*/ 4114871 h 6858000"/>
              <a:gd name="connsiteX4" fmla="*/ 838199 w 3865425"/>
              <a:gd name="connsiteY4" fmla="*/ 6858000 h 6858000"/>
              <a:gd name="connsiteX5" fmla="*/ 0 w 38654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5425" h="6858000">
                <a:moveTo>
                  <a:pt x="0" y="0"/>
                </a:moveTo>
                <a:lnTo>
                  <a:pt x="838198" y="0"/>
                </a:lnTo>
                <a:lnTo>
                  <a:pt x="3581329" y="2743130"/>
                </a:lnTo>
                <a:cubicBezTo>
                  <a:pt x="3960124" y="3121926"/>
                  <a:pt x="3960124" y="3736075"/>
                  <a:pt x="3581329" y="4114871"/>
                </a:cubicBezTo>
                <a:lnTo>
                  <a:pt x="838199" y="6858000"/>
                </a:lnTo>
                <a:lnTo>
                  <a:pt x="0" y="6858000"/>
                </a:lnTo>
                <a:close/>
              </a:path>
            </a:pathLst>
          </a:custGeom>
          <a:gradFill>
            <a:gsLst>
              <a:gs pos="2000">
                <a:schemeClr val="accent1">
                  <a:alpha val="100000"/>
                </a:schemeClr>
              </a:gs>
              <a:gs pos="100000">
                <a:schemeClr val="accent1">
                  <a:lumMod val="75000"/>
                </a:schemeClr>
              </a:gs>
            </a:gsLst>
            <a:lin ang="108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dirty="0">
              <a:ln>
                <a:noFill/>
              </a:ln>
              <a:solidFill>
                <a:prstClr val="white"/>
              </a:solidFill>
              <a:effectLst/>
              <a:uLnTx/>
              <a:uFillTx/>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19" name="日期"/>
          <p:cNvSpPr>
            <a:spLocks noGrp="1"/>
          </p:cNvSpPr>
          <p:nvPr>
            <p:ph type="body" idx="16386" hasCustomPrompt="1"/>
            <p:custDataLst>
              <p:tags r:id="rId8"/>
            </p:custDataLst>
          </p:nvPr>
        </p:nvSpPr>
        <p:spPr>
          <a:xfrm>
            <a:off x="1016000" y="1651000"/>
            <a:ext cx="6097058" cy="457200"/>
          </a:xfrm>
        </p:spPr>
        <p:txBody>
          <a:bodyPr vert="horz" wrap="square" lIns="0" tIns="0" rIns="0" bIns="0" anchor="t">
            <a:normAutofit/>
          </a:bodyPr>
          <a:lstStyle>
            <a:lvl1pPr marL="0" indent="0" algn="l">
              <a:lnSpc>
                <a:spcPct val="125000"/>
              </a:lnSpc>
              <a:spcBef>
                <a:spcPct val="0"/>
              </a:spcBef>
              <a:spcAft>
                <a:spcPct val="0"/>
              </a:spcAft>
              <a:buNone/>
              <a:defRPr sz="2400" spc="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p>
        </p:txBody>
      </p:sp>
      <p:sp>
        <p:nvSpPr>
          <p:cNvPr id="12" name="标题 5"/>
          <p:cNvSpPr>
            <a:spLocks noGrp="1"/>
          </p:cNvSpPr>
          <p:nvPr>
            <p:ph type="ctrTitle" idx="16385" hasCustomPrompt="1"/>
            <p:custDataLst>
              <p:tags r:id="rId9"/>
            </p:custDataLst>
          </p:nvPr>
        </p:nvSpPr>
        <p:spPr>
          <a:xfrm>
            <a:off x="1016000" y="2159000"/>
            <a:ext cx="6352646" cy="2540000"/>
          </a:xfrm>
        </p:spPr>
        <p:txBody>
          <a:bodyPr vert="horz" wrap="square" lIns="0" tIns="0" rIns="0" bIns="0" anchor="t" anchorCtr="0">
            <a:normAutofit/>
          </a:bodyPr>
          <a:lstStyle>
            <a:lvl1pPr marL="0" indent="0" algn="l">
              <a:lnSpc>
                <a:spcPct val="100000"/>
              </a:lnSpc>
              <a:spcBef>
                <a:spcPct val="0"/>
              </a:spcBef>
              <a:spcAft>
                <a:spcPct val="0"/>
              </a:spcAft>
              <a:buNone/>
              <a:defRPr sz="6000" spc="0"/>
            </a:lvl1pPr>
          </a:lstStyle>
          <a:p>
            <a:r>
              <a:rPr lang="zh-CN" altLang="en-US" dirty="0"/>
              <a:t>单击此处
添加文档标题</a:t>
            </a:r>
          </a:p>
        </p:txBody>
      </p:sp>
      <p:sp>
        <p:nvSpPr>
          <p:cNvPr id="22" name="署名占位符 10"/>
          <p:cNvSpPr>
            <a:spLocks noGrp="1"/>
          </p:cNvSpPr>
          <p:nvPr>
            <p:ph type="body" sz="quarter" idx="16387" hasCustomPrompt="1"/>
            <p:custDataLst>
              <p:tags r:id="rId10"/>
            </p:custDataLst>
          </p:nvPr>
        </p:nvSpPr>
        <p:spPr>
          <a:xfrm>
            <a:off x="1016000" y="4749800"/>
            <a:ext cx="2540882" cy="533400"/>
          </a:xfrm>
          <a:prstGeom prst="roundRect">
            <a:avLst>
              <a:gd name="adj" fmla="val 50000"/>
            </a:avLst>
          </a:prstGeom>
          <a:solidFill>
            <a:schemeClr val="accent1"/>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p>
        </p:txBody>
      </p:sp>
    </p:spTree>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正文页-59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latin typeface="微软雅黑" panose="020B0503020204020204" charset="-122"/>
                <a:ea typeface="微软雅黑" panose="020B0503020204020204" charset="-122"/>
              </a:rPr>
              <a:t>2026/6/9</a:t>
            </a:fld>
            <a:endParaRPr lang="zh-CN" altLang="en-US">
              <a:latin typeface="微软雅黑" panose="020B0503020204020204" charset="-122"/>
              <a:ea typeface="微软雅黑" panose="020B0503020204020204" charset="-122"/>
            </a:endParaRPr>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latin typeface="微软雅黑" panose="020B0503020204020204" charset="-122"/>
                <a:ea typeface="微软雅黑" panose="020B0503020204020204" charset="-122"/>
              </a:defRPr>
            </a:lvl1pPr>
          </a:lstStyle>
          <a:p>
            <a:r>
              <a:rPr lang="zh-CN" altLang="en-US">
                <a:latin typeface="MiSans Medium" panose="00000600000000000000" charset="-122"/>
                <a:ea typeface="MiSans Medium" panose="00000600000000000000" charset="-122"/>
              </a:rPr>
              <a:t>单击此处添加标题</a:t>
            </a:r>
          </a:p>
        </p:txBody>
      </p:sp>
      <p:sp>
        <p:nvSpPr>
          <p:cNvPr id="12" name="内容占位符 11"/>
          <p:cNvSpPr>
            <a:spLocks noGrp="1"/>
          </p:cNvSpPr>
          <p:nvPr>
            <p:ph idx="16392" hasCustomPrompt="1"/>
            <p:custDataLst>
              <p:tags r:id="rId5"/>
            </p:custDataLst>
          </p:nvPr>
        </p:nvSpPr>
        <p:spPr>
          <a:xfrm>
            <a:off x="609600" y="3708400"/>
            <a:ext cx="10972800" cy="2540000"/>
          </a:xfrm>
          <a:custGeom>
            <a:avLst/>
            <a:gdLst>
              <a:gd name="connisteX0" fmla="*/ 0 w 10972800"/>
              <a:gd name="connsiteY0" fmla="*/ 0 h 2540000"/>
              <a:gd name="connisteX1" fmla="*/ 10972800 w 10972800"/>
              <a:gd name="connsiteY1" fmla="*/ 0 h 2540000"/>
              <a:gd name="connisteX2" fmla="*/ 10972800 w 10972800"/>
              <a:gd name="connsiteY2" fmla="*/ 2540000 h 2540000"/>
              <a:gd name="connisteX3" fmla="*/ 0 w 10972800"/>
              <a:gd name="connsiteY3" fmla="*/ 2540000 h 2540000"/>
              <a:gd name="connisteX4" fmla="*/ 0 w 10972800"/>
              <a:gd name="connsiteY4" fmla="*/ 0 h 2540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10972800" h="2540000">
                <a:moveTo>
                  <a:pt x="0" y="0"/>
                </a:moveTo>
                <a:lnTo>
                  <a:pt x="10972800" y="0"/>
                </a:lnTo>
                <a:lnTo>
                  <a:pt x="10972800" y="2540000"/>
                </a:lnTo>
                <a:lnTo>
                  <a:pt x="0" y="2540000"/>
                </a:lnTo>
                <a:lnTo>
                  <a:pt x="0" y="0"/>
                </a:lnTo>
                <a:close/>
              </a:path>
            </a:pathLst>
          </a:custGeom>
          <a:solidFill>
            <a:srgbClr val="DDDDDD"/>
          </a:solidFill>
          <a:ln>
            <a:noFill/>
          </a:ln>
        </p:spPr>
        <p:txBody>
          <a:bodyPr>
            <a:norm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3" name="装饰  2"/>
          <p:cNvSpPr>
            <a:spLocks noGrp="1"/>
          </p:cNvSpPr>
          <p:nvPr>
            <p:ph type="body" idx="16393" hasCustomPrompt="1"/>
            <p:custDataLst>
              <p:tags r:id="rId6"/>
            </p:custDataLst>
          </p:nvPr>
        </p:nvSpPr>
        <p:spPr>
          <a:xfrm>
            <a:off x="6096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4" name="文本占位符 13"/>
          <p:cNvSpPr>
            <a:spLocks noGrp="1"/>
          </p:cNvSpPr>
          <p:nvPr>
            <p:ph type="body" idx="16386" hasCustomPrompt="1"/>
            <p:custDataLst>
              <p:tags r:id="rId7"/>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5" name="文本占位符 14"/>
          <p:cNvSpPr>
            <a:spLocks noGrp="1"/>
          </p:cNvSpPr>
          <p:nvPr>
            <p:ph type="body" idx="16387" hasCustomPrompt="1"/>
            <p:custDataLst>
              <p:tags r:id="rId8"/>
            </p:custDataLst>
          </p:nvPr>
        </p:nvSpPr>
        <p:spPr>
          <a:xfrm>
            <a:off x="7620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6" name="装饰  5"/>
          <p:cNvSpPr>
            <a:spLocks noGrp="1"/>
          </p:cNvSpPr>
          <p:nvPr>
            <p:ph type="body" idx="16394" hasCustomPrompt="1"/>
            <p:custDataLst>
              <p:tags r:id="rId9"/>
            </p:custDataLst>
          </p:nvPr>
        </p:nvSpPr>
        <p:spPr>
          <a:xfrm>
            <a:off x="44704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7" name="文本占位符 16"/>
          <p:cNvSpPr>
            <a:spLocks noGrp="1"/>
          </p:cNvSpPr>
          <p:nvPr>
            <p:ph type="body" idx="16388" hasCustomPrompt="1"/>
            <p:custDataLst>
              <p:tags r:id="rId10"/>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8" name="文本占位符 17"/>
          <p:cNvSpPr>
            <a:spLocks noGrp="1"/>
          </p:cNvSpPr>
          <p:nvPr>
            <p:ph type="body" idx="16389" hasCustomPrompt="1"/>
            <p:custDataLst>
              <p:tags r:id="rId11"/>
            </p:custDataLst>
          </p:nvPr>
        </p:nvSpPr>
        <p:spPr>
          <a:xfrm>
            <a:off x="46228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9" name="装饰  8"/>
          <p:cNvSpPr>
            <a:spLocks noGrp="1"/>
          </p:cNvSpPr>
          <p:nvPr>
            <p:ph type="body" idx="16395" hasCustomPrompt="1"/>
            <p:custDataLst>
              <p:tags r:id="rId12"/>
            </p:custDataLst>
          </p:nvPr>
        </p:nvSpPr>
        <p:spPr>
          <a:xfrm>
            <a:off x="83312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20" name="文本占位符 19"/>
          <p:cNvSpPr>
            <a:spLocks noGrp="1"/>
          </p:cNvSpPr>
          <p:nvPr>
            <p:ph type="body" idx="16390" hasCustomPrompt="1"/>
            <p:custDataLst>
              <p:tags r:id="rId13"/>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21" name="文本占位符 20"/>
          <p:cNvSpPr>
            <a:spLocks noGrp="1"/>
          </p:cNvSpPr>
          <p:nvPr>
            <p:ph type="body" idx="16391" hasCustomPrompt="1"/>
            <p:custDataLst>
              <p:tags r:id="rId14"/>
            </p:custDataLst>
          </p:nvPr>
        </p:nvSpPr>
        <p:spPr>
          <a:xfrm>
            <a:off x="84836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正文页-57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正文页-26_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0" hasCustomPrompt="1"/>
            <p:custDataLst>
              <p:tags r:id="rId5"/>
            </p:custDataLst>
          </p:nvPr>
        </p:nvSpPr>
        <p:spPr>
          <a:xfrm>
            <a:off x="609600" y="3556000"/>
            <a:ext cx="5334000" cy="2692400"/>
          </a:xfrm>
          <a:custGeom>
            <a:avLst/>
            <a:gdLst>
              <a:gd name="connisteX0" fmla="*/ 0 w 5334000"/>
              <a:gd name="connsiteY0" fmla="*/ 0 h 2692400"/>
              <a:gd name="connisteX1" fmla="*/ 5334000 w 5334000"/>
              <a:gd name="connsiteY1" fmla="*/ 0 h 2692400"/>
              <a:gd name="connisteX2" fmla="*/ 5334000 w 5334000"/>
              <a:gd name="connsiteY2" fmla="*/ 2489200 h 2692400"/>
              <a:gd name="connisteX3" fmla="*/ 5130800 w 5334000"/>
              <a:gd name="connsiteY3" fmla="*/ 2692400 h 2692400"/>
              <a:gd name="connisteX4" fmla="*/ 203200 w 5334000"/>
              <a:gd name="connsiteY4" fmla="*/ 2692400 h 2692400"/>
              <a:gd name="connisteX5" fmla="*/ 0 w 5334000"/>
              <a:gd name="connsiteY5" fmla="*/ 2489200 h 2692400"/>
              <a:gd name="connisteX6" fmla="*/ 0 w 53340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692400">
                <a:moveTo>
                  <a:pt x="0" y="0"/>
                </a:moveTo>
                <a:lnTo>
                  <a:pt x="5334000" y="0"/>
                </a:lnTo>
                <a:lnTo>
                  <a:pt x="5334000" y="2489200"/>
                </a:lnTo>
                <a:cubicBezTo>
                  <a:pt x="5334000" y="2601424"/>
                  <a:pt x="5243024" y="2692400"/>
                  <a:pt x="51308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1" hasCustomPrompt="1"/>
            <p:custDataLst>
              <p:tags r:id="rId6"/>
            </p:custDataLst>
          </p:nvPr>
        </p:nvSpPr>
        <p:spPr>
          <a:xfrm>
            <a:off x="609600" y="1524000"/>
            <a:ext cx="5334000" cy="2032000"/>
          </a:xfrm>
          <a:custGeom>
            <a:avLst/>
            <a:gdLst>
              <a:gd name="connisteX0" fmla="*/ 0 w 5334000"/>
              <a:gd name="connsiteY0" fmla="*/ 203200 h 2032000"/>
              <a:gd name="connisteX1" fmla="*/ 203200 w 5334000"/>
              <a:gd name="connsiteY1" fmla="*/ 0 h 2032000"/>
              <a:gd name="connisteX2" fmla="*/ 5130800 w 5334000"/>
              <a:gd name="connsiteY2" fmla="*/ 0 h 2032000"/>
              <a:gd name="connisteX3" fmla="*/ 5334000 w 5334000"/>
              <a:gd name="connsiteY3" fmla="*/ 203200 h 2032000"/>
              <a:gd name="connisteX4" fmla="*/ 5334000 w 5334000"/>
              <a:gd name="connsiteY4" fmla="*/ 2032000 h 2032000"/>
              <a:gd name="connisteX5" fmla="*/ 0 w 5334000"/>
              <a:gd name="connsiteY5" fmla="*/ 2032000 h 2032000"/>
              <a:gd name="connisteX6" fmla="*/ 0 w 53340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32000">
                <a:moveTo>
                  <a:pt x="0" y="203200"/>
                </a:moveTo>
                <a:cubicBezTo>
                  <a:pt x="0" y="90976"/>
                  <a:pt x="90976" y="0"/>
                  <a:pt x="203200" y="0"/>
                </a:cubicBezTo>
                <a:lnTo>
                  <a:pt x="5130800" y="0"/>
                </a:lnTo>
                <a:cubicBezTo>
                  <a:pt x="5243024" y="0"/>
                  <a:pt x="5334000" y="90976"/>
                  <a:pt x="5334000" y="203200"/>
                </a:cubicBezTo>
                <a:lnTo>
                  <a:pt x="53340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759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914400" y="4216400"/>
            <a:ext cx="47244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2" hasCustomPrompt="1"/>
            <p:custDataLst>
              <p:tags r:id="rId9"/>
            </p:custDataLst>
          </p:nvPr>
        </p:nvSpPr>
        <p:spPr>
          <a:xfrm>
            <a:off x="6248400" y="1524000"/>
            <a:ext cx="5334000" cy="2692400"/>
          </a:xfrm>
          <a:custGeom>
            <a:avLst/>
            <a:gdLst>
              <a:gd name="connisteX0" fmla="*/ 0 w 5334000"/>
              <a:gd name="connsiteY0" fmla="*/ 203200 h 2692400"/>
              <a:gd name="connisteX1" fmla="*/ 203200 w 5334000"/>
              <a:gd name="connsiteY1" fmla="*/ 0 h 2692400"/>
              <a:gd name="connisteX2" fmla="*/ 5130800 w 5334000"/>
              <a:gd name="connsiteY2" fmla="*/ 0 h 2692400"/>
              <a:gd name="connisteX3" fmla="*/ 5334000 w 5334000"/>
              <a:gd name="connsiteY3" fmla="*/ 203200 h 2692400"/>
              <a:gd name="connisteX4" fmla="*/ 5334000 w 5334000"/>
              <a:gd name="connsiteY4" fmla="*/ 2692400 h 2692400"/>
              <a:gd name="connisteX5" fmla="*/ 0 w 5334000"/>
              <a:gd name="connsiteY5" fmla="*/ 2692400 h 2692400"/>
              <a:gd name="connisteX6" fmla="*/ 0 w 5334000"/>
              <a:gd name="connsiteY6" fmla="*/ 20320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692400">
                <a:moveTo>
                  <a:pt x="0" y="203200"/>
                </a:moveTo>
                <a:cubicBezTo>
                  <a:pt x="0" y="90976"/>
                  <a:pt x="90976" y="0"/>
                  <a:pt x="203200" y="0"/>
                </a:cubicBezTo>
                <a:lnTo>
                  <a:pt x="5130800" y="0"/>
                </a:lnTo>
                <a:cubicBezTo>
                  <a:pt x="5243024" y="0"/>
                  <a:pt x="5334000" y="90976"/>
                  <a:pt x="5334000" y="203200"/>
                </a:cubicBezTo>
                <a:lnTo>
                  <a:pt x="5334000" y="2692400"/>
                </a:lnTo>
                <a:lnTo>
                  <a:pt x="0" y="26924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3" hasCustomPrompt="1"/>
            <p:custDataLst>
              <p:tags r:id="rId10"/>
            </p:custDataLst>
          </p:nvPr>
        </p:nvSpPr>
        <p:spPr>
          <a:xfrm>
            <a:off x="6248400" y="4216400"/>
            <a:ext cx="5334000" cy="2032000"/>
          </a:xfrm>
          <a:custGeom>
            <a:avLst/>
            <a:gdLst>
              <a:gd name="connisteX0" fmla="*/ 0 w 5334000"/>
              <a:gd name="connsiteY0" fmla="*/ 0 h 2032000"/>
              <a:gd name="connisteX1" fmla="*/ 5334000 w 5334000"/>
              <a:gd name="connsiteY1" fmla="*/ 0 h 2032000"/>
              <a:gd name="connisteX2" fmla="*/ 5334000 w 5334000"/>
              <a:gd name="connsiteY2" fmla="*/ 1828800 h 2032000"/>
              <a:gd name="connisteX3" fmla="*/ 5130800 w 5334000"/>
              <a:gd name="connsiteY3" fmla="*/ 2032000 h 2032000"/>
              <a:gd name="connisteX4" fmla="*/ 203200 w 5334000"/>
              <a:gd name="connsiteY4" fmla="*/ 2032000 h 2032000"/>
              <a:gd name="connisteX5" fmla="*/ 0 w 5334000"/>
              <a:gd name="connsiteY5" fmla="*/ 1828800 h 2032000"/>
              <a:gd name="connisteX6" fmla="*/ 0 w 53340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32000">
                <a:moveTo>
                  <a:pt x="0" y="0"/>
                </a:moveTo>
                <a:lnTo>
                  <a:pt x="5334000" y="0"/>
                </a:lnTo>
                <a:lnTo>
                  <a:pt x="5334000" y="1828800"/>
                </a:lnTo>
                <a:cubicBezTo>
                  <a:pt x="5334000" y="1941024"/>
                  <a:pt x="5243024" y="2032000"/>
                  <a:pt x="5130800" y="2032000"/>
                </a:cubicBezTo>
                <a:lnTo>
                  <a:pt x="203200" y="2032000"/>
                </a:lnTo>
                <a:cubicBezTo>
                  <a:pt x="90976" y="2032000"/>
                  <a:pt x="0" y="1941024"/>
                  <a:pt x="0" y="18288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6553200" y="1727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9" hasCustomPrompt="1"/>
            <p:custDataLst>
              <p:tags r:id="rId12"/>
            </p:custDataLst>
          </p:nvPr>
        </p:nvSpPr>
        <p:spPr>
          <a:xfrm>
            <a:off x="6553200" y="2184400"/>
            <a:ext cx="47244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cSld name="标题和表格">
    <p:bg>
      <p:bgPr>
        <a:solidFill>
          <a:srgbClr val="E5E2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4217" y="457200"/>
            <a:ext cx="10363200" cy="11430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564217" y="1981200"/>
            <a:ext cx="103632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rgbClr val="E62129"/>
              </a:buClr>
              <a:buSzTx/>
              <a:buFont typeface="Wingdings" panose="05000000000000000000" pitchFamily="2" charset="2"/>
              <a:buChar char="Ø"/>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sym typeface="Calibri" panose="020F0502020204030204" charset="0"/>
            </a:endParaRPr>
          </a:p>
        </p:txBody>
      </p:sp>
      <p:sp>
        <p:nvSpPr>
          <p:cNvPr id="7" name="日期占位符 3"/>
          <p:cNvSpPr>
            <a:spLocks noGrp="1"/>
          </p:cNvSpPr>
          <p:nvPr>
            <p:ph type="dt" sz="half" idx="2"/>
          </p:nvPr>
        </p:nvSpPr>
        <p:spPr>
          <a:xfrm>
            <a:off x="1564217" y="6265333"/>
            <a:ext cx="2540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3"/>
          </p:nvPr>
        </p:nvSpPr>
        <p:spPr>
          <a:xfrm>
            <a:off x="4775200" y="6248400"/>
            <a:ext cx="38608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9347200" y="6248400"/>
            <a:ext cx="2540000" cy="457200"/>
          </a:xfrm>
          <a:prstGeom prst="rect">
            <a:avLst/>
          </a:prstGeom>
          <a:noFill/>
          <a:ln>
            <a:noFill/>
          </a:ln>
        </p:spPr>
        <p:txBody>
          <a:bodyPr vert="horz" wrap="square" lIns="91440" tIns="45720" rIns="91440" bIns="45720" numCol="1" anchor="ctr" anchorCtr="0" compatLnSpc="1"/>
          <a:lstStyle/>
          <a:p>
            <a:pPr algn="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2550" strike="noStrike" noProof="1"/>
              <a:t>单击此处编辑母版标题样式</a:t>
            </a:r>
            <a:endParaRPr lang="zh-CN" altLang="en-US" strike="noStrike" noProof="1"/>
          </a:p>
        </p:txBody>
      </p:sp>
      <p:sp>
        <p:nvSpPr>
          <p:cNvPr id="3" name="图表占位符 2"/>
          <p:cNvSpPr>
            <a:spLocks noGrp="1"/>
          </p:cNvSpPr>
          <p:nvPr>
            <p:ph type="chart"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Blip>
                <a:blip r:embed="rId2"/>
              </a:buBlip>
              <a:defRPr/>
            </a:pPr>
            <a:endParaRPr kumimoji="0" lang="zh-CN" altLang="en-US" sz="3200" b="1" i="0" u="none" strike="noStrike" kern="1200" cap="none" spc="0" normalizeH="0" baseline="0" noProof="1">
              <a:ln>
                <a:noFill/>
              </a:ln>
              <a:solidFill>
                <a:srgbClr val="000000"/>
              </a:solidFill>
              <a:effectLst/>
              <a:uLnTx/>
              <a:uFillTx/>
              <a:latin typeface="+mn-lt"/>
              <a:ea typeface="+mn-ea"/>
              <a:cs typeface="+mn-cs"/>
            </a:endParaRPr>
          </a:p>
        </p:txBody>
      </p:sp>
    </p:spTree>
  </p:cSld>
  <p:clrMapOvr>
    <a:masterClrMapping/>
  </p:clrMapOv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1048590" name="矩形 3"/>
          <p:cNvSpPr/>
          <p:nvPr userDrawn="1"/>
        </p:nvSpPr>
        <p:spPr>
          <a:xfrm>
            <a:off x="292688" y="6439840"/>
            <a:ext cx="734944"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2097155" name="Picture 2" descr="C:\Users\Admin\Desktop\shutterstock_129456278 [转换].jpg"/>
          <p:cNvPicPr>
            <a:picLocks noChangeAspect="1" noChangeArrowheads="1"/>
          </p:cNvPicPr>
          <p:nvPr userDrawn="1"/>
        </p:nvPicPr>
        <p:blipFill rotWithShape="1">
          <a:blip r:embed="rId2" cstate="email">
            <a:duotone>
              <a:schemeClr val="bg2">
                <a:shade val="45000"/>
                <a:satMod val="135000"/>
              </a:schemeClr>
              <a:prstClr val="white"/>
            </a:duotone>
          </a:blip>
          <a:srcRect/>
          <a:stretch>
            <a:fillRect/>
          </a:stretch>
        </p:blipFill>
        <p:spPr bwMode="auto">
          <a:xfrm>
            <a:off x="-1447" y="1"/>
            <a:ext cx="12193448" cy="6860117"/>
          </a:xfrm>
          <a:prstGeom prst="rect">
            <a:avLst/>
          </a:prstGeom>
          <a:noFill/>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tx">
  <p:cSld name="标题和竖排文字">
    <p:spTree>
      <p:nvGrpSpPr>
        <p:cNvPr id="1" name=""/>
        <p:cNvGrpSpPr/>
        <p:nvPr/>
      </p:nvGrpSpPr>
      <p:grpSpPr>
        <a:xfrm>
          <a:off x="0" y="0"/>
          <a:ext cx="0" cy="0"/>
          <a:chOff x="0" y="0"/>
          <a:chExt cx="0" cy="0"/>
        </a:xfrm>
      </p:grpSpPr>
      <p:sp>
        <p:nvSpPr>
          <p:cNvPr id="74" name="线条"/>
          <p:cNvSpPr/>
          <p:nvPr/>
        </p:nvSpPr>
        <p:spPr>
          <a:xfrm>
            <a:off x="-61182" y="6807113"/>
            <a:ext cx="12314366" cy="1"/>
          </a:xfrm>
          <a:prstGeom prst="line">
            <a:avLst/>
          </a:prstGeom>
          <a:ln w="177800">
            <a:solidFill>
              <a:schemeClr val="accent2"/>
            </a:solidFill>
            <a:miter/>
          </a:ln>
        </p:spPr>
        <p:txBody>
          <a:bodyPr lIns="42200" rIns="42200"/>
          <a:lstStyle/>
          <a:p>
            <a:endParaRPr sz="2215"/>
          </a:p>
        </p:txBody>
      </p:sp>
      <p:sp>
        <p:nvSpPr>
          <p:cNvPr id="75" name="线条"/>
          <p:cNvSpPr/>
          <p:nvPr/>
        </p:nvSpPr>
        <p:spPr>
          <a:xfrm>
            <a:off x="-31261" y="6807113"/>
            <a:ext cx="12192000" cy="1"/>
          </a:xfrm>
          <a:prstGeom prst="line">
            <a:avLst/>
          </a:prstGeom>
          <a:ln w="25400">
            <a:solidFill>
              <a:srgbClr val="000000"/>
            </a:solidFill>
            <a:prstDash val="sysDot"/>
          </a:ln>
        </p:spPr>
        <p:txBody>
          <a:bodyPr lIns="42200" rIns="42200"/>
          <a:lstStyle/>
          <a:p>
            <a:endParaRPr sz="2215"/>
          </a:p>
        </p:txBody>
      </p:sp>
      <p:sp>
        <p:nvSpPr>
          <p:cNvPr id="76" name="线条"/>
          <p:cNvSpPr/>
          <p:nvPr/>
        </p:nvSpPr>
        <p:spPr>
          <a:xfrm>
            <a:off x="-46892" y="676635"/>
            <a:ext cx="12223261" cy="1"/>
          </a:xfrm>
          <a:prstGeom prst="line">
            <a:avLst/>
          </a:prstGeom>
          <a:ln w="12700">
            <a:solidFill>
              <a:srgbClr val="FF0000"/>
            </a:solidFill>
            <a:prstDash val="sysDot"/>
            <a:miter/>
          </a:ln>
        </p:spPr>
        <p:txBody>
          <a:bodyPr lIns="42200" rIns="42200"/>
          <a:lstStyle/>
          <a:p>
            <a:endParaRPr sz="2215"/>
          </a:p>
        </p:txBody>
      </p:sp>
      <p:sp>
        <p:nvSpPr>
          <p:cNvPr id="77" name="标题文本"/>
          <p:cNvSpPr txBox="1">
            <a:spLocks noGrp="1"/>
          </p:cNvSpPr>
          <p:nvPr>
            <p:ph type="title" hasCustomPrompt="1"/>
          </p:nvPr>
        </p:nvSpPr>
        <p:spPr>
          <a:xfrm>
            <a:off x="298327" y="68442"/>
            <a:ext cx="11595350" cy="523785"/>
          </a:xfrm>
          <a:prstGeom prst="rect">
            <a:avLst/>
          </a:prstGeom>
        </p:spPr>
        <p:txBody>
          <a:bodyPr/>
          <a:lstStyle>
            <a:lvl1pPr algn="l">
              <a:defRPr sz="2215">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78" name="正文级别 1…"/>
          <p:cNvSpPr txBox="1">
            <a:spLocks noGrp="1"/>
          </p:cNvSpPr>
          <p:nvPr>
            <p:ph type="body" idx="1" hasCustomPrompt="1"/>
          </p:nvPr>
        </p:nvSpPr>
        <p:spPr>
          <a:xfrm>
            <a:off x="552630" y="931114"/>
            <a:ext cx="11024216" cy="4995772"/>
          </a:xfrm>
          <a:prstGeom prst="rect">
            <a:avLst/>
          </a:prstGeom>
        </p:spPr>
        <p:txBody>
          <a:bodyPr/>
          <a:lstStyle>
            <a:lvl1pPr>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656590" indent="-23431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108075" indent="-2635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567815"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1988820"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sp>
        <p:nvSpPr>
          <p:cNvPr id="79" name="矩形 22"/>
          <p:cNvSpPr/>
          <p:nvPr/>
        </p:nvSpPr>
        <p:spPr>
          <a:xfrm>
            <a:off x="3438" y="62083"/>
            <a:ext cx="234666" cy="732035"/>
          </a:xfrm>
          <a:prstGeom prst="rect">
            <a:avLst/>
          </a:prstGeom>
          <a:solidFill>
            <a:srgbClr val="C00000"/>
          </a:solidFill>
          <a:ln w="25400">
            <a:solidFill>
              <a:srgbClr val="C00000"/>
            </a:solidFill>
          </a:ln>
        </p:spPr>
        <p:txBody>
          <a:bodyPr lIns="42200" rIns="42200" anchor="ctr"/>
          <a:lstStyle/>
          <a:p>
            <a:pPr algn="ctr" defTabSz="457200">
              <a:defRPr>
                <a:solidFill>
                  <a:srgbClr val="C00000"/>
                </a:solidFill>
              </a:defRPr>
            </a:pPr>
            <a:endParaRPr sz="2215"/>
          </a:p>
        </p:txBody>
      </p:sp>
      <p:sp>
        <p:nvSpPr>
          <p:cNvPr id="80" name="幻灯片编号"/>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0" y="0"/>
            <a:ext cx="12192000" cy="6858000"/>
          </a:xfrm>
          <a:solidFill>
            <a:schemeClr val="bg2">
              <a:lumMod val="85000"/>
            </a:schemeClr>
          </a:solidFill>
        </p:spPr>
        <p:txBody>
          <a:bodyPr/>
          <a:lstStyle/>
          <a:p>
            <a:endParaRPr 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17_Title Slide">
    <p:spTree>
      <p:nvGrpSpPr>
        <p:cNvPr id="1" name=""/>
        <p:cNvGrpSpPr/>
        <p:nvPr/>
      </p:nvGrpSpPr>
      <p:grpSpPr>
        <a:xfrm>
          <a:off x="0" y="0"/>
          <a:ext cx="0" cy="0"/>
          <a:chOff x="0" y="0"/>
          <a:chExt cx="0" cy="0"/>
        </a:xfrm>
      </p:grpSpPr>
      <p:sp>
        <p:nvSpPr>
          <p:cNvPr id="7" name="Rectangle 10"/>
          <p:cNvSpPr/>
          <p:nvPr userDrawn="1"/>
        </p:nvSpPr>
        <p:spPr>
          <a:xfrm flipH="1">
            <a:off x="0" y="357505"/>
            <a:ext cx="5675630" cy="6337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bl">
  <p:cSld name="标题和表格">
    <p:bg>
      <p:bgPr>
        <a:solidFill>
          <a:srgbClr val="E5E2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4217" y="457200"/>
            <a:ext cx="10363200" cy="11430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564217" y="1981200"/>
            <a:ext cx="103632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rgbClr val="E62129"/>
              </a:buClr>
              <a:buSzTx/>
              <a:buFont typeface="Wingdings" panose="05000000000000000000" pitchFamily="2" charset="2"/>
              <a:buChar char="Ø"/>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sym typeface="Calibri" panose="020F0502020204030204" charset="0"/>
            </a:endParaRPr>
          </a:p>
        </p:txBody>
      </p:sp>
      <p:sp>
        <p:nvSpPr>
          <p:cNvPr id="7" name="日期占位符 3"/>
          <p:cNvSpPr>
            <a:spLocks noGrp="1"/>
          </p:cNvSpPr>
          <p:nvPr>
            <p:ph type="dt" sz="half" idx="2"/>
          </p:nvPr>
        </p:nvSpPr>
        <p:spPr>
          <a:xfrm>
            <a:off x="1564217" y="6265333"/>
            <a:ext cx="2540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3"/>
          </p:nvPr>
        </p:nvSpPr>
        <p:spPr>
          <a:xfrm>
            <a:off x="4775200" y="6248400"/>
            <a:ext cx="38608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9347200" y="6248400"/>
            <a:ext cx="2540000" cy="457200"/>
          </a:xfrm>
          <a:prstGeom prst="rect">
            <a:avLst/>
          </a:prstGeom>
          <a:noFill/>
          <a:ln>
            <a:noFill/>
          </a:ln>
        </p:spPr>
        <p:txBody>
          <a:bodyPr vert="horz" wrap="square" lIns="91440" tIns="45720" rIns="91440" bIns="45720" numCol="1" anchor="ctr" anchorCtr="0" compatLnSpc="1"/>
          <a:lstStyle/>
          <a:p>
            <a:pPr algn="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2550" strike="noStrike" noProof="1"/>
              <a:t>单击此处编辑母版标题样式</a:t>
            </a:r>
            <a:endParaRPr lang="zh-CN" altLang="en-US" strike="noStrike" noProof="1"/>
          </a:p>
        </p:txBody>
      </p:sp>
      <p:sp>
        <p:nvSpPr>
          <p:cNvPr id="3" name="图表占位符 2"/>
          <p:cNvSpPr>
            <a:spLocks noGrp="1"/>
          </p:cNvSpPr>
          <p:nvPr>
            <p:ph type="chart"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Blip>
                <a:blip r:embed="rId2"/>
              </a:buBlip>
              <a:defRPr/>
            </a:pPr>
            <a:endParaRPr kumimoji="0" lang="zh-CN" altLang="en-US" sz="3200" b="1" i="0" u="none" strike="noStrike" kern="1200" cap="none" spc="0" normalizeH="0" baseline="0" noProof="1">
              <a:ln>
                <a:noFill/>
              </a:ln>
              <a:solidFill>
                <a:srgbClr val="000000"/>
              </a:solidFill>
              <a:effectLst/>
              <a:uLnTx/>
              <a:uFillTx/>
              <a:latin typeface="+mn-lt"/>
              <a:ea typeface="+mn-ea"/>
              <a:cs typeface="+mn-cs"/>
            </a:endParaRPr>
          </a:p>
        </p:txBody>
      </p:sp>
    </p:spTree>
  </p:cSld>
  <p:clrMapOvr>
    <a:masterClrMapping/>
  </p:clrMapOvr>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1048590" name="矩形 3"/>
          <p:cNvSpPr/>
          <p:nvPr userDrawn="1"/>
        </p:nvSpPr>
        <p:spPr>
          <a:xfrm>
            <a:off x="292688" y="6439840"/>
            <a:ext cx="734944"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2097155" name="Picture 2" descr="C:\Users\Admin\Desktop\shutterstock_129456278 [转换].jpg"/>
          <p:cNvPicPr>
            <a:picLocks noChangeAspect="1" noChangeArrowheads="1"/>
          </p:cNvPicPr>
          <p:nvPr userDrawn="1"/>
        </p:nvPicPr>
        <p:blipFill rotWithShape="1">
          <a:blip r:embed="rId2" cstate="email">
            <a:duotone>
              <a:schemeClr val="bg2">
                <a:shade val="45000"/>
                <a:satMod val="135000"/>
              </a:schemeClr>
              <a:prstClr val="white"/>
            </a:duotone>
          </a:blip>
          <a:srcRect/>
          <a:stretch>
            <a:fillRect/>
          </a:stretch>
        </p:blipFill>
        <p:spPr bwMode="auto">
          <a:xfrm>
            <a:off x="-1447" y="1"/>
            <a:ext cx="12193448" cy="6860117"/>
          </a:xfrm>
          <a:prstGeom prst="rect">
            <a:avLst/>
          </a:prstGeom>
          <a:noFill/>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type="tx">
  <p:cSld name="标题和竖排文字">
    <p:spTree>
      <p:nvGrpSpPr>
        <p:cNvPr id="1" name=""/>
        <p:cNvGrpSpPr/>
        <p:nvPr/>
      </p:nvGrpSpPr>
      <p:grpSpPr>
        <a:xfrm>
          <a:off x="0" y="0"/>
          <a:ext cx="0" cy="0"/>
          <a:chOff x="0" y="0"/>
          <a:chExt cx="0" cy="0"/>
        </a:xfrm>
      </p:grpSpPr>
      <p:sp>
        <p:nvSpPr>
          <p:cNvPr id="74" name="线条"/>
          <p:cNvSpPr/>
          <p:nvPr/>
        </p:nvSpPr>
        <p:spPr>
          <a:xfrm>
            <a:off x="-61182" y="6807113"/>
            <a:ext cx="12314366" cy="1"/>
          </a:xfrm>
          <a:prstGeom prst="line">
            <a:avLst/>
          </a:prstGeom>
          <a:ln w="177800">
            <a:solidFill>
              <a:schemeClr val="accent2"/>
            </a:solidFill>
            <a:miter/>
          </a:ln>
        </p:spPr>
        <p:txBody>
          <a:bodyPr lIns="42200" rIns="42200"/>
          <a:lstStyle/>
          <a:p>
            <a:endParaRPr sz="2215"/>
          </a:p>
        </p:txBody>
      </p:sp>
      <p:sp>
        <p:nvSpPr>
          <p:cNvPr id="75" name="线条"/>
          <p:cNvSpPr/>
          <p:nvPr/>
        </p:nvSpPr>
        <p:spPr>
          <a:xfrm>
            <a:off x="-31261" y="6807113"/>
            <a:ext cx="12192000" cy="1"/>
          </a:xfrm>
          <a:prstGeom prst="line">
            <a:avLst/>
          </a:prstGeom>
          <a:ln w="25400">
            <a:solidFill>
              <a:srgbClr val="000000"/>
            </a:solidFill>
            <a:prstDash val="sysDot"/>
          </a:ln>
        </p:spPr>
        <p:txBody>
          <a:bodyPr lIns="42200" rIns="42200"/>
          <a:lstStyle/>
          <a:p>
            <a:endParaRPr sz="2215"/>
          </a:p>
        </p:txBody>
      </p:sp>
      <p:sp>
        <p:nvSpPr>
          <p:cNvPr id="76" name="线条"/>
          <p:cNvSpPr/>
          <p:nvPr/>
        </p:nvSpPr>
        <p:spPr>
          <a:xfrm>
            <a:off x="-46892" y="676635"/>
            <a:ext cx="12223261" cy="1"/>
          </a:xfrm>
          <a:prstGeom prst="line">
            <a:avLst/>
          </a:prstGeom>
          <a:ln w="12700">
            <a:solidFill>
              <a:srgbClr val="FF0000"/>
            </a:solidFill>
            <a:prstDash val="sysDot"/>
            <a:miter/>
          </a:ln>
        </p:spPr>
        <p:txBody>
          <a:bodyPr lIns="42200" rIns="42200"/>
          <a:lstStyle/>
          <a:p>
            <a:endParaRPr sz="2215"/>
          </a:p>
        </p:txBody>
      </p:sp>
      <p:sp>
        <p:nvSpPr>
          <p:cNvPr id="77" name="标题文本"/>
          <p:cNvSpPr txBox="1">
            <a:spLocks noGrp="1"/>
          </p:cNvSpPr>
          <p:nvPr>
            <p:ph type="title" hasCustomPrompt="1"/>
          </p:nvPr>
        </p:nvSpPr>
        <p:spPr>
          <a:xfrm>
            <a:off x="298327" y="68442"/>
            <a:ext cx="11595350" cy="523785"/>
          </a:xfrm>
          <a:prstGeom prst="rect">
            <a:avLst/>
          </a:prstGeom>
        </p:spPr>
        <p:txBody>
          <a:bodyPr/>
          <a:lstStyle>
            <a:lvl1pPr algn="l">
              <a:defRPr sz="2215">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78" name="正文级别 1…"/>
          <p:cNvSpPr txBox="1">
            <a:spLocks noGrp="1"/>
          </p:cNvSpPr>
          <p:nvPr>
            <p:ph type="body" idx="1" hasCustomPrompt="1"/>
          </p:nvPr>
        </p:nvSpPr>
        <p:spPr>
          <a:xfrm>
            <a:off x="552630" y="931114"/>
            <a:ext cx="11024216" cy="4995772"/>
          </a:xfrm>
          <a:prstGeom prst="rect">
            <a:avLst/>
          </a:prstGeom>
        </p:spPr>
        <p:txBody>
          <a:bodyPr/>
          <a:lstStyle>
            <a:lvl1pPr>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656590" indent="-23431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108075" indent="-2635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567815"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1988820"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sp>
        <p:nvSpPr>
          <p:cNvPr id="79" name="矩形 22"/>
          <p:cNvSpPr/>
          <p:nvPr/>
        </p:nvSpPr>
        <p:spPr>
          <a:xfrm>
            <a:off x="3438" y="62083"/>
            <a:ext cx="234666" cy="732035"/>
          </a:xfrm>
          <a:prstGeom prst="rect">
            <a:avLst/>
          </a:prstGeom>
          <a:solidFill>
            <a:srgbClr val="C00000"/>
          </a:solidFill>
          <a:ln w="25400">
            <a:solidFill>
              <a:srgbClr val="C00000"/>
            </a:solidFill>
          </a:ln>
        </p:spPr>
        <p:txBody>
          <a:bodyPr lIns="42200" rIns="42200" anchor="ctr"/>
          <a:lstStyle/>
          <a:p>
            <a:pPr algn="ctr" defTabSz="457200">
              <a:defRPr>
                <a:solidFill>
                  <a:srgbClr val="C00000"/>
                </a:solidFill>
              </a:defRPr>
            </a:pPr>
            <a:endParaRPr sz="2215"/>
          </a:p>
        </p:txBody>
      </p:sp>
      <p:sp>
        <p:nvSpPr>
          <p:cNvPr id="80" name="幻灯片编号"/>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内容">
    <p:spTree>
      <p:nvGrpSpPr>
        <p:cNvPr id="1" name=""/>
        <p:cNvGrpSpPr/>
        <p:nvPr/>
      </p:nvGrpSpPr>
      <p:grpSpPr>
        <a:xfrm>
          <a:off x="0" y="0"/>
          <a:ext cx="0" cy="0"/>
          <a:chOff x="0" y="0"/>
          <a:chExt cx="0" cy="0"/>
        </a:xfrm>
      </p:grpSpPr>
      <p:sp>
        <p:nvSpPr>
          <p:cNvPr id="3" name="标题占位符 1"/>
          <p:cNvSpPr>
            <a:spLocks noGrp="1"/>
          </p:cNvSpPr>
          <p:nvPr>
            <p:ph type="title" hasCustomPrompt="1"/>
          </p:nvPr>
        </p:nvSpPr>
        <p:spPr>
          <a:xfrm>
            <a:off x="483389" y="218198"/>
            <a:ext cx="11332790" cy="546100"/>
          </a:xfrm>
          <a:prstGeom prst="rect">
            <a:avLst/>
          </a:prstGeom>
        </p:spPr>
        <p:txBody>
          <a:bodyPr vert="horz" lIns="91440" tIns="45720" rIns="91440" bIns="45720" rtlCol="0" anchor="ctr">
            <a:normAutofit/>
          </a:bodyPr>
          <a:lstStyle>
            <a:lvl1pPr algn="just">
              <a:defRPr/>
            </a:lvl1pPr>
          </a:lstStyle>
          <a:p>
            <a:r>
              <a:rPr lang="zh-CN" altLang="en-US" dirty="0"/>
              <a:t>页面大标题字号建议</a:t>
            </a:r>
            <a:r>
              <a:rPr lang="zh-CN" altLang="en-US"/>
              <a:t>（</a:t>
            </a:r>
            <a:r>
              <a:rPr lang="en-US" altLang="zh-CN"/>
              <a:t>24-36</a:t>
            </a:r>
            <a:r>
              <a:rPr lang="zh-CN" altLang="en-US" dirty="0"/>
              <a:t>）</a:t>
            </a: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2550" strike="noStrike" noProof="1"/>
              <a:t>单击此处编辑母版标题样式</a:t>
            </a:r>
            <a:endParaRPr lang="zh-CN" altLang="en-US" strike="noStrike" noProof="1"/>
          </a:p>
        </p:txBody>
      </p:sp>
      <p:sp>
        <p:nvSpPr>
          <p:cNvPr id="3" name="图表占位符 2"/>
          <p:cNvSpPr>
            <a:spLocks noGrp="1"/>
          </p:cNvSpPr>
          <p:nvPr>
            <p:ph type="chart"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Blip>
                <a:blip r:embed="rId2"/>
              </a:buBlip>
              <a:defRPr/>
            </a:pPr>
            <a:endParaRPr kumimoji="0" lang="zh-CN" altLang="en-US" sz="3200" b="1" i="0" u="none" strike="noStrike" kern="1200" cap="none" spc="0" normalizeH="0" baseline="0" noProof="1">
              <a:ln>
                <a:noFill/>
              </a:ln>
              <a:solidFill>
                <a:srgbClr val="000000"/>
              </a:solidFill>
              <a:effectLst/>
              <a:uLnTx/>
              <a:uFillTx/>
              <a:latin typeface="+mn-lt"/>
              <a:ea typeface="+mn-ea"/>
              <a:cs typeface="+mn-cs"/>
            </a:endParaRPr>
          </a:p>
        </p:txBody>
      </p:sp>
    </p:spTree>
  </p:cSld>
  <p:clrMapOvr>
    <a:masterClrMapping/>
  </p:clrMapOvr>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tbl">
  <p:cSld name="标题和表格">
    <p:bg>
      <p:bgPr>
        <a:solidFill>
          <a:srgbClr val="E5E2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4217" y="457200"/>
            <a:ext cx="10363200" cy="11430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564217" y="1981200"/>
            <a:ext cx="103632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rgbClr val="E62129"/>
              </a:buClr>
              <a:buSzTx/>
              <a:buFont typeface="Wingdings" panose="05000000000000000000" pitchFamily="2" charset="2"/>
              <a:buChar char="Ø"/>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sym typeface="Calibri" panose="020F0502020204030204" charset="0"/>
            </a:endParaRPr>
          </a:p>
        </p:txBody>
      </p:sp>
      <p:sp>
        <p:nvSpPr>
          <p:cNvPr id="7" name="日期占位符 3"/>
          <p:cNvSpPr>
            <a:spLocks noGrp="1"/>
          </p:cNvSpPr>
          <p:nvPr>
            <p:ph type="dt" sz="half" idx="2"/>
          </p:nvPr>
        </p:nvSpPr>
        <p:spPr>
          <a:xfrm>
            <a:off x="1564217" y="6265333"/>
            <a:ext cx="2540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3"/>
          </p:nvPr>
        </p:nvSpPr>
        <p:spPr>
          <a:xfrm>
            <a:off x="4775200" y="6248400"/>
            <a:ext cx="38608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9347200" y="6248400"/>
            <a:ext cx="2540000" cy="457200"/>
          </a:xfrm>
          <a:prstGeom prst="rect">
            <a:avLst/>
          </a:prstGeom>
          <a:noFill/>
          <a:ln>
            <a:noFill/>
          </a:ln>
        </p:spPr>
        <p:txBody>
          <a:bodyPr vert="horz" wrap="square" lIns="91440" tIns="45720" rIns="91440" bIns="45720" numCol="1" anchor="ctr" anchorCtr="0" compatLnSpc="1"/>
          <a:lstStyle/>
          <a:p>
            <a:pPr algn="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矩形 6"/>
          <p:cNvSpPr/>
          <p:nvPr userDrawn="1"/>
        </p:nvSpPr>
        <p:spPr>
          <a:xfrm>
            <a:off x="0" y="0"/>
            <a:ext cx="12192424" cy="685831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lIns="91403" tIns="45701" rIns="91403" bIns="45701" rtlCol="0" anchor="ctr"/>
          <a:lstStyle/>
          <a:p>
            <a:pPr fontAlgn="auto">
              <a:spcBef>
                <a:spcPts val="0"/>
              </a:spcBef>
              <a:spcAft>
                <a:spcPts val="0"/>
              </a:spcAft>
            </a:pPr>
            <a:endParaRPr lang="zh-CN" altLang="en-US" dirty="0">
              <a:solidFill>
                <a:prstClr val="white"/>
              </a:solidFill>
            </a:endParaRPr>
          </a:p>
        </p:txBody>
      </p:sp>
      <p:sp>
        <p:nvSpPr>
          <p:cNvPr id="9" name="文本占位符 10"/>
          <p:cNvSpPr>
            <a:spLocks noGrp="1"/>
          </p:cNvSpPr>
          <p:nvPr>
            <p:ph type="body" sz="quarter" idx="14" hasCustomPrompt="1"/>
          </p:nvPr>
        </p:nvSpPr>
        <p:spPr>
          <a:xfrm>
            <a:off x="1646198" y="845691"/>
            <a:ext cx="5180105" cy="334298"/>
          </a:xfrm>
          <a:prstGeom prst="rect">
            <a:avLst/>
          </a:prstGeom>
        </p:spPr>
        <p:txBody>
          <a:bodyPr lIns="91420" tIns="45710" rIns="91420" bIns="45710"/>
          <a:lstStyle>
            <a:lvl1pPr marL="0" indent="0">
              <a:buNone/>
              <a:defRPr sz="2000" b="0">
                <a:latin typeface="微软雅黑" panose="020B0503020204020204" charset="-122"/>
                <a:ea typeface="微软雅黑" panose="020B0503020204020204" charset="-122"/>
              </a:defRPr>
            </a:lvl1pPr>
          </a:lstStyle>
          <a:p>
            <a:pPr lvl="0"/>
            <a:r>
              <a:rPr lang="en-US" altLang="zh-CN" dirty="0"/>
              <a:t>More  Then Template</a:t>
            </a:r>
          </a:p>
        </p:txBody>
      </p:sp>
      <p:sp>
        <p:nvSpPr>
          <p:cNvPr id="6" name="Slide Number Placeholder 5"/>
          <p:cNvSpPr>
            <a:spLocks noGrp="1"/>
          </p:cNvSpPr>
          <p:nvPr>
            <p:ph type="sldNum" sz="quarter" idx="12"/>
          </p:nvPr>
        </p:nvSpPr>
        <p:spPr/>
        <p:txBody>
          <a:bodyPr/>
          <a:lstStyle/>
          <a:p>
            <a:fld id="{1B1DFAEA-743F-4F09-B78C-135530CD60F4}" type="slidenum">
              <a:rPr lang="zh-CN" altLang="en-US" smtClean="0">
                <a:solidFill>
                  <a:prstClr val="black">
                    <a:tint val="75000"/>
                  </a:prstClr>
                </a:solidFill>
              </a:rPr>
              <a:t>‹#›</a:t>
            </a:fld>
            <a:endParaRPr lang="zh-CN" altLang="en-US">
              <a:solidFill>
                <a:prstClr val="black">
                  <a:tint val="75000"/>
                </a:prstClr>
              </a:solidFill>
            </a:endParaRPr>
          </a:p>
        </p:txBody>
      </p:sp>
      <p:sp>
        <p:nvSpPr>
          <p:cNvPr id="11" name="文本占位符 10"/>
          <p:cNvSpPr>
            <a:spLocks noGrp="1"/>
          </p:cNvSpPr>
          <p:nvPr>
            <p:ph type="body" sz="quarter" idx="13" hasCustomPrompt="1"/>
          </p:nvPr>
        </p:nvSpPr>
        <p:spPr>
          <a:xfrm>
            <a:off x="180147" y="334304"/>
            <a:ext cx="5180105" cy="493054"/>
          </a:xfrm>
          <a:prstGeom prst="rect">
            <a:avLst/>
          </a:prstGeom>
        </p:spPr>
        <p:txBody>
          <a:bodyPr lIns="91420" tIns="45710" rIns="91420" bIns="45710"/>
          <a:lstStyle>
            <a:lvl1pPr marL="0" indent="0">
              <a:buNone/>
              <a:defRPr b="1">
                <a:latin typeface="微软雅黑" panose="020B0503020204020204" charset="-122"/>
                <a:ea typeface="微软雅黑" panose="020B0503020204020204" charset="-122"/>
              </a:defRPr>
            </a:lvl1pPr>
          </a:lstStyle>
          <a:p>
            <a:pPr lvl="0"/>
            <a:r>
              <a:rPr lang="en-US" altLang="zh-CN" dirty="0"/>
              <a:t>More  Then Template</a:t>
            </a:r>
          </a:p>
        </p:txBody>
      </p:sp>
      <p:cxnSp>
        <p:nvCxnSpPr>
          <p:cNvPr id="10" name="直接连接符 9"/>
          <p:cNvCxnSpPr/>
          <p:nvPr userDrawn="1"/>
        </p:nvCxnSpPr>
        <p:spPr>
          <a:xfrm>
            <a:off x="944699" y="836520"/>
            <a:ext cx="4912698"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24" y="1314897"/>
            <a:ext cx="10515890" cy="516529"/>
          </a:xfrm>
        </p:spPr>
        <p:txBody>
          <a:bodyPr>
            <a:noAutofit/>
          </a:bodyPr>
          <a:lstStyle>
            <a:lvl1pPr>
              <a:defRPr sz="4235" b="1">
                <a:solidFill>
                  <a:schemeClr val="tx1">
                    <a:lumMod val="75000"/>
                    <a:lumOff val="25000"/>
                  </a:schemeClr>
                </a:solidFill>
              </a:defRPr>
            </a:lvl1pPr>
          </a:lstStyle>
          <a:p>
            <a:r>
              <a:rPr kumimoji="1" lang="zh-CN" altLang="en-US" dirty="0"/>
              <a:t>单击此处编辑母版标题样式</a:t>
            </a:r>
          </a:p>
        </p:txBody>
      </p:sp>
      <p:sp>
        <p:nvSpPr>
          <p:cNvPr id="3" name="内容占位符 2"/>
          <p:cNvSpPr>
            <a:spLocks noGrp="1"/>
          </p:cNvSpPr>
          <p:nvPr>
            <p:ph idx="1"/>
          </p:nvPr>
        </p:nvSpPr>
        <p:spPr>
          <a:xfrm>
            <a:off x="838224" y="2180582"/>
            <a:ext cx="10515890" cy="399638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1" name="文本占位符 11"/>
          <p:cNvSpPr>
            <a:spLocks noGrp="1"/>
          </p:cNvSpPr>
          <p:nvPr>
            <p:ph type="body" sz="quarter" idx="14" hasCustomPrompt="1"/>
          </p:nvPr>
        </p:nvSpPr>
        <p:spPr>
          <a:xfrm>
            <a:off x="634307" y="245865"/>
            <a:ext cx="6817335" cy="618036"/>
          </a:xfrm>
        </p:spPr>
        <p:txBody>
          <a:bodyPr>
            <a:normAutofit/>
          </a:bodyPr>
          <a:lstStyle>
            <a:lvl1pPr marL="0" indent="0">
              <a:buNone/>
              <a:defRPr sz="2115" b="1">
                <a:solidFill>
                  <a:schemeClr val="tx1">
                    <a:lumMod val="75000"/>
                    <a:lumOff val="25000"/>
                  </a:schemeClr>
                </a:solidFill>
                <a:latin typeface="+mj-ea"/>
                <a:ea typeface="+mj-ea"/>
              </a:defRPr>
            </a:lvl1pPr>
          </a:lstStyle>
          <a:p>
            <a:pPr lvl="0"/>
            <a:r>
              <a:rPr lang="zh-CN" altLang="en-US" dirty="0"/>
              <a:t>章节标题</a:t>
            </a:r>
          </a:p>
        </p:txBody>
      </p:sp>
      <p:sp>
        <p:nvSpPr>
          <p:cNvPr id="14" name="灯片编号占位符 5"/>
          <p:cNvSpPr>
            <a:spLocks noGrp="1"/>
          </p:cNvSpPr>
          <p:nvPr>
            <p:ph type="sldNum" sz="quarter" idx="12"/>
          </p:nvPr>
        </p:nvSpPr>
        <p:spPr>
          <a:xfrm>
            <a:off x="8610838" y="6356351"/>
            <a:ext cx="2743276" cy="365125"/>
          </a:xfrm>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14_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6233" y="252806"/>
            <a:ext cx="7195195" cy="576228"/>
          </a:xfrm>
          <a:prstGeom prst="rect">
            <a:avLst/>
          </a:prstGeom>
        </p:spPr>
        <p:txBody>
          <a:bodyPr/>
          <a:lstStyle>
            <a:lvl1pPr algn="l">
              <a:defRPr>
                <a:solidFill>
                  <a:schemeClr val="tx1"/>
                </a:solidFill>
              </a:defRPr>
            </a:lvl1pPr>
          </a:lstStyle>
          <a:p>
            <a:r>
              <a:rPr lang="zh-CN" altLang="en-US" noProof="1"/>
              <a:t>单击此处编辑母版标题样式</a:t>
            </a:r>
          </a:p>
        </p:txBody>
      </p:sp>
      <p:sp>
        <p:nvSpPr>
          <p:cNvPr id="8" name="文本占位符 3"/>
          <p:cNvSpPr>
            <a:spLocks noGrp="1"/>
          </p:cNvSpPr>
          <p:nvPr>
            <p:ph type="body" sz="quarter" idx="11"/>
          </p:nvPr>
        </p:nvSpPr>
        <p:spPr>
          <a:xfrm>
            <a:off x="762915" y="1215289"/>
            <a:ext cx="10666593" cy="2622057"/>
          </a:xfrm>
          <a:prstGeom prst="rect">
            <a:avLst/>
          </a:prstGeom>
        </p:spPr>
        <p:txBody>
          <a:bodyPr/>
          <a:lstStyle>
            <a:lvl1pPr marL="354965" indent="-354965">
              <a:buFont typeface="Arial" panose="020B0604020202020204" pitchFamily="34" charset="0"/>
              <a:buChar char="•"/>
              <a:defRPr sz="1600"/>
            </a:lvl1pPr>
            <a:lvl2pPr marL="768350" indent="-295275">
              <a:buFont typeface="Arial" panose="020B0604020202020204" pitchFamily="34" charset="0"/>
              <a:buChar char="•"/>
              <a:defRPr sz="1600"/>
            </a:lvl2pPr>
            <a:lvl3pPr marL="1182370" indent="-236220">
              <a:buFont typeface="Arial" panose="020B0604020202020204" pitchFamily="34" charset="0"/>
              <a:buChar char="•"/>
              <a:defRPr sz="1600"/>
            </a:lvl3pPr>
            <a:lvl4pPr marL="1654810" indent="-236220">
              <a:buFont typeface="Arial" panose="020B0604020202020204" pitchFamily="34" charset="0"/>
              <a:buChar char="•"/>
              <a:defRPr sz="1600"/>
            </a:lvl4pPr>
            <a:lvl5pPr marL="2128520" indent="-236220">
              <a:buFont typeface="Arial" panose="020B0604020202020204" pitchFamily="34" charset="0"/>
              <a:buChar char="•"/>
              <a:defRPr sz="16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2" name="文本占位符 3"/>
          <p:cNvSpPr>
            <a:spLocks noGrp="1"/>
          </p:cNvSpPr>
          <p:nvPr>
            <p:ph type="body" sz="quarter" idx="12"/>
          </p:nvPr>
        </p:nvSpPr>
        <p:spPr>
          <a:xfrm>
            <a:off x="762915" y="3543508"/>
            <a:ext cx="10666593" cy="2484196"/>
          </a:xfrm>
          <a:prstGeom prst="rect">
            <a:avLst/>
          </a:prstGeom>
        </p:spPr>
        <p:txBody>
          <a:bodyPr/>
          <a:lstStyle>
            <a:lvl1pPr marL="354965" indent="-354965">
              <a:buFont typeface="Arial" panose="020B0604020202020204" pitchFamily="34" charset="0"/>
              <a:buChar char="•"/>
              <a:defRPr sz="1600"/>
            </a:lvl1pPr>
            <a:lvl2pPr marL="768350" indent="-295275">
              <a:buFont typeface="Arial" panose="020B0604020202020204" pitchFamily="34" charset="0"/>
              <a:buChar char="•"/>
              <a:defRPr sz="1600"/>
            </a:lvl2pPr>
            <a:lvl3pPr marL="1182370" indent="-236220">
              <a:buFont typeface="Arial" panose="020B0604020202020204" pitchFamily="34" charset="0"/>
              <a:buChar char="•"/>
              <a:defRPr sz="1600"/>
            </a:lvl3pPr>
            <a:lvl4pPr marL="1654810" indent="-236220">
              <a:buFont typeface="Arial" panose="020B0604020202020204" pitchFamily="34" charset="0"/>
              <a:buChar char="•"/>
              <a:defRPr sz="1600"/>
            </a:lvl4pPr>
            <a:lvl5pPr marL="2128520" indent="-236220">
              <a:buFont typeface="Arial" panose="020B0604020202020204" pitchFamily="34" charset="0"/>
              <a:buChar char="•"/>
              <a:defRPr sz="16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4"/>
          <p:cNvSpPr>
            <a:spLocks noGrp="1"/>
          </p:cNvSpPr>
          <p:nvPr>
            <p:ph type="sldNum" sz="quarter" idx="13"/>
          </p:nvPr>
        </p:nvSpPr>
        <p:spPr/>
        <p:txBody>
          <a:bodyPr/>
          <a:lstStyle>
            <a:lvl1pPr algn="ctr">
              <a:defRPr sz="1200" smtClean="0">
                <a:solidFill>
                  <a:schemeClr val="bg1">
                    <a:lumMod val="75000"/>
                  </a:schemeClr>
                </a:solidFill>
              </a:defRPr>
            </a:lvl1pPr>
          </a:lstStyle>
          <a:p>
            <a:pPr>
              <a:defRPr/>
            </a:pPr>
            <a:fld id="{A6342B81-4B20-49E7-908B-F980E52025CB}" type="slidenum">
              <a:rPr lang="zh-CN" altLang="en-US"/>
              <a:t>‹#›</a:t>
            </a:fld>
            <a:endParaRPr lang="zh-CN" alt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17_Title Slide">
    <p:spTree>
      <p:nvGrpSpPr>
        <p:cNvPr id="1" name=""/>
        <p:cNvGrpSpPr/>
        <p:nvPr/>
      </p:nvGrpSpPr>
      <p:grpSpPr>
        <a:xfrm>
          <a:off x="0" y="0"/>
          <a:ext cx="0" cy="0"/>
          <a:chOff x="0" y="0"/>
          <a:chExt cx="0" cy="0"/>
        </a:xfrm>
      </p:grpSpPr>
      <p:sp>
        <p:nvSpPr>
          <p:cNvPr id="7" name="Rectangle 10"/>
          <p:cNvSpPr/>
          <p:nvPr userDrawn="1"/>
        </p:nvSpPr>
        <p:spPr>
          <a:xfrm flipH="1">
            <a:off x="0" y="357505"/>
            <a:ext cx="5675630" cy="6337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23.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正文页-10013_1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0" hasCustomPrompt="1"/>
            <p:custDataLst>
              <p:tags r:id="rId5"/>
            </p:custDataLst>
          </p:nvPr>
        </p:nvSpPr>
        <p:spPr>
          <a:xfrm>
            <a:off x="609600" y="1524000"/>
            <a:ext cx="10972800" cy="1879600"/>
          </a:xfrm>
          <a:custGeom>
            <a:avLst/>
            <a:gdLst>
              <a:gd name="connisteX0" fmla="*/ 0 w 10972800"/>
              <a:gd name="connsiteY0" fmla="*/ 203200 h 1879600"/>
              <a:gd name="connisteX1" fmla="*/ 203200 w 10972800"/>
              <a:gd name="connsiteY1" fmla="*/ 0 h 1879600"/>
              <a:gd name="connisteX2" fmla="*/ 10769600 w 10972800"/>
              <a:gd name="connsiteY2" fmla="*/ 0 h 1879600"/>
              <a:gd name="connisteX3" fmla="*/ 10972800 w 10972800"/>
              <a:gd name="connsiteY3" fmla="*/ 203200 h 1879600"/>
              <a:gd name="connisteX4" fmla="*/ 10972800 w 10972800"/>
              <a:gd name="connsiteY4" fmla="*/ 1676400 h 1879600"/>
              <a:gd name="connisteX5" fmla="*/ 10769600 w 10972800"/>
              <a:gd name="connsiteY5" fmla="*/ 1879600 h 1879600"/>
              <a:gd name="connisteX6" fmla="*/ 203200 w 10972800"/>
              <a:gd name="connsiteY6" fmla="*/ 1879600 h 1879600"/>
              <a:gd name="connisteX7" fmla="*/ 0 w 10972800"/>
              <a:gd name="connsiteY7" fmla="*/ 1676400 h 1879600"/>
              <a:gd name="connisteX8" fmla="*/ 0 w 10972800"/>
              <a:gd name="connsiteY8" fmla="*/ 203200 h 187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879600">
                <a:moveTo>
                  <a:pt x="0" y="203200"/>
                </a:moveTo>
                <a:cubicBezTo>
                  <a:pt x="0" y="90976"/>
                  <a:pt x="90976" y="0"/>
                  <a:pt x="203200" y="0"/>
                </a:cubicBezTo>
                <a:lnTo>
                  <a:pt x="10769600" y="0"/>
                </a:lnTo>
                <a:cubicBezTo>
                  <a:pt x="10881824" y="0"/>
                  <a:pt x="10972800" y="90976"/>
                  <a:pt x="10972800" y="203200"/>
                </a:cubicBezTo>
                <a:lnTo>
                  <a:pt x="10972800" y="1676400"/>
                </a:lnTo>
                <a:cubicBezTo>
                  <a:pt x="10972800" y="1788624"/>
                  <a:pt x="10881824" y="1879600"/>
                  <a:pt x="10769600" y="1879600"/>
                </a:cubicBezTo>
                <a:lnTo>
                  <a:pt x="203200" y="1879600"/>
                </a:lnTo>
                <a:cubicBezTo>
                  <a:pt x="90976" y="1879600"/>
                  <a:pt x="0" y="1788624"/>
                  <a:pt x="0" y="167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38608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419600"/>
            <a:ext cx="51816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6400800" y="38608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6400800" y="4419600"/>
            <a:ext cx="51816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bl">
  <p:cSld name="标题和表格">
    <p:bg>
      <p:bgPr>
        <a:solidFill>
          <a:srgbClr val="E5E2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4217" y="457200"/>
            <a:ext cx="10363200" cy="11430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564217" y="1981200"/>
            <a:ext cx="103632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rgbClr val="E62129"/>
              </a:buClr>
              <a:buSzTx/>
              <a:buFont typeface="Wingdings" panose="05000000000000000000" pitchFamily="2" charset="2"/>
              <a:buChar char="Ø"/>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sym typeface="Calibri" panose="020F0502020204030204" charset="0"/>
            </a:endParaRPr>
          </a:p>
        </p:txBody>
      </p:sp>
      <p:sp>
        <p:nvSpPr>
          <p:cNvPr id="7" name="日期占位符 3"/>
          <p:cNvSpPr>
            <a:spLocks noGrp="1"/>
          </p:cNvSpPr>
          <p:nvPr>
            <p:ph type="dt" sz="half" idx="2"/>
          </p:nvPr>
        </p:nvSpPr>
        <p:spPr>
          <a:xfrm>
            <a:off x="1564217" y="6265333"/>
            <a:ext cx="2540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3"/>
          </p:nvPr>
        </p:nvSpPr>
        <p:spPr>
          <a:xfrm>
            <a:off x="4775200" y="6248400"/>
            <a:ext cx="38608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9347200" y="6248400"/>
            <a:ext cx="2540000" cy="457200"/>
          </a:xfrm>
          <a:prstGeom prst="rect">
            <a:avLst/>
          </a:prstGeom>
          <a:noFill/>
          <a:ln>
            <a:noFill/>
          </a:ln>
        </p:spPr>
        <p:txBody>
          <a:bodyPr vert="horz" wrap="square" lIns="91440" tIns="45720" rIns="91440" bIns="45720" numCol="1" anchor="ctr" anchorCtr="0" compatLnSpc="1"/>
          <a:lstStyle/>
          <a:p>
            <a:pPr algn="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2550" strike="noStrike" noProof="1"/>
              <a:t>单击此处编辑母版标题样式</a:t>
            </a:r>
            <a:endParaRPr lang="zh-CN" altLang="en-US" strike="noStrike" noProof="1"/>
          </a:p>
        </p:txBody>
      </p:sp>
      <p:sp>
        <p:nvSpPr>
          <p:cNvPr id="3" name="图表占位符 2"/>
          <p:cNvSpPr>
            <a:spLocks noGrp="1"/>
          </p:cNvSpPr>
          <p:nvPr>
            <p:ph type="chart"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Blip>
                <a:blip r:embed="rId2"/>
              </a:buBlip>
              <a:defRPr/>
            </a:pPr>
            <a:endParaRPr kumimoji="0" lang="zh-CN" altLang="en-US" sz="3200" b="1" i="0" u="none" strike="noStrike" kern="1200" cap="none" spc="0" normalizeH="0" baseline="0" noProof="1">
              <a:ln>
                <a:noFill/>
              </a:ln>
              <a:solidFill>
                <a:srgbClr val="000000"/>
              </a:solidFill>
              <a:effectLst/>
              <a:uLnTx/>
              <a:uFillTx/>
              <a:latin typeface="+mn-lt"/>
              <a:ea typeface="+mn-ea"/>
              <a:cs typeface="+mn-cs"/>
            </a:endParaRPr>
          </a:p>
        </p:txBody>
      </p:sp>
    </p:spTree>
  </p:cSld>
  <p:clrMapOvr>
    <a:masterClrMapping/>
  </p:clrMapOvr>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1048590" name="矩形 3"/>
          <p:cNvSpPr/>
          <p:nvPr userDrawn="1"/>
        </p:nvSpPr>
        <p:spPr>
          <a:xfrm>
            <a:off x="292688" y="6439840"/>
            <a:ext cx="734944"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2097155" name="Picture 2" descr="C:\Users\Admin\Desktop\shutterstock_129456278 [转换].jpg"/>
          <p:cNvPicPr>
            <a:picLocks noChangeAspect="1" noChangeArrowheads="1"/>
          </p:cNvPicPr>
          <p:nvPr userDrawn="1"/>
        </p:nvPicPr>
        <p:blipFill rotWithShape="1">
          <a:blip r:embed="rId2" cstate="email">
            <a:duotone>
              <a:schemeClr val="bg2">
                <a:shade val="45000"/>
                <a:satMod val="135000"/>
              </a:schemeClr>
              <a:prstClr val="white"/>
            </a:duotone>
          </a:blip>
          <a:srcRect/>
          <a:stretch>
            <a:fillRect/>
          </a:stretch>
        </p:blipFill>
        <p:spPr bwMode="auto">
          <a:xfrm>
            <a:off x="-1447" y="1"/>
            <a:ext cx="12193448" cy="6860117"/>
          </a:xfrm>
          <a:prstGeom prst="rect">
            <a:avLst/>
          </a:prstGeom>
          <a:noFill/>
        </p:spPr>
      </p:pic>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type="tx">
  <p:cSld name="标题和竖排文字">
    <p:spTree>
      <p:nvGrpSpPr>
        <p:cNvPr id="1" name=""/>
        <p:cNvGrpSpPr/>
        <p:nvPr/>
      </p:nvGrpSpPr>
      <p:grpSpPr>
        <a:xfrm>
          <a:off x="0" y="0"/>
          <a:ext cx="0" cy="0"/>
          <a:chOff x="0" y="0"/>
          <a:chExt cx="0" cy="0"/>
        </a:xfrm>
      </p:grpSpPr>
      <p:sp>
        <p:nvSpPr>
          <p:cNvPr id="74" name="线条"/>
          <p:cNvSpPr/>
          <p:nvPr/>
        </p:nvSpPr>
        <p:spPr>
          <a:xfrm>
            <a:off x="-61182" y="6807113"/>
            <a:ext cx="12314366" cy="1"/>
          </a:xfrm>
          <a:prstGeom prst="line">
            <a:avLst/>
          </a:prstGeom>
          <a:ln w="177800">
            <a:solidFill>
              <a:schemeClr val="accent2"/>
            </a:solidFill>
            <a:miter/>
          </a:ln>
        </p:spPr>
        <p:txBody>
          <a:bodyPr lIns="42200" rIns="42200"/>
          <a:lstStyle/>
          <a:p>
            <a:endParaRPr sz="2215"/>
          </a:p>
        </p:txBody>
      </p:sp>
      <p:sp>
        <p:nvSpPr>
          <p:cNvPr id="75" name="线条"/>
          <p:cNvSpPr/>
          <p:nvPr/>
        </p:nvSpPr>
        <p:spPr>
          <a:xfrm>
            <a:off x="-31261" y="6807113"/>
            <a:ext cx="12192000" cy="1"/>
          </a:xfrm>
          <a:prstGeom prst="line">
            <a:avLst/>
          </a:prstGeom>
          <a:ln w="25400">
            <a:solidFill>
              <a:srgbClr val="000000"/>
            </a:solidFill>
            <a:prstDash val="sysDot"/>
          </a:ln>
        </p:spPr>
        <p:txBody>
          <a:bodyPr lIns="42200" rIns="42200"/>
          <a:lstStyle/>
          <a:p>
            <a:endParaRPr sz="2215"/>
          </a:p>
        </p:txBody>
      </p:sp>
      <p:sp>
        <p:nvSpPr>
          <p:cNvPr id="76" name="线条"/>
          <p:cNvSpPr/>
          <p:nvPr/>
        </p:nvSpPr>
        <p:spPr>
          <a:xfrm>
            <a:off x="-46892" y="676635"/>
            <a:ext cx="12223261" cy="1"/>
          </a:xfrm>
          <a:prstGeom prst="line">
            <a:avLst/>
          </a:prstGeom>
          <a:ln w="12700">
            <a:solidFill>
              <a:srgbClr val="FF0000"/>
            </a:solidFill>
            <a:prstDash val="sysDot"/>
            <a:miter/>
          </a:ln>
        </p:spPr>
        <p:txBody>
          <a:bodyPr lIns="42200" rIns="42200"/>
          <a:lstStyle/>
          <a:p>
            <a:endParaRPr sz="2215"/>
          </a:p>
        </p:txBody>
      </p:sp>
      <p:sp>
        <p:nvSpPr>
          <p:cNvPr id="77" name="标题文本"/>
          <p:cNvSpPr txBox="1">
            <a:spLocks noGrp="1"/>
          </p:cNvSpPr>
          <p:nvPr>
            <p:ph type="title" hasCustomPrompt="1"/>
          </p:nvPr>
        </p:nvSpPr>
        <p:spPr>
          <a:xfrm>
            <a:off x="298327" y="68442"/>
            <a:ext cx="11595350" cy="523785"/>
          </a:xfrm>
          <a:prstGeom prst="rect">
            <a:avLst/>
          </a:prstGeom>
        </p:spPr>
        <p:txBody>
          <a:bodyPr/>
          <a:lstStyle>
            <a:lvl1pPr algn="l">
              <a:defRPr sz="2215">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78" name="正文级别 1…"/>
          <p:cNvSpPr txBox="1">
            <a:spLocks noGrp="1"/>
          </p:cNvSpPr>
          <p:nvPr>
            <p:ph type="body" idx="1" hasCustomPrompt="1"/>
          </p:nvPr>
        </p:nvSpPr>
        <p:spPr>
          <a:xfrm>
            <a:off x="552630" y="931114"/>
            <a:ext cx="11024216" cy="4995772"/>
          </a:xfrm>
          <a:prstGeom prst="rect">
            <a:avLst/>
          </a:prstGeom>
        </p:spPr>
        <p:txBody>
          <a:bodyPr/>
          <a:lstStyle>
            <a:lvl1pPr>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656590" indent="-23431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108075" indent="-2635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567815"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1988820"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sp>
        <p:nvSpPr>
          <p:cNvPr id="79" name="矩形 22"/>
          <p:cNvSpPr/>
          <p:nvPr/>
        </p:nvSpPr>
        <p:spPr>
          <a:xfrm>
            <a:off x="3438" y="62083"/>
            <a:ext cx="234666" cy="732035"/>
          </a:xfrm>
          <a:prstGeom prst="rect">
            <a:avLst/>
          </a:prstGeom>
          <a:solidFill>
            <a:srgbClr val="C00000"/>
          </a:solidFill>
          <a:ln w="25400">
            <a:solidFill>
              <a:srgbClr val="C00000"/>
            </a:solidFill>
          </a:ln>
        </p:spPr>
        <p:txBody>
          <a:bodyPr lIns="42200" rIns="42200" anchor="ctr"/>
          <a:lstStyle/>
          <a:p>
            <a:pPr algn="ctr" defTabSz="457200">
              <a:defRPr>
                <a:solidFill>
                  <a:srgbClr val="C00000"/>
                </a:solidFill>
              </a:defRPr>
            </a:pPr>
            <a:endParaRPr sz="2215"/>
          </a:p>
        </p:txBody>
      </p:sp>
      <p:sp>
        <p:nvSpPr>
          <p:cNvPr id="80" name="幻灯片编号"/>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58.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正文页-51_16">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latin typeface="微软雅黑" panose="020B0503020204020204" charset="-122"/>
                <a:ea typeface="微软雅黑" panose="020B0503020204020204" charset="-122"/>
              </a:rPr>
              <a:t>2026/6/9</a:t>
            </a:fld>
            <a:endParaRPr lang="zh-CN" altLang="en-US">
              <a:latin typeface="微软雅黑" panose="020B0503020204020204" charset="-122"/>
              <a:ea typeface="微软雅黑" panose="020B0503020204020204" charset="-122"/>
            </a:endParaRPr>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
        <p:nvSpPr>
          <p:cNvPr id="11" name="标题 10"/>
          <p:cNvSpPr>
            <a:spLocks noGrp="1"/>
          </p:cNvSpPr>
          <p:nvPr>
            <p:ph type="ctrTitle" idx="16385" hasCustomPrompt="1"/>
            <p:custDataLst>
              <p:tags r:id="rId4"/>
            </p:custDataLst>
          </p:nvPr>
        </p:nvSpPr>
        <p:spPr>
          <a:xfrm>
            <a:off x="609600" y="34798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latin typeface="微软雅黑" panose="020B0503020204020204" charset="-122"/>
                <a:ea typeface="微软雅黑" panose="020B0503020204020204" charset="-122"/>
              </a:defRPr>
            </a:lvl1pPr>
          </a:lstStyle>
          <a:p>
            <a:r>
              <a:rPr lang="zh-CN" altLang="en-US">
                <a:latin typeface="MiSans Medium" panose="00000600000000000000" charset="-122"/>
                <a:ea typeface="MiSans Medium" panose="00000600000000000000" charset="-122"/>
              </a:rPr>
              <a:t>单击此处添加标题</a:t>
            </a:r>
          </a:p>
        </p:txBody>
      </p:sp>
      <p:sp>
        <p:nvSpPr>
          <p:cNvPr id="12" name="内容占位符 11"/>
          <p:cNvSpPr>
            <a:spLocks noGrp="1"/>
          </p:cNvSpPr>
          <p:nvPr>
            <p:ph idx="16392" hasCustomPrompt="1"/>
            <p:custDataLst>
              <p:tags r:id="rId5"/>
            </p:custDataLst>
          </p:nvPr>
        </p:nvSpPr>
        <p:spPr>
          <a:xfrm>
            <a:off x="609600" y="609600"/>
            <a:ext cx="10972800" cy="2336800"/>
          </a:xfrm>
          <a:custGeom>
            <a:avLst/>
            <a:gdLst>
              <a:gd name="connisteX0" fmla="*/ 0 w 10972800"/>
              <a:gd name="connsiteY0" fmla="*/ 0 h 2336800"/>
              <a:gd name="connisteX1" fmla="*/ 10972800 w 10972800"/>
              <a:gd name="connsiteY1" fmla="*/ 0 h 2336800"/>
              <a:gd name="connisteX2" fmla="*/ 10972800 w 10972800"/>
              <a:gd name="connsiteY2" fmla="*/ 2336800 h 2336800"/>
              <a:gd name="connisteX3" fmla="*/ 0 w 10972800"/>
              <a:gd name="connsiteY3" fmla="*/ 2336800 h 2336800"/>
              <a:gd name="connisteX4" fmla="*/ 0 w 10972800"/>
              <a:gd name="connsiteY4" fmla="*/ 0 h 2336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10972800" h="2336800">
                <a:moveTo>
                  <a:pt x="0" y="0"/>
                </a:moveTo>
                <a:lnTo>
                  <a:pt x="10972800" y="0"/>
                </a:lnTo>
                <a:lnTo>
                  <a:pt x="10972800" y="2336800"/>
                </a:lnTo>
                <a:lnTo>
                  <a:pt x="0" y="2336800"/>
                </a:lnTo>
                <a:lnTo>
                  <a:pt x="0" y="0"/>
                </a:lnTo>
                <a:close/>
              </a:path>
            </a:pathLst>
          </a:custGeom>
          <a:solidFill>
            <a:srgbClr val="DDDDDD"/>
          </a:solidFill>
          <a:ln>
            <a:noFill/>
          </a:ln>
        </p:spPr>
        <p:txBody>
          <a:bodyPr>
            <a:norm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3" name="文本占位符 12"/>
          <p:cNvSpPr>
            <a:spLocks noGrp="1"/>
          </p:cNvSpPr>
          <p:nvPr>
            <p:ph type="body" idx="16386" hasCustomPrompt="1"/>
            <p:custDataLst>
              <p:tags r:id="rId6"/>
            </p:custDataLst>
          </p:nvPr>
        </p:nvSpPr>
        <p:spPr>
          <a:xfrm>
            <a:off x="6096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4" name="文本占位符 13"/>
          <p:cNvSpPr>
            <a:spLocks noGrp="1"/>
          </p:cNvSpPr>
          <p:nvPr>
            <p:ph type="body" idx="16387" hasCustomPrompt="1"/>
            <p:custDataLst>
              <p:tags r:id="rId7"/>
            </p:custDataLst>
          </p:nvPr>
        </p:nvSpPr>
        <p:spPr>
          <a:xfrm>
            <a:off x="6096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5" name="文本占位符 14"/>
          <p:cNvSpPr>
            <a:spLocks noGrp="1"/>
          </p:cNvSpPr>
          <p:nvPr>
            <p:ph type="body" idx="16388" hasCustomPrompt="1"/>
            <p:custDataLst>
              <p:tags r:id="rId8"/>
            </p:custDataLst>
          </p:nvPr>
        </p:nvSpPr>
        <p:spPr>
          <a:xfrm>
            <a:off x="44704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6" name="文本占位符 15"/>
          <p:cNvSpPr>
            <a:spLocks noGrp="1"/>
          </p:cNvSpPr>
          <p:nvPr>
            <p:ph type="body" idx="16389" hasCustomPrompt="1"/>
            <p:custDataLst>
              <p:tags r:id="rId9"/>
            </p:custDataLst>
          </p:nvPr>
        </p:nvSpPr>
        <p:spPr>
          <a:xfrm>
            <a:off x="44704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7" name="文本占位符 16"/>
          <p:cNvSpPr>
            <a:spLocks noGrp="1"/>
          </p:cNvSpPr>
          <p:nvPr>
            <p:ph type="body" idx="16390" hasCustomPrompt="1"/>
            <p:custDataLst>
              <p:tags r:id="rId10"/>
            </p:custDataLst>
          </p:nvPr>
        </p:nvSpPr>
        <p:spPr>
          <a:xfrm>
            <a:off x="83312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8" name="文本占位符 17"/>
          <p:cNvSpPr>
            <a:spLocks noGrp="1"/>
          </p:cNvSpPr>
          <p:nvPr>
            <p:ph type="body" idx="16391" hasCustomPrompt="1"/>
            <p:custDataLst>
              <p:tags r:id="rId11"/>
            </p:custDataLst>
          </p:nvPr>
        </p:nvSpPr>
        <p:spPr>
          <a:xfrm>
            <a:off x="83312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正文页-2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latin typeface="微软雅黑" panose="020B0503020204020204" charset="-122"/>
                <a:ea typeface="微软雅黑" panose="020B0503020204020204" charset="-122"/>
              </a:rPr>
              <a:t>2026/6/9</a:t>
            </a:fld>
            <a:endParaRPr lang="zh-CN" altLang="en-US">
              <a:latin typeface="微软雅黑" panose="020B0503020204020204" charset="-122"/>
              <a:ea typeface="微软雅黑" panose="020B0503020204020204" charset="-122"/>
            </a:endParaRPr>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latin typeface="微软雅黑" panose="020B0503020204020204" charset="-122"/>
                <a:ea typeface="微软雅黑" panose="020B0503020204020204" charset="-122"/>
              </a:defRPr>
            </a:lvl1pPr>
          </a:lstStyle>
          <a:p>
            <a:r>
              <a:rPr lang="zh-CN" altLang="en-US">
                <a:latin typeface="MiSans Medium" panose="00000600000000000000" charset="-122"/>
                <a:ea typeface="MiSans Medium" panose="00000600000000000000" charset="-122"/>
              </a:rPr>
              <a:t>单击此处添加标题</a:t>
            </a:r>
          </a:p>
        </p:txBody>
      </p:sp>
      <p:sp>
        <p:nvSpPr>
          <p:cNvPr id="12" name="装饰  1"/>
          <p:cNvSpPr>
            <a:spLocks noGrp="1"/>
          </p:cNvSpPr>
          <p:nvPr>
            <p:ph type="body" idx="16392" hasCustomPrompt="1"/>
            <p:custDataLst>
              <p:tags r:id="rId5"/>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692400 h 2692400"/>
              <a:gd name="connisteX3" fmla="*/ 0 w 3454400"/>
              <a:gd name="connsiteY3" fmla="*/ 2692400 h 2692400"/>
              <a:gd name="connisteX4" fmla="*/ 0 w 3454400"/>
              <a:gd name="connsiteY4" fmla="*/ 0 h 26924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454400" h="2692400">
                <a:moveTo>
                  <a:pt x="0" y="0"/>
                </a:moveTo>
                <a:lnTo>
                  <a:pt x="3454400" y="0"/>
                </a:lnTo>
                <a:lnTo>
                  <a:pt x="3454400" y="2692400"/>
                </a:lnTo>
                <a:lnTo>
                  <a:pt x="0" y="26924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3" name="图片占位符 12"/>
          <p:cNvSpPr>
            <a:spLocks noGrp="1"/>
          </p:cNvSpPr>
          <p:nvPr>
            <p:ph type="pic" idx="16393" hasCustomPrompt="1"/>
            <p:custDataLst>
              <p:tags r:id="rId6"/>
            </p:custDataLst>
          </p:nvPr>
        </p:nvSpPr>
        <p:spPr>
          <a:xfrm>
            <a:off x="609600" y="1524000"/>
            <a:ext cx="3454400" cy="2032000"/>
          </a:xfrm>
          <a:custGeom>
            <a:avLst/>
            <a:gdLst>
              <a:gd name="connisteX0" fmla="*/ 0 w 3454400"/>
              <a:gd name="connsiteY0" fmla="*/ 0 h 2032000"/>
              <a:gd name="connisteX1" fmla="*/ 3454400 w 3454400"/>
              <a:gd name="connsiteY1" fmla="*/ 0 h 2032000"/>
              <a:gd name="connisteX2" fmla="*/ 3454400 w 3454400"/>
              <a:gd name="connsiteY2" fmla="*/ 2032000 h 2032000"/>
              <a:gd name="connisteX3" fmla="*/ 0 w 3454400"/>
              <a:gd name="connsiteY3" fmla="*/ 2032000 h 2032000"/>
              <a:gd name="connisteX4" fmla="*/ 0 w 3454400"/>
              <a:gd name="connsiteY4" fmla="*/ 0 h 203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454400" h="2032000">
                <a:moveTo>
                  <a:pt x="0" y="0"/>
                </a:moveTo>
                <a:lnTo>
                  <a:pt x="3454400" y="0"/>
                </a:lnTo>
                <a:lnTo>
                  <a:pt x="3454400" y="2032000"/>
                </a:lnTo>
                <a:lnTo>
                  <a:pt x="0" y="20320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latin typeface="MiSans Normal" panose="00000500000000000000" charset="-122"/>
                <a:ea typeface="MiSans Normal" panose="00000500000000000000" charset="-122"/>
              </a:rPr>
              <a:t> </a:t>
            </a:r>
          </a:p>
        </p:txBody>
      </p:sp>
      <p:sp>
        <p:nvSpPr>
          <p:cNvPr id="14" name="文本占位符 13"/>
          <p:cNvSpPr>
            <a:spLocks noGrp="1"/>
          </p:cNvSpPr>
          <p:nvPr>
            <p:ph type="body" idx="16386" hasCustomPrompt="1"/>
            <p:custDataLst>
              <p:tags r:id="rId7"/>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单击添加项标题</a:t>
            </a:r>
          </a:p>
        </p:txBody>
      </p:sp>
      <p:sp>
        <p:nvSpPr>
          <p:cNvPr id="15" name="文本占位符 14"/>
          <p:cNvSpPr>
            <a:spLocks noGrp="1"/>
          </p:cNvSpPr>
          <p:nvPr>
            <p:ph type="body" idx="16387" hasCustomPrompt="1"/>
            <p:custDataLst>
              <p:tags r:id="rId8"/>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6" name="装饰  5"/>
          <p:cNvSpPr>
            <a:spLocks noGrp="1"/>
          </p:cNvSpPr>
          <p:nvPr>
            <p:ph type="body" idx="16394" hasCustomPrompt="1"/>
            <p:custDataLst>
              <p:tags r:id="rId9"/>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692400 h 2692400"/>
              <a:gd name="connisteX3" fmla="*/ 0 w 3454400"/>
              <a:gd name="connsiteY3" fmla="*/ 2692400 h 2692400"/>
              <a:gd name="connisteX4" fmla="*/ 0 w 3454400"/>
              <a:gd name="connsiteY4" fmla="*/ 0 h 26924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454400" h="2692400">
                <a:moveTo>
                  <a:pt x="0" y="0"/>
                </a:moveTo>
                <a:lnTo>
                  <a:pt x="3454400" y="0"/>
                </a:lnTo>
                <a:lnTo>
                  <a:pt x="3454400" y="2692400"/>
                </a:lnTo>
                <a:lnTo>
                  <a:pt x="0" y="2692400"/>
                </a:lnTo>
                <a:lnTo>
                  <a:pt x="0" y="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7" name="图片占位符 16"/>
          <p:cNvSpPr>
            <a:spLocks noGrp="1"/>
          </p:cNvSpPr>
          <p:nvPr>
            <p:ph type="pic" idx="16395" hasCustomPrompt="1"/>
            <p:custDataLst>
              <p:tags r:id="rId10"/>
            </p:custDataLst>
          </p:nvPr>
        </p:nvSpPr>
        <p:spPr>
          <a:xfrm>
            <a:off x="4368800" y="1524000"/>
            <a:ext cx="3454400" cy="2032000"/>
          </a:xfrm>
          <a:custGeom>
            <a:avLst/>
            <a:gdLst>
              <a:gd name="connisteX0" fmla="*/ 0 w 3454400"/>
              <a:gd name="connsiteY0" fmla="*/ 0 h 2032000"/>
              <a:gd name="connisteX1" fmla="*/ 3454400 w 3454400"/>
              <a:gd name="connsiteY1" fmla="*/ 0 h 2032000"/>
              <a:gd name="connisteX2" fmla="*/ 3454400 w 3454400"/>
              <a:gd name="connsiteY2" fmla="*/ 2032000 h 2032000"/>
              <a:gd name="connisteX3" fmla="*/ 0 w 3454400"/>
              <a:gd name="connsiteY3" fmla="*/ 2032000 h 2032000"/>
              <a:gd name="connisteX4" fmla="*/ 0 w 3454400"/>
              <a:gd name="connsiteY4" fmla="*/ 0 h 203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454400" h="2032000">
                <a:moveTo>
                  <a:pt x="0" y="0"/>
                </a:moveTo>
                <a:lnTo>
                  <a:pt x="3454400" y="0"/>
                </a:lnTo>
                <a:lnTo>
                  <a:pt x="3454400" y="2032000"/>
                </a:lnTo>
                <a:lnTo>
                  <a:pt x="0" y="20320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latin typeface="MiSans Normal" panose="00000500000000000000" charset="-122"/>
                <a:ea typeface="MiSans Normal" panose="00000500000000000000" charset="-122"/>
              </a:rPr>
              <a:t> </a:t>
            </a:r>
          </a:p>
        </p:txBody>
      </p:sp>
      <p:sp>
        <p:nvSpPr>
          <p:cNvPr id="18" name="文本占位符 17"/>
          <p:cNvSpPr>
            <a:spLocks noGrp="1"/>
          </p:cNvSpPr>
          <p:nvPr>
            <p:ph type="body" idx="16388" hasCustomPrompt="1"/>
            <p:custDataLst>
              <p:tags r:id="rId11"/>
            </p:custDataLst>
          </p:nvPr>
        </p:nvSpPr>
        <p:spPr>
          <a:xfrm>
            <a:off x="46736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单击添加项标题</a:t>
            </a:r>
          </a:p>
        </p:txBody>
      </p:sp>
      <p:sp>
        <p:nvSpPr>
          <p:cNvPr id="19" name="文本占位符 18"/>
          <p:cNvSpPr>
            <a:spLocks noGrp="1"/>
          </p:cNvSpPr>
          <p:nvPr>
            <p:ph type="body" idx="16389" hasCustomPrompt="1"/>
            <p:custDataLst>
              <p:tags r:id="rId12"/>
            </p:custDataLst>
          </p:nvPr>
        </p:nvSpPr>
        <p:spPr>
          <a:xfrm>
            <a:off x="46736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20" name="装饰  9"/>
          <p:cNvSpPr>
            <a:spLocks noGrp="1"/>
          </p:cNvSpPr>
          <p:nvPr>
            <p:ph type="body" idx="16396" hasCustomPrompt="1"/>
            <p:custDataLst>
              <p:tags r:id="rId13"/>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692400 h 2692400"/>
              <a:gd name="connisteX3" fmla="*/ 0 w 3454400"/>
              <a:gd name="connsiteY3" fmla="*/ 2692400 h 2692400"/>
              <a:gd name="connisteX4" fmla="*/ 0 w 3454400"/>
              <a:gd name="connsiteY4" fmla="*/ 0 h 26924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454400" h="2692400">
                <a:moveTo>
                  <a:pt x="0" y="0"/>
                </a:moveTo>
                <a:lnTo>
                  <a:pt x="3454400" y="0"/>
                </a:lnTo>
                <a:lnTo>
                  <a:pt x="3454400" y="2692400"/>
                </a:lnTo>
                <a:lnTo>
                  <a:pt x="0" y="26924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21" name="图片占位符 20"/>
          <p:cNvSpPr>
            <a:spLocks noGrp="1"/>
          </p:cNvSpPr>
          <p:nvPr>
            <p:ph type="pic" idx="16397" hasCustomPrompt="1"/>
            <p:custDataLst>
              <p:tags r:id="rId14"/>
            </p:custDataLst>
          </p:nvPr>
        </p:nvSpPr>
        <p:spPr>
          <a:xfrm>
            <a:off x="8128000" y="1524000"/>
            <a:ext cx="3454400" cy="2032000"/>
          </a:xfrm>
          <a:custGeom>
            <a:avLst/>
            <a:gdLst>
              <a:gd name="connisteX0" fmla="*/ 0 w 3454400"/>
              <a:gd name="connsiteY0" fmla="*/ 0 h 2032000"/>
              <a:gd name="connisteX1" fmla="*/ 3454400 w 3454400"/>
              <a:gd name="connsiteY1" fmla="*/ 0 h 2032000"/>
              <a:gd name="connisteX2" fmla="*/ 3454400 w 3454400"/>
              <a:gd name="connsiteY2" fmla="*/ 2032000 h 2032000"/>
              <a:gd name="connisteX3" fmla="*/ 0 w 3454400"/>
              <a:gd name="connsiteY3" fmla="*/ 2032000 h 2032000"/>
              <a:gd name="connisteX4" fmla="*/ 0 w 3454400"/>
              <a:gd name="connsiteY4" fmla="*/ 0 h 203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454400" h="2032000">
                <a:moveTo>
                  <a:pt x="0" y="0"/>
                </a:moveTo>
                <a:lnTo>
                  <a:pt x="3454400" y="0"/>
                </a:lnTo>
                <a:lnTo>
                  <a:pt x="3454400" y="2032000"/>
                </a:lnTo>
                <a:lnTo>
                  <a:pt x="0" y="20320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latin typeface="MiSans Normal" panose="00000500000000000000" charset="-122"/>
                <a:ea typeface="MiSans Normal" panose="00000500000000000000" charset="-122"/>
              </a:rPr>
              <a:t> </a:t>
            </a:r>
          </a:p>
        </p:txBody>
      </p:sp>
      <p:sp>
        <p:nvSpPr>
          <p:cNvPr id="22" name="文本占位符 21"/>
          <p:cNvSpPr>
            <a:spLocks noGrp="1"/>
          </p:cNvSpPr>
          <p:nvPr>
            <p:ph type="body" idx="16390" hasCustomPrompt="1"/>
            <p:custDataLst>
              <p:tags r:id="rId15"/>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单击添加项标题</a:t>
            </a:r>
          </a:p>
        </p:txBody>
      </p:sp>
      <p:sp>
        <p:nvSpPr>
          <p:cNvPr id="23" name="文本占位符 22"/>
          <p:cNvSpPr>
            <a:spLocks noGrp="1"/>
          </p:cNvSpPr>
          <p:nvPr>
            <p:ph type="body" idx="16391" hasCustomPrompt="1"/>
            <p:custDataLst>
              <p:tags r:id="rId16"/>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5_35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文本占位符 11"/>
          <p:cNvSpPr>
            <a:spLocks noGrp="1"/>
          </p:cNvSpPr>
          <p:nvPr>
            <p:ph type="body" idx="16388" hasCustomPrompt="1"/>
            <p:custDataLst>
              <p:tags r:id="rId5"/>
            </p:custDataLst>
          </p:nvPr>
        </p:nvSpPr>
        <p:spPr>
          <a:xfrm>
            <a:off x="628650" y="2057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a:t>01</a:t>
            </a:r>
          </a:p>
        </p:txBody>
      </p:sp>
      <p:sp>
        <p:nvSpPr>
          <p:cNvPr id="13" name="文本占位符 12"/>
          <p:cNvSpPr>
            <a:spLocks noGrp="1"/>
          </p:cNvSpPr>
          <p:nvPr>
            <p:ph type="body" idx="16386" hasCustomPrompt="1"/>
            <p:custDataLst>
              <p:tags r:id="rId6"/>
            </p:custDataLst>
          </p:nvPr>
        </p:nvSpPr>
        <p:spPr>
          <a:xfrm>
            <a:off x="1574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1574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91" hasCustomPrompt="1"/>
            <p:custDataLst>
              <p:tags r:id="rId8"/>
            </p:custDataLst>
          </p:nvPr>
        </p:nvSpPr>
        <p:spPr>
          <a:xfrm>
            <a:off x="6343650" y="2057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a:t>02</a:t>
            </a:r>
          </a:p>
        </p:txBody>
      </p:sp>
      <p:sp>
        <p:nvSpPr>
          <p:cNvPr id="16" name="文本占位符 15"/>
          <p:cNvSpPr>
            <a:spLocks noGrp="1"/>
          </p:cNvSpPr>
          <p:nvPr>
            <p:ph type="body" idx="16389" hasCustomPrompt="1"/>
            <p:custDataLst>
              <p:tags r:id="rId9"/>
            </p:custDataLst>
          </p:nvPr>
        </p:nvSpPr>
        <p:spPr>
          <a:xfrm>
            <a:off x="7289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90" hasCustomPrompt="1"/>
            <p:custDataLst>
              <p:tags r:id="rId10"/>
            </p:custDataLst>
          </p:nvPr>
        </p:nvSpPr>
        <p:spPr>
          <a:xfrm>
            <a:off x="7289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文本占位符 17"/>
          <p:cNvSpPr>
            <a:spLocks noGrp="1"/>
          </p:cNvSpPr>
          <p:nvPr>
            <p:ph type="body" idx="16394" hasCustomPrompt="1"/>
            <p:custDataLst>
              <p:tags r:id="rId11"/>
            </p:custDataLst>
          </p:nvPr>
        </p:nvSpPr>
        <p:spPr>
          <a:xfrm>
            <a:off x="628650" y="4191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a:t>03</a:t>
            </a:r>
          </a:p>
        </p:txBody>
      </p:sp>
      <p:sp>
        <p:nvSpPr>
          <p:cNvPr id="19" name="文本占位符 18"/>
          <p:cNvSpPr>
            <a:spLocks noGrp="1"/>
          </p:cNvSpPr>
          <p:nvPr>
            <p:ph type="body" idx="16392" hasCustomPrompt="1"/>
            <p:custDataLst>
              <p:tags r:id="rId12"/>
            </p:custDataLst>
          </p:nvPr>
        </p:nvSpPr>
        <p:spPr>
          <a:xfrm>
            <a:off x="1574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3" hasCustomPrompt="1"/>
            <p:custDataLst>
              <p:tags r:id="rId13"/>
            </p:custDataLst>
          </p:nvPr>
        </p:nvSpPr>
        <p:spPr>
          <a:xfrm>
            <a:off x="1574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1" name="文本占位符 20"/>
          <p:cNvSpPr>
            <a:spLocks noGrp="1"/>
          </p:cNvSpPr>
          <p:nvPr>
            <p:ph type="body" idx="16397" hasCustomPrompt="1"/>
            <p:custDataLst>
              <p:tags r:id="rId14"/>
            </p:custDataLst>
          </p:nvPr>
        </p:nvSpPr>
        <p:spPr>
          <a:xfrm>
            <a:off x="6343650" y="4191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a:t>04</a:t>
            </a:r>
          </a:p>
        </p:txBody>
      </p:sp>
      <p:sp>
        <p:nvSpPr>
          <p:cNvPr id="22" name="文本占位符 21"/>
          <p:cNvSpPr>
            <a:spLocks noGrp="1"/>
          </p:cNvSpPr>
          <p:nvPr>
            <p:ph type="body" idx="16395" hasCustomPrompt="1"/>
            <p:custDataLst>
              <p:tags r:id="rId15"/>
            </p:custDataLst>
          </p:nvPr>
        </p:nvSpPr>
        <p:spPr>
          <a:xfrm>
            <a:off x="7289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6" hasCustomPrompt="1"/>
            <p:custDataLst>
              <p:tags r:id="rId16"/>
            </p:custDataLst>
          </p:nvPr>
        </p:nvSpPr>
        <p:spPr>
          <a:xfrm>
            <a:off x="7289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正文页-51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1750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032000"/>
          </a:xfrm>
          <a:custGeom>
            <a:avLst/>
            <a:gdLst>
              <a:gd name="connisteX0" fmla="*/ 0 w 10972800"/>
              <a:gd name="connsiteY0" fmla="*/ 203200 h 2032000"/>
              <a:gd name="connisteX1" fmla="*/ 203200 w 10972800"/>
              <a:gd name="connsiteY1" fmla="*/ 0 h 2032000"/>
              <a:gd name="connisteX2" fmla="*/ 10769600 w 10972800"/>
              <a:gd name="connsiteY2" fmla="*/ 0 h 2032000"/>
              <a:gd name="connisteX3" fmla="*/ 10972800 w 10972800"/>
              <a:gd name="connsiteY3" fmla="*/ 203200 h 2032000"/>
              <a:gd name="connisteX4" fmla="*/ 10972800 w 10972800"/>
              <a:gd name="connsiteY4" fmla="*/ 1828800 h 2032000"/>
              <a:gd name="connisteX5" fmla="*/ 10769600 w 10972800"/>
              <a:gd name="connsiteY5" fmla="*/ 2032000 h 2032000"/>
              <a:gd name="connisteX6" fmla="*/ 203200 w 10972800"/>
              <a:gd name="connsiteY6" fmla="*/ 2032000 h 2032000"/>
              <a:gd name="connisteX7" fmla="*/ 0 w 10972800"/>
              <a:gd name="connsiteY7" fmla="*/ 1828800 h 2032000"/>
              <a:gd name="connisteX8" fmla="*/ 0 w 109728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032000">
                <a:moveTo>
                  <a:pt x="0" y="203200"/>
                </a:moveTo>
                <a:cubicBezTo>
                  <a:pt x="0" y="90976"/>
                  <a:pt x="90976" y="0"/>
                  <a:pt x="203200" y="0"/>
                </a:cubicBezTo>
                <a:lnTo>
                  <a:pt x="10769600" y="0"/>
                </a:lnTo>
                <a:cubicBezTo>
                  <a:pt x="10881824" y="0"/>
                  <a:pt x="10972800" y="90976"/>
                  <a:pt x="10972800" y="203200"/>
                </a:cubicBezTo>
                <a:lnTo>
                  <a:pt x="10972800" y="1828800"/>
                </a:lnTo>
                <a:cubicBezTo>
                  <a:pt x="10972800" y="1941024"/>
                  <a:pt x="10881824" y="2032000"/>
                  <a:pt x="107696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4704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44704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3312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83312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bl">
  <p:cSld name="标题和表格">
    <p:bg>
      <p:bgPr>
        <a:solidFill>
          <a:srgbClr val="E5E2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4217" y="457200"/>
            <a:ext cx="10363200" cy="11430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564217" y="1981200"/>
            <a:ext cx="103632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rgbClr val="E62129"/>
              </a:buClr>
              <a:buSzTx/>
              <a:buFont typeface="Wingdings" panose="05000000000000000000" pitchFamily="2" charset="2"/>
              <a:buChar char="Ø"/>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sym typeface="Calibri" panose="020F0502020204030204" charset="0"/>
            </a:endParaRPr>
          </a:p>
        </p:txBody>
      </p:sp>
      <p:sp>
        <p:nvSpPr>
          <p:cNvPr id="7" name="日期占位符 3"/>
          <p:cNvSpPr>
            <a:spLocks noGrp="1"/>
          </p:cNvSpPr>
          <p:nvPr>
            <p:ph type="dt" sz="half" idx="2"/>
          </p:nvPr>
        </p:nvSpPr>
        <p:spPr>
          <a:xfrm>
            <a:off x="1564217" y="6265333"/>
            <a:ext cx="2540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3"/>
          </p:nvPr>
        </p:nvSpPr>
        <p:spPr>
          <a:xfrm>
            <a:off x="4775200" y="6248400"/>
            <a:ext cx="38608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9347200" y="6248400"/>
            <a:ext cx="2540000" cy="457200"/>
          </a:xfrm>
          <a:prstGeom prst="rect">
            <a:avLst/>
          </a:prstGeom>
          <a:noFill/>
          <a:ln>
            <a:noFill/>
          </a:ln>
        </p:spPr>
        <p:txBody>
          <a:bodyPr vert="horz" wrap="square" lIns="91440" tIns="45720" rIns="91440" bIns="45720" numCol="1" anchor="ctr" anchorCtr="0" compatLnSpc="1"/>
          <a:lstStyle/>
          <a:p>
            <a:pPr algn="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2550" strike="noStrike" noProof="1"/>
              <a:t>单击此处编辑母版标题样式</a:t>
            </a:r>
            <a:endParaRPr lang="zh-CN" altLang="en-US" strike="noStrike" noProof="1"/>
          </a:p>
        </p:txBody>
      </p:sp>
      <p:sp>
        <p:nvSpPr>
          <p:cNvPr id="3" name="图表占位符 2"/>
          <p:cNvSpPr>
            <a:spLocks noGrp="1"/>
          </p:cNvSpPr>
          <p:nvPr>
            <p:ph type="chart"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Blip>
                <a:blip r:embed="rId2"/>
              </a:buBlip>
              <a:defRPr/>
            </a:pPr>
            <a:endParaRPr kumimoji="0" lang="zh-CN" altLang="en-US" sz="3200" b="1" i="0" u="none" strike="noStrike" kern="1200" cap="none" spc="0" normalizeH="0" baseline="0" noProof="1">
              <a:ln>
                <a:noFill/>
              </a:ln>
              <a:solidFill>
                <a:srgbClr val="000000"/>
              </a:solidFill>
              <a:effectLst/>
              <a:uLnTx/>
              <a:uFillTx/>
              <a:latin typeface="+mn-lt"/>
              <a:ea typeface="+mn-ea"/>
              <a:cs typeface="+mn-cs"/>
            </a:endParaRPr>
          </a:p>
        </p:txBody>
      </p:sp>
    </p:spTree>
  </p:cSld>
  <p:clrMapOvr>
    <a:masterClrMapping/>
  </p:clrMapOvr>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1048590" name="矩形 3"/>
          <p:cNvSpPr/>
          <p:nvPr userDrawn="1"/>
        </p:nvSpPr>
        <p:spPr>
          <a:xfrm>
            <a:off x="292688" y="6439840"/>
            <a:ext cx="734944"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2097155" name="Picture 2" descr="C:\Users\Admin\Desktop\shutterstock_129456278 [转换].jpg"/>
          <p:cNvPicPr>
            <a:picLocks noChangeAspect="1" noChangeArrowheads="1"/>
          </p:cNvPicPr>
          <p:nvPr userDrawn="1"/>
        </p:nvPicPr>
        <p:blipFill rotWithShape="1">
          <a:blip r:embed="rId2" cstate="email">
            <a:duotone>
              <a:schemeClr val="bg2">
                <a:shade val="45000"/>
                <a:satMod val="135000"/>
              </a:schemeClr>
              <a:prstClr val="white"/>
            </a:duotone>
          </a:blip>
          <a:srcRect/>
          <a:stretch>
            <a:fillRect/>
          </a:stretch>
        </p:blipFill>
        <p:spPr bwMode="auto">
          <a:xfrm>
            <a:off x="-1447" y="1"/>
            <a:ext cx="12193448" cy="6860117"/>
          </a:xfrm>
          <a:prstGeom prst="rect">
            <a:avLst/>
          </a:prstGeom>
          <a:noFill/>
        </p:spPr>
      </p:pic>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type="tx">
  <p:cSld name="标题和竖排文字">
    <p:spTree>
      <p:nvGrpSpPr>
        <p:cNvPr id="1" name=""/>
        <p:cNvGrpSpPr/>
        <p:nvPr/>
      </p:nvGrpSpPr>
      <p:grpSpPr>
        <a:xfrm>
          <a:off x="0" y="0"/>
          <a:ext cx="0" cy="0"/>
          <a:chOff x="0" y="0"/>
          <a:chExt cx="0" cy="0"/>
        </a:xfrm>
      </p:grpSpPr>
      <p:sp>
        <p:nvSpPr>
          <p:cNvPr id="74" name="线条"/>
          <p:cNvSpPr/>
          <p:nvPr/>
        </p:nvSpPr>
        <p:spPr>
          <a:xfrm>
            <a:off x="-61182" y="6807113"/>
            <a:ext cx="12314366" cy="1"/>
          </a:xfrm>
          <a:prstGeom prst="line">
            <a:avLst/>
          </a:prstGeom>
          <a:ln w="177800">
            <a:solidFill>
              <a:schemeClr val="accent2"/>
            </a:solidFill>
            <a:miter/>
          </a:ln>
        </p:spPr>
        <p:txBody>
          <a:bodyPr lIns="42200" rIns="42200"/>
          <a:lstStyle/>
          <a:p>
            <a:endParaRPr sz="2215"/>
          </a:p>
        </p:txBody>
      </p:sp>
      <p:sp>
        <p:nvSpPr>
          <p:cNvPr id="75" name="线条"/>
          <p:cNvSpPr/>
          <p:nvPr/>
        </p:nvSpPr>
        <p:spPr>
          <a:xfrm>
            <a:off x="-31261" y="6807113"/>
            <a:ext cx="12192000" cy="1"/>
          </a:xfrm>
          <a:prstGeom prst="line">
            <a:avLst/>
          </a:prstGeom>
          <a:ln w="25400">
            <a:solidFill>
              <a:srgbClr val="000000"/>
            </a:solidFill>
            <a:prstDash val="sysDot"/>
          </a:ln>
        </p:spPr>
        <p:txBody>
          <a:bodyPr lIns="42200" rIns="42200"/>
          <a:lstStyle/>
          <a:p>
            <a:endParaRPr sz="2215"/>
          </a:p>
        </p:txBody>
      </p:sp>
      <p:sp>
        <p:nvSpPr>
          <p:cNvPr id="76" name="线条"/>
          <p:cNvSpPr/>
          <p:nvPr/>
        </p:nvSpPr>
        <p:spPr>
          <a:xfrm>
            <a:off x="-46892" y="676635"/>
            <a:ext cx="12223261" cy="1"/>
          </a:xfrm>
          <a:prstGeom prst="line">
            <a:avLst/>
          </a:prstGeom>
          <a:ln w="12700">
            <a:solidFill>
              <a:srgbClr val="FF0000"/>
            </a:solidFill>
            <a:prstDash val="sysDot"/>
            <a:miter/>
          </a:ln>
        </p:spPr>
        <p:txBody>
          <a:bodyPr lIns="42200" rIns="42200"/>
          <a:lstStyle/>
          <a:p>
            <a:endParaRPr sz="2215"/>
          </a:p>
        </p:txBody>
      </p:sp>
      <p:sp>
        <p:nvSpPr>
          <p:cNvPr id="77" name="标题文本"/>
          <p:cNvSpPr txBox="1">
            <a:spLocks noGrp="1"/>
          </p:cNvSpPr>
          <p:nvPr>
            <p:ph type="title" hasCustomPrompt="1"/>
          </p:nvPr>
        </p:nvSpPr>
        <p:spPr>
          <a:xfrm>
            <a:off x="298327" y="68442"/>
            <a:ext cx="11595350" cy="523785"/>
          </a:xfrm>
          <a:prstGeom prst="rect">
            <a:avLst/>
          </a:prstGeom>
        </p:spPr>
        <p:txBody>
          <a:bodyPr/>
          <a:lstStyle>
            <a:lvl1pPr algn="l">
              <a:defRPr sz="2215">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78" name="正文级别 1…"/>
          <p:cNvSpPr txBox="1">
            <a:spLocks noGrp="1"/>
          </p:cNvSpPr>
          <p:nvPr>
            <p:ph type="body" idx="1" hasCustomPrompt="1"/>
          </p:nvPr>
        </p:nvSpPr>
        <p:spPr>
          <a:xfrm>
            <a:off x="552630" y="931114"/>
            <a:ext cx="11024216" cy="4995772"/>
          </a:xfrm>
          <a:prstGeom prst="rect">
            <a:avLst/>
          </a:prstGeom>
        </p:spPr>
        <p:txBody>
          <a:bodyPr/>
          <a:lstStyle>
            <a:lvl1pPr>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656590" indent="-23431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108075" indent="-2635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567815"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1988820" indent="-301625">
              <a:defRPr sz="1845">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sp>
        <p:nvSpPr>
          <p:cNvPr id="79" name="矩形 22"/>
          <p:cNvSpPr/>
          <p:nvPr/>
        </p:nvSpPr>
        <p:spPr>
          <a:xfrm>
            <a:off x="3438" y="62083"/>
            <a:ext cx="234666" cy="732035"/>
          </a:xfrm>
          <a:prstGeom prst="rect">
            <a:avLst/>
          </a:prstGeom>
          <a:solidFill>
            <a:srgbClr val="C00000"/>
          </a:solidFill>
          <a:ln w="25400">
            <a:solidFill>
              <a:srgbClr val="C00000"/>
            </a:solidFill>
          </a:ln>
        </p:spPr>
        <p:txBody>
          <a:bodyPr lIns="42200" rIns="42200" anchor="ctr"/>
          <a:lstStyle/>
          <a:p>
            <a:pPr algn="ctr" defTabSz="457200">
              <a:defRPr>
                <a:solidFill>
                  <a:srgbClr val="C00000"/>
                </a:solidFill>
              </a:defRPr>
            </a:pPr>
            <a:endParaRPr sz="2215"/>
          </a:p>
        </p:txBody>
      </p:sp>
      <p:sp>
        <p:nvSpPr>
          <p:cNvPr id="80" name="幻灯片编号"/>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98.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5" name="标题"/>
          <p:cNvSpPr>
            <a:spLocks noGrp="1"/>
          </p:cNvSpPr>
          <p:nvPr>
            <p:ph type="title"/>
          </p:nvPr>
        </p:nvSpPr>
        <p:spPr>
          <a:xfrm>
            <a:off x="838224" y="1314897"/>
            <a:ext cx="10515890" cy="516528"/>
          </a:xfrm>
          <a:prstGeom prst="rect">
            <a:avLst/>
          </a:prstGeom>
        </p:spPr>
        <p:txBody>
          <a:bodyPr/>
          <a:lstStyle>
            <a:lvl1pPr marL="0" indent="0" defTabSz="914400" eaLnBrk="1" fontAlgn="auto" latinLnBrk="0" hangingPunct="1">
              <a:defRPr sz="4235" b="1">
                <a:solidFill>
                  <a:srgbClr val="404040"/>
                </a:solidFill>
              </a:defRPr>
            </a:lvl1pPr>
          </a:lstStyle>
          <a:p>
            <a:pPr marL="0" indent="0" defTabSz="967740"/>
            <a:r>
              <a:rPr lang="zh-CN" altLang="en-US"/>
              <a:t>单击此处编辑母版标题样式</a:t>
            </a:r>
          </a:p>
        </p:txBody>
      </p:sp>
      <p:sp>
        <p:nvSpPr>
          <p:cNvPr id="36" name="内容占位符"/>
          <p:cNvSpPr>
            <a:spLocks noGrp="1"/>
          </p:cNvSpPr>
          <p:nvPr>
            <p:ph idx="1"/>
          </p:nvPr>
        </p:nvSpPr>
        <p:spPr>
          <a:xfrm>
            <a:off x="838224" y="2180582"/>
            <a:ext cx="10515890" cy="3996381"/>
          </a:xfrm>
          <a:prstGeom prst="rect">
            <a:avLst/>
          </a:prstGeom>
        </p:spPr>
        <p:txBody>
          <a:bodyPr/>
          <a:lstStyle>
            <a:lvl1pPr marL="241935" indent="-241935" defTabSz="914400" eaLnBrk="1" fontAlgn="auto" latinLnBrk="0" hangingPunct="1">
              <a:defRPr>
                <a:solidFill>
                  <a:srgbClr val="404040"/>
                </a:solidFill>
              </a:defRPr>
            </a:lvl1pPr>
            <a:lvl2pPr marL="725805" indent="-241935" defTabSz="914400" eaLnBrk="1" fontAlgn="auto" latinLnBrk="0" hangingPunct="1">
              <a:defRPr>
                <a:solidFill>
                  <a:srgbClr val="404040"/>
                </a:solidFill>
              </a:defRPr>
            </a:lvl2pPr>
            <a:lvl3pPr marL="1209675" indent="-241935" defTabSz="914400" eaLnBrk="1" fontAlgn="auto" latinLnBrk="0" hangingPunct="1">
              <a:defRPr>
                <a:solidFill>
                  <a:srgbClr val="404040"/>
                </a:solidFill>
              </a:defRPr>
            </a:lvl3pPr>
            <a:lvl4pPr marL="1693545" indent="-241935" defTabSz="914400" eaLnBrk="1" fontAlgn="auto" latinLnBrk="0" hangingPunct="1">
              <a:defRPr>
                <a:solidFill>
                  <a:srgbClr val="404040"/>
                </a:solidFill>
              </a:defRPr>
            </a:lvl4pPr>
            <a:lvl5pPr marL="2177415" indent="-241935" defTabSz="914400" eaLnBrk="1" fontAlgn="auto" latinLnBrk="0" hangingPunct="1">
              <a:defRPr>
                <a:solidFill>
                  <a:srgbClr val="404040"/>
                </a:solidFill>
              </a:defRPr>
            </a:lvl5pPr>
          </a:lstStyle>
          <a:p>
            <a:pPr marL="241935" indent="-241935" defTabSz="967740"/>
            <a:r>
              <a:rPr lang="zh-CN" altLang="en-US"/>
              <a:t>单击此处编辑母版文本样式</a:t>
            </a:r>
            <a:endParaRPr lang="en-US" altLang="zh-CN"/>
          </a:p>
          <a:p>
            <a:pPr marL="725805" lvl="1" indent="-241935" defTabSz="967740"/>
            <a:r>
              <a:rPr lang="zh-CN" altLang="en-US"/>
              <a:t>二级</a:t>
            </a:r>
            <a:endParaRPr lang="en-US" altLang="zh-CN"/>
          </a:p>
          <a:p>
            <a:pPr marL="1209675" lvl="2" indent="-241935" defTabSz="967740"/>
            <a:r>
              <a:rPr lang="zh-CN" altLang="en-US"/>
              <a:t>三级</a:t>
            </a:r>
            <a:endParaRPr lang="en-US" altLang="zh-CN"/>
          </a:p>
          <a:p>
            <a:pPr marL="1693545" lvl="3" indent="-241935" defTabSz="967740"/>
            <a:r>
              <a:rPr lang="zh-CN" altLang="en-US"/>
              <a:t>四级</a:t>
            </a:r>
            <a:endParaRPr lang="en-US" altLang="zh-CN"/>
          </a:p>
          <a:p>
            <a:pPr marL="2177415" lvl="4" indent="-241935" defTabSz="967740"/>
            <a:r>
              <a:rPr lang="zh-CN" altLang="en-US"/>
              <a:t>五级</a:t>
            </a:r>
          </a:p>
        </p:txBody>
      </p:sp>
      <p:sp>
        <p:nvSpPr>
          <p:cNvPr id="37" name="矩形"/>
          <p:cNvSpPr/>
          <p:nvPr userDrawn="1"/>
        </p:nvSpPr>
        <p:spPr>
          <a:xfrm flipV="1">
            <a:off x="634307" y="713676"/>
            <a:ext cx="11119039" cy="48384"/>
          </a:xfrm>
          <a:prstGeom prst="rect">
            <a:avLst/>
          </a:prstGeom>
          <a:solidFill>
            <a:srgbClr val="086346"/>
          </a:solidFill>
          <a:ln w="12700" cap="flat" cmpd="sng">
            <a:noFill/>
            <a:prstDash val="solid"/>
            <a:round/>
          </a:ln>
        </p:spPr>
        <p:txBody>
          <a:bodyPr rtlCol="0" anchor="ctr"/>
          <a:lstStyle/>
          <a:p>
            <a:pPr algn="ctr"/>
            <a:endParaRPr/>
          </a:p>
        </p:txBody>
      </p:sp>
      <p:sp>
        <p:nvSpPr>
          <p:cNvPr id="38" name="矩形"/>
          <p:cNvSpPr/>
          <p:nvPr userDrawn="1"/>
        </p:nvSpPr>
        <p:spPr>
          <a:xfrm flipV="1">
            <a:off x="634307" y="713676"/>
            <a:ext cx="302583" cy="48384"/>
          </a:xfrm>
          <a:prstGeom prst="rect">
            <a:avLst/>
          </a:prstGeom>
          <a:solidFill>
            <a:srgbClr val="B0CB3E"/>
          </a:solidFill>
          <a:ln w="12700" cap="flat" cmpd="sng">
            <a:noFill/>
            <a:prstDash val="solid"/>
            <a:round/>
          </a:ln>
        </p:spPr>
        <p:txBody>
          <a:bodyPr rtlCol="0" anchor="ctr"/>
          <a:lstStyle/>
          <a:p>
            <a:pPr algn="ctr"/>
            <a:endParaRPr/>
          </a:p>
        </p:txBody>
      </p:sp>
      <p:sp>
        <p:nvSpPr>
          <p:cNvPr id="39" name="文本"/>
          <p:cNvSpPr>
            <a:spLocks noGrp="1"/>
          </p:cNvSpPr>
          <p:nvPr>
            <p:ph type="body" idx="14" hasCustomPrompt="1"/>
          </p:nvPr>
        </p:nvSpPr>
        <p:spPr>
          <a:xfrm>
            <a:off x="634307" y="245865"/>
            <a:ext cx="6817334" cy="618036"/>
          </a:xfrm>
          <a:prstGeom prst="rect">
            <a:avLst/>
          </a:prstGeom>
        </p:spPr>
        <p:txBody>
          <a:bodyPr/>
          <a:lstStyle>
            <a:lvl1pPr marL="0" indent="0" defTabSz="914400" eaLnBrk="1" fontAlgn="auto" latinLnBrk="0" hangingPunct="1">
              <a:buNone/>
              <a:defRPr sz="2115" b="1">
                <a:solidFill>
                  <a:srgbClr val="404040"/>
                </a:solidFill>
                <a:latin typeface="微软雅黑" panose="020B0503020204020204" charset="-122"/>
                <a:ea typeface="微软雅黑" panose="020B0503020204020204" charset="-122"/>
              </a:defRPr>
            </a:lvl1pPr>
            <a:lvl2pPr marL="725805" indent="-241935" defTabSz="914400" eaLnBrk="1" fontAlgn="auto" latinLnBrk="0" hangingPunct="1"/>
            <a:lvl3pPr marL="1209675" indent="-241935" defTabSz="914400" eaLnBrk="1" fontAlgn="auto" latinLnBrk="0" hangingPunct="1"/>
            <a:lvl4pPr marL="1693545" indent="-241935" defTabSz="914400" eaLnBrk="1" fontAlgn="auto" latinLnBrk="0" hangingPunct="1"/>
            <a:lvl5pPr marL="2177415" indent="-241935" defTabSz="914400" eaLnBrk="1" fontAlgn="auto" latinLnBrk="0" hangingPunct="1"/>
            <a:lvl6pPr marL="2661285" indent="-241935" defTabSz="914400" eaLnBrk="1" fontAlgn="auto" latinLnBrk="0" hangingPunct="1"/>
            <a:lvl7pPr marL="3145155" indent="-241935" defTabSz="914400" eaLnBrk="1" fontAlgn="auto" latinLnBrk="0" hangingPunct="1"/>
            <a:lvl8pPr marL="3629025" indent="-241935" defTabSz="914400" eaLnBrk="1" fontAlgn="auto" latinLnBrk="0" hangingPunct="1"/>
            <a:lvl9pPr marL="3629025" indent="-241935" defTabSz="914400" eaLnBrk="1" fontAlgn="auto" latinLnBrk="0" hangingPunct="1"/>
          </a:lstStyle>
          <a:p>
            <a:pPr marL="0" indent="0" defTabSz="967740"/>
            <a:r>
              <a:rPr lang="zh-CN" altLang="en-US"/>
              <a:t>章节标题</a:t>
            </a:r>
          </a:p>
        </p:txBody>
      </p:sp>
      <p:sp>
        <p:nvSpPr>
          <p:cNvPr id="40" name="编号占位符"/>
          <p:cNvSpPr>
            <a:spLocks noGrp="1"/>
          </p:cNvSpPr>
          <p:nvPr>
            <p:ph type="sldNum" idx="12"/>
          </p:nvPr>
        </p:nvSpPr>
        <p:spPr>
          <a:xfrm>
            <a:off x="8610838" y="6356351"/>
            <a:ext cx="2743276" cy="365125"/>
          </a:xfrm>
          <a:prstGeom prst="rect">
            <a:avLst/>
          </a:prstGeom>
        </p:spPr>
        <p:txBody>
          <a:bodyPr/>
          <a:lstStyle>
            <a:lvl1pPr marL="0" indent="0" defTabSz="914400" eaLnBrk="1" fontAlgn="auto" latinLnBrk="0" hangingPunct="1">
              <a:defRPr>
                <a:latin typeface="Calibri" panose="020F0502020204030204" charset="0"/>
                <a:ea typeface="微软雅黑" panose="020B0503020204020204" charset="-122"/>
                <a:cs typeface="Calibri" panose="020F0502020204030204" charset="0"/>
              </a:defRPr>
            </a:lvl1pPr>
          </a:lstStyle>
          <a:p>
            <a:pPr marL="0" indent="0"/>
            <a:fld id="{CAD2D6BD-DE1B-4B5F-8B41-2702339687B9}" type="slidenum">
              <a:rPr lang="zh-CN" altLang="en-US"/>
              <a:t>‹#›</a:t>
            </a:fld>
            <a:endParaRPr lang="zh-CN" altLang="en-US"/>
          </a:p>
        </p:txBody>
      </p:sp>
    </p:spTree>
  </p:cSld>
  <p:clrMapOvr>
    <a:masterClrMapping/>
  </p:clrMapOvr>
  <p:hf hdr="0" ftr="0" dt="0"/>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正文页-51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1750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032000"/>
          </a:xfrm>
          <a:custGeom>
            <a:avLst/>
            <a:gdLst>
              <a:gd name="connisteX0" fmla="*/ 0 w 10972800"/>
              <a:gd name="connsiteY0" fmla="*/ 203200 h 2032000"/>
              <a:gd name="connisteX1" fmla="*/ 203200 w 10972800"/>
              <a:gd name="connsiteY1" fmla="*/ 0 h 2032000"/>
              <a:gd name="connisteX2" fmla="*/ 10769600 w 10972800"/>
              <a:gd name="connsiteY2" fmla="*/ 0 h 2032000"/>
              <a:gd name="connisteX3" fmla="*/ 10972800 w 10972800"/>
              <a:gd name="connsiteY3" fmla="*/ 203200 h 2032000"/>
              <a:gd name="connisteX4" fmla="*/ 10972800 w 10972800"/>
              <a:gd name="connsiteY4" fmla="*/ 1828800 h 2032000"/>
              <a:gd name="connisteX5" fmla="*/ 10769600 w 10972800"/>
              <a:gd name="connsiteY5" fmla="*/ 2032000 h 2032000"/>
              <a:gd name="connisteX6" fmla="*/ 203200 w 10972800"/>
              <a:gd name="connsiteY6" fmla="*/ 2032000 h 2032000"/>
              <a:gd name="connisteX7" fmla="*/ 0 w 10972800"/>
              <a:gd name="connsiteY7" fmla="*/ 1828800 h 2032000"/>
              <a:gd name="connisteX8" fmla="*/ 0 w 109728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032000">
                <a:moveTo>
                  <a:pt x="0" y="203200"/>
                </a:moveTo>
                <a:cubicBezTo>
                  <a:pt x="0" y="90976"/>
                  <a:pt x="90976" y="0"/>
                  <a:pt x="203200" y="0"/>
                </a:cubicBezTo>
                <a:lnTo>
                  <a:pt x="10769600" y="0"/>
                </a:lnTo>
                <a:cubicBezTo>
                  <a:pt x="10881824" y="0"/>
                  <a:pt x="10972800" y="90976"/>
                  <a:pt x="10972800" y="203200"/>
                </a:cubicBezTo>
                <a:lnTo>
                  <a:pt x="10972800" y="1828800"/>
                </a:lnTo>
                <a:cubicBezTo>
                  <a:pt x="10972800" y="1941024"/>
                  <a:pt x="10881824" y="2032000"/>
                  <a:pt x="107696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4704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44704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3312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83312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19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3" hasCustomPrompt="1"/>
            <p:custDataLst>
              <p:tags r:id="rId5"/>
            </p:custDataLst>
          </p:nvPr>
        </p:nvSpPr>
        <p:spPr>
          <a:xfrm>
            <a:off x="609600" y="1701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2" hasCustomPrompt="1"/>
            <p:custDataLst>
              <p:tags r:id="rId6"/>
            </p:custDataLst>
          </p:nvPr>
        </p:nvSpPr>
        <p:spPr>
          <a:xfrm>
            <a:off x="822960" y="1915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1778000" y="16002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1778000" y="21082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5" hasCustomPrompt="1"/>
            <p:custDataLst>
              <p:tags r:id="rId9"/>
            </p:custDataLst>
          </p:nvPr>
        </p:nvSpPr>
        <p:spPr>
          <a:xfrm>
            <a:off x="6096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4" hasCustomPrompt="1"/>
            <p:custDataLst>
              <p:tags r:id="rId10"/>
            </p:custDataLst>
          </p:nvPr>
        </p:nvSpPr>
        <p:spPr>
          <a:xfrm>
            <a:off x="822960" y="36423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1778000" y="33274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9" hasCustomPrompt="1"/>
            <p:custDataLst>
              <p:tags r:id="rId12"/>
            </p:custDataLst>
          </p:nvPr>
        </p:nvSpPr>
        <p:spPr>
          <a:xfrm>
            <a:off x="1778000" y="38354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7" hasCustomPrompt="1"/>
            <p:custDataLst>
              <p:tags r:id="rId13"/>
            </p:custDataLst>
          </p:nvPr>
        </p:nvSpPr>
        <p:spPr>
          <a:xfrm>
            <a:off x="609600" y="515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6" hasCustomPrompt="1"/>
            <p:custDataLst>
              <p:tags r:id="rId14"/>
            </p:custDataLst>
          </p:nvPr>
        </p:nvSpPr>
        <p:spPr>
          <a:xfrm>
            <a:off x="822960" y="536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1778000" y="50546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1" hasCustomPrompt="1"/>
            <p:custDataLst>
              <p:tags r:id="rId16"/>
            </p:custDataLst>
          </p:nvPr>
        </p:nvSpPr>
        <p:spPr>
          <a:xfrm>
            <a:off x="1778000" y="55626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20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91440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5" hasCustomPrompt="1"/>
            <p:custDataLst>
              <p:tags r:id="rId5"/>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4" name="文本占位符 13"/>
          <p:cNvSpPr>
            <a:spLocks noGrp="1"/>
          </p:cNvSpPr>
          <p:nvPr>
            <p:ph type="body" idx="16386" hasCustomPrompt="1"/>
            <p:custDataLst>
              <p:tags r:id="rId7"/>
            </p:custDataLst>
          </p:nvPr>
        </p:nvSpPr>
        <p:spPr>
          <a:xfrm>
            <a:off x="1574800" y="18288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1574800" y="22860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6" hasCustomPrompt="1"/>
            <p:custDataLst>
              <p:tags r:id="rId9"/>
            </p:custDataLst>
          </p:nvPr>
        </p:nvSpPr>
        <p:spPr>
          <a:xfrm>
            <a:off x="609600" y="36576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91" hasCustomPrompt="1"/>
            <p:custDataLst>
              <p:tags r:id="rId10"/>
            </p:custDataLst>
          </p:nvPr>
        </p:nvSpPr>
        <p:spPr>
          <a:xfrm>
            <a:off x="781050" y="38608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8" name="文本占位符 17"/>
          <p:cNvSpPr>
            <a:spLocks noGrp="1"/>
          </p:cNvSpPr>
          <p:nvPr>
            <p:ph type="body" idx="16389" hasCustomPrompt="1"/>
            <p:custDataLst>
              <p:tags r:id="rId11"/>
            </p:custDataLst>
          </p:nvPr>
        </p:nvSpPr>
        <p:spPr>
          <a:xfrm>
            <a:off x="1574800" y="35052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0" hasCustomPrompt="1"/>
            <p:custDataLst>
              <p:tags r:id="rId12"/>
            </p:custDataLst>
          </p:nvPr>
        </p:nvSpPr>
        <p:spPr>
          <a:xfrm>
            <a:off x="1574800" y="39624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7" hasCustomPrompt="1"/>
            <p:custDataLst>
              <p:tags r:id="rId13"/>
            </p:custDataLst>
          </p:nvPr>
        </p:nvSpPr>
        <p:spPr>
          <a:xfrm>
            <a:off x="609600" y="5334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4" hasCustomPrompt="1"/>
            <p:custDataLst>
              <p:tags r:id="rId14"/>
            </p:custDataLst>
          </p:nvPr>
        </p:nvSpPr>
        <p:spPr>
          <a:xfrm>
            <a:off x="781050" y="55372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2" name="文本占位符 21"/>
          <p:cNvSpPr>
            <a:spLocks noGrp="1"/>
          </p:cNvSpPr>
          <p:nvPr>
            <p:ph type="body" idx="16392" hasCustomPrompt="1"/>
            <p:custDataLst>
              <p:tags r:id="rId15"/>
            </p:custDataLst>
          </p:nvPr>
        </p:nvSpPr>
        <p:spPr>
          <a:xfrm>
            <a:off x="1574800" y="51816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3" hasCustomPrompt="1"/>
            <p:custDataLst>
              <p:tags r:id="rId16"/>
            </p:custDataLst>
          </p:nvPr>
        </p:nvSpPr>
        <p:spPr>
          <a:xfrm>
            <a:off x="1574800" y="56388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正文页-6_2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22860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27940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762000" y="3708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762000" y="4216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7620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7620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正文页-26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1524000"/>
            <a:ext cx="3454400" cy="2692400"/>
          </a:xfrm>
          <a:custGeom>
            <a:avLst/>
            <a:gdLst>
              <a:gd name="connisteX0" fmla="*/ 0 w 3454400"/>
              <a:gd name="connsiteY0" fmla="*/ 203200 h 2692400"/>
              <a:gd name="connisteX1" fmla="*/ 203200 w 3454400"/>
              <a:gd name="connsiteY1" fmla="*/ 0 h 2692400"/>
              <a:gd name="connisteX2" fmla="*/ 3251200 w 3454400"/>
              <a:gd name="connsiteY2" fmla="*/ 0 h 2692400"/>
              <a:gd name="connisteX3" fmla="*/ 3454400 w 3454400"/>
              <a:gd name="connsiteY3" fmla="*/ 203200 h 2692400"/>
              <a:gd name="connisteX4" fmla="*/ 3454400 w 3454400"/>
              <a:gd name="connsiteY4" fmla="*/ 2692400 h 2692400"/>
              <a:gd name="connisteX5" fmla="*/ 0 w 3454400"/>
              <a:gd name="connsiteY5" fmla="*/ 2692400 h 2692400"/>
              <a:gd name="connisteX6" fmla="*/ 0 w 3454400"/>
              <a:gd name="connsiteY6" fmla="*/ 20320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203200"/>
                </a:moveTo>
                <a:cubicBezTo>
                  <a:pt x="0" y="90976"/>
                  <a:pt x="90976" y="0"/>
                  <a:pt x="203200" y="0"/>
                </a:cubicBezTo>
                <a:lnTo>
                  <a:pt x="3251200" y="0"/>
                </a:lnTo>
                <a:cubicBezTo>
                  <a:pt x="3363424" y="0"/>
                  <a:pt x="3454400" y="90976"/>
                  <a:pt x="3454400" y="203200"/>
                </a:cubicBezTo>
                <a:lnTo>
                  <a:pt x="3454400" y="2692400"/>
                </a:lnTo>
                <a:lnTo>
                  <a:pt x="0" y="26924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4216400"/>
            <a:ext cx="3454400" cy="2032000"/>
          </a:xfrm>
          <a:custGeom>
            <a:avLst/>
            <a:gdLst>
              <a:gd name="connisteX0" fmla="*/ 0 w 3454400"/>
              <a:gd name="connsiteY0" fmla="*/ 0 h 2032000"/>
              <a:gd name="connisteX1" fmla="*/ 3454400 w 3454400"/>
              <a:gd name="connsiteY1" fmla="*/ 0 h 2032000"/>
              <a:gd name="connisteX2" fmla="*/ 3454400 w 3454400"/>
              <a:gd name="connsiteY2" fmla="*/ 1828800 h 2032000"/>
              <a:gd name="connisteX3" fmla="*/ 3251200 w 3454400"/>
              <a:gd name="connsiteY3" fmla="*/ 2032000 h 2032000"/>
              <a:gd name="connisteX4" fmla="*/ 203200 w 3454400"/>
              <a:gd name="connsiteY4" fmla="*/ 2032000 h 2032000"/>
              <a:gd name="connisteX5" fmla="*/ 0 w 3454400"/>
              <a:gd name="connsiteY5" fmla="*/ 1828800 h 2032000"/>
              <a:gd name="connisteX6" fmla="*/ 0 w 34544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0"/>
                </a:moveTo>
                <a:lnTo>
                  <a:pt x="3454400" y="0"/>
                </a:lnTo>
                <a:lnTo>
                  <a:pt x="3454400" y="1828800"/>
                </a:lnTo>
                <a:cubicBezTo>
                  <a:pt x="3454400" y="1941024"/>
                  <a:pt x="3363424" y="2032000"/>
                  <a:pt x="3251200" y="2032000"/>
                </a:cubicBezTo>
                <a:lnTo>
                  <a:pt x="203200" y="2032000"/>
                </a:lnTo>
                <a:cubicBezTo>
                  <a:pt x="90976" y="2032000"/>
                  <a:pt x="0" y="1941024"/>
                  <a:pt x="0" y="18288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1727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2184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正文页-35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文本占位符 11"/>
          <p:cNvSpPr>
            <a:spLocks noGrp="1"/>
          </p:cNvSpPr>
          <p:nvPr>
            <p:ph type="body" idx="16388" hasCustomPrompt="1"/>
            <p:custDataLst>
              <p:tags r:id="rId5"/>
            </p:custDataLst>
          </p:nvPr>
        </p:nvSpPr>
        <p:spPr>
          <a:xfrm>
            <a:off x="6223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a:t>01</a:t>
            </a:r>
          </a:p>
        </p:txBody>
      </p:sp>
      <p:sp>
        <p:nvSpPr>
          <p:cNvPr id="13" name="文本占位符 12"/>
          <p:cNvSpPr>
            <a:spLocks noGrp="1"/>
          </p:cNvSpPr>
          <p:nvPr>
            <p:ph type="body" idx="16386" hasCustomPrompt="1"/>
            <p:custDataLst>
              <p:tags r:id="rId6"/>
            </p:custDataLst>
          </p:nvPr>
        </p:nvSpPr>
        <p:spPr>
          <a:xfrm>
            <a:off x="6096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91" hasCustomPrompt="1"/>
            <p:custDataLst>
              <p:tags r:id="rId8"/>
            </p:custDataLst>
          </p:nvPr>
        </p:nvSpPr>
        <p:spPr>
          <a:xfrm>
            <a:off x="44831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a:t>02</a:t>
            </a:r>
          </a:p>
        </p:txBody>
      </p:sp>
      <p:sp>
        <p:nvSpPr>
          <p:cNvPr id="16" name="文本占位符 15"/>
          <p:cNvSpPr>
            <a:spLocks noGrp="1"/>
          </p:cNvSpPr>
          <p:nvPr>
            <p:ph type="body" idx="16389" hasCustomPrompt="1"/>
            <p:custDataLst>
              <p:tags r:id="rId9"/>
            </p:custDataLst>
          </p:nvPr>
        </p:nvSpPr>
        <p:spPr>
          <a:xfrm>
            <a:off x="44704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90" hasCustomPrompt="1"/>
            <p:custDataLst>
              <p:tags r:id="rId10"/>
            </p:custDataLst>
          </p:nvPr>
        </p:nvSpPr>
        <p:spPr>
          <a:xfrm>
            <a:off x="44704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文本占位符 17"/>
          <p:cNvSpPr>
            <a:spLocks noGrp="1"/>
          </p:cNvSpPr>
          <p:nvPr>
            <p:ph type="body" idx="16394" hasCustomPrompt="1"/>
            <p:custDataLst>
              <p:tags r:id="rId11"/>
            </p:custDataLst>
          </p:nvPr>
        </p:nvSpPr>
        <p:spPr>
          <a:xfrm>
            <a:off x="83439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a:t>03</a:t>
            </a:r>
          </a:p>
        </p:txBody>
      </p:sp>
      <p:sp>
        <p:nvSpPr>
          <p:cNvPr id="19" name="文本占位符 18"/>
          <p:cNvSpPr>
            <a:spLocks noGrp="1"/>
          </p:cNvSpPr>
          <p:nvPr>
            <p:ph type="body" idx="16392" hasCustomPrompt="1"/>
            <p:custDataLst>
              <p:tags r:id="rId12"/>
            </p:custDataLst>
          </p:nvPr>
        </p:nvSpPr>
        <p:spPr>
          <a:xfrm>
            <a:off x="83312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3" hasCustomPrompt="1"/>
            <p:custDataLst>
              <p:tags r:id="rId13"/>
            </p:custDataLst>
          </p:nvPr>
        </p:nvSpPr>
        <p:spPr>
          <a:xfrm>
            <a:off x="83312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正文页-30_8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4038600" cy="5638800"/>
          </a:xfrm>
          <a:custGeom>
            <a:avLst/>
            <a:gdLst>
              <a:gd name="connisteX0" fmla="*/ 0 w 4038600"/>
              <a:gd name="connsiteY0" fmla="*/ 0 h 5638800"/>
              <a:gd name="connisteX1" fmla="*/ 4038600 w 4038600"/>
              <a:gd name="connsiteY1" fmla="*/ 0 h 5638800"/>
              <a:gd name="connisteX2" fmla="*/ 4038600 w 4038600"/>
              <a:gd name="connsiteY2" fmla="*/ 5638800 h 5638800"/>
              <a:gd name="connisteX3" fmla="*/ 0 w 4038600"/>
              <a:gd name="connsiteY3" fmla="*/ 5638800 h 5638800"/>
              <a:gd name="connisteX4" fmla="*/ 0 w 40386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4038600" h="5638800">
                <a:moveTo>
                  <a:pt x="0" y="0"/>
                </a:moveTo>
                <a:lnTo>
                  <a:pt x="4038600" y="0"/>
                </a:lnTo>
                <a:lnTo>
                  <a:pt x="4038600" y="5638800"/>
                </a:lnTo>
                <a:lnTo>
                  <a:pt x="0" y="56388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52578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54102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54102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52578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54102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54102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5257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54102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54102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正文页-63_2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7846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641600"/>
          </a:xfrm>
          <a:custGeom>
            <a:avLst/>
            <a:gdLst>
              <a:gd name="connisteX0" fmla="*/ 0 w 10972800"/>
              <a:gd name="connsiteY0" fmla="*/ 203200 h 2641600"/>
              <a:gd name="connisteX1" fmla="*/ 203200 w 10972800"/>
              <a:gd name="connsiteY1" fmla="*/ 0 h 2641600"/>
              <a:gd name="connisteX2" fmla="*/ 10769600 w 10972800"/>
              <a:gd name="connsiteY2" fmla="*/ 0 h 2641600"/>
              <a:gd name="connisteX3" fmla="*/ 10972800 w 10972800"/>
              <a:gd name="connsiteY3" fmla="*/ 203200 h 2641600"/>
              <a:gd name="connisteX4" fmla="*/ 10972800 w 10972800"/>
              <a:gd name="connsiteY4" fmla="*/ 2438400 h 2641600"/>
              <a:gd name="connisteX5" fmla="*/ 10769600 w 10972800"/>
              <a:gd name="connsiteY5" fmla="*/ 2641600 h 2641600"/>
              <a:gd name="connisteX6" fmla="*/ 203200 w 10972800"/>
              <a:gd name="connsiteY6" fmla="*/ 2641600 h 2641600"/>
              <a:gd name="connisteX7" fmla="*/ 0 w 10972800"/>
              <a:gd name="connsiteY7" fmla="*/ 2438400 h 2641600"/>
              <a:gd name="connisteX8" fmla="*/ 0 w 109728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641600">
                <a:moveTo>
                  <a:pt x="0" y="203200"/>
                </a:moveTo>
                <a:cubicBezTo>
                  <a:pt x="0" y="90976"/>
                  <a:pt x="90976" y="0"/>
                  <a:pt x="203200" y="0"/>
                </a:cubicBezTo>
                <a:lnTo>
                  <a:pt x="10769600" y="0"/>
                </a:lnTo>
                <a:cubicBezTo>
                  <a:pt x="10881824" y="0"/>
                  <a:pt x="10972800" y="90976"/>
                  <a:pt x="10972800" y="203200"/>
                </a:cubicBezTo>
                <a:lnTo>
                  <a:pt x="10972800" y="2438400"/>
                </a:lnTo>
                <a:cubicBezTo>
                  <a:pt x="10972800" y="2550624"/>
                  <a:pt x="10881824" y="2641600"/>
                  <a:pt x="107696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46482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4" name="文本占位符 13"/>
          <p:cNvSpPr>
            <a:spLocks noGrp="1"/>
          </p:cNvSpPr>
          <p:nvPr>
            <p:ph type="body" idx="16387" hasCustomPrompt="1"/>
            <p:custDataLst>
              <p:tags r:id="rId7"/>
            </p:custDataLst>
          </p:nvPr>
        </p:nvSpPr>
        <p:spPr>
          <a:xfrm>
            <a:off x="4648200" y="4419600"/>
            <a:ext cx="1905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71628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89" hasCustomPrompt="1"/>
            <p:custDataLst>
              <p:tags r:id="rId9"/>
            </p:custDataLst>
          </p:nvPr>
        </p:nvSpPr>
        <p:spPr>
          <a:xfrm>
            <a:off x="7162800" y="4419600"/>
            <a:ext cx="1905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96774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8" name="文本占位符 17"/>
          <p:cNvSpPr>
            <a:spLocks noGrp="1"/>
          </p:cNvSpPr>
          <p:nvPr>
            <p:ph type="body" idx="16391" hasCustomPrompt="1"/>
            <p:custDataLst>
              <p:tags r:id="rId11"/>
            </p:custDataLst>
          </p:nvPr>
        </p:nvSpPr>
        <p:spPr>
          <a:xfrm>
            <a:off x="9677400" y="4419600"/>
            <a:ext cx="1905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正文页-2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正文页-10004_1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装饰  1"/>
          <p:cNvSpPr>
            <a:spLocks noGrp="1"/>
          </p:cNvSpPr>
          <p:nvPr>
            <p:ph type="body" idx="16390" hasCustomPrompt="1"/>
            <p:custDataLst>
              <p:tags r:id="rId5"/>
            </p:custDataLst>
          </p:nvPr>
        </p:nvSpPr>
        <p:spPr>
          <a:xfrm>
            <a:off x="609600" y="1727200"/>
            <a:ext cx="5334000" cy="4318000"/>
          </a:xfrm>
          <a:custGeom>
            <a:avLst/>
            <a:gdLst>
              <a:gd name="connisteX0" fmla="*/ 0 w 5334000"/>
              <a:gd name="connsiteY0" fmla="*/ 203200 h 4318000"/>
              <a:gd name="connisteX1" fmla="*/ 203200 w 5334000"/>
              <a:gd name="connsiteY1" fmla="*/ 0 h 4318000"/>
              <a:gd name="connisteX2" fmla="*/ 5130800 w 5334000"/>
              <a:gd name="connsiteY2" fmla="*/ 0 h 4318000"/>
              <a:gd name="connisteX3" fmla="*/ 5334000 w 5334000"/>
              <a:gd name="connsiteY3" fmla="*/ 203200 h 4318000"/>
              <a:gd name="connisteX4" fmla="*/ 5334000 w 5334000"/>
              <a:gd name="connsiteY4" fmla="*/ 4114800 h 4318000"/>
              <a:gd name="connisteX5" fmla="*/ 5130800 w 5334000"/>
              <a:gd name="connsiteY5" fmla="*/ 4318000 h 4318000"/>
              <a:gd name="connisteX6" fmla="*/ 203200 w 5334000"/>
              <a:gd name="connsiteY6" fmla="*/ 4318000 h 4318000"/>
              <a:gd name="connisteX7" fmla="*/ 0 w 5334000"/>
              <a:gd name="connsiteY7" fmla="*/ 4114800 h 4318000"/>
              <a:gd name="connisteX8" fmla="*/ 0 w 53340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318000">
                <a:moveTo>
                  <a:pt x="0" y="203200"/>
                </a:moveTo>
                <a:cubicBezTo>
                  <a:pt x="0" y="90976"/>
                  <a:pt x="90976" y="0"/>
                  <a:pt x="203200" y="0"/>
                </a:cubicBezTo>
                <a:lnTo>
                  <a:pt x="5130800" y="0"/>
                </a:lnTo>
                <a:cubicBezTo>
                  <a:pt x="5243024" y="0"/>
                  <a:pt x="5334000" y="90976"/>
                  <a:pt x="5334000" y="203200"/>
                </a:cubicBezTo>
                <a:lnTo>
                  <a:pt x="5334000" y="4114800"/>
                </a:lnTo>
                <a:cubicBezTo>
                  <a:pt x="5334000" y="4227024"/>
                  <a:pt x="5243024" y="4318000"/>
                  <a:pt x="51308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914400" y="2387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914400" y="2946400"/>
            <a:ext cx="47244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装饰  4"/>
          <p:cNvSpPr>
            <a:spLocks noGrp="1"/>
          </p:cNvSpPr>
          <p:nvPr>
            <p:ph type="body" idx="16391" hasCustomPrompt="1"/>
            <p:custDataLst>
              <p:tags r:id="rId8"/>
            </p:custDataLst>
          </p:nvPr>
        </p:nvSpPr>
        <p:spPr>
          <a:xfrm>
            <a:off x="6248400" y="1727200"/>
            <a:ext cx="5334000" cy="4318000"/>
          </a:xfrm>
          <a:custGeom>
            <a:avLst/>
            <a:gdLst>
              <a:gd name="connisteX0" fmla="*/ 0 w 5334000"/>
              <a:gd name="connsiteY0" fmla="*/ 203200 h 4318000"/>
              <a:gd name="connisteX1" fmla="*/ 203200 w 5334000"/>
              <a:gd name="connsiteY1" fmla="*/ 0 h 4318000"/>
              <a:gd name="connisteX2" fmla="*/ 5130800 w 5334000"/>
              <a:gd name="connsiteY2" fmla="*/ 0 h 4318000"/>
              <a:gd name="connisteX3" fmla="*/ 5334000 w 5334000"/>
              <a:gd name="connsiteY3" fmla="*/ 203200 h 4318000"/>
              <a:gd name="connisteX4" fmla="*/ 5334000 w 5334000"/>
              <a:gd name="connsiteY4" fmla="*/ 4114800 h 4318000"/>
              <a:gd name="connisteX5" fmla="*/ 5130800 w 5334000"/>
              <a:gd name="connsiteY5" fmla="*/ 4318000 h 4318000"/>
              <a:gd name="connisteX6" fmla="*/ 203200 w 5334000"/>
              <a:gd name="connsiteY6" fmla="*/ 4318000 h 4318000"/>
              <a:gd name="connisteX7" fmla="*/ 0 w 5334000"/>
              <a:gd name="connsiteY7" fmla="*/ 4114800 h 4318000"/>
              <a:gd name="connisteX8" fmla="*/ 0 w 53340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318000">
                <a:moveTo>
                  <a:pt x="0" y="203200"/>
                </a:moveTo>
                <a:cubicBezTo>
                  <a:pt x="0" y="90976"/>
                  <a:pt x="90976" y="0"/>
                  <a:pt x="203200" y="0"/>
                </a:cubicBezTo>
                <a:lnTo>
                  <a:pt x="5130800" y="0"/>
                </a:lnTo>
                <a:cubicBezTo>
                  <a:pt x="5243024" y="0"/>
                  <a:pt x="5334000" y="90976"/>
                  <a:pt x="5334000" y="203200"/>
                </a:cubicBezTo>
                <a:lnTo>
                  <a:pt x="5334000" y="4114800"/>
                </a:lnTo>
                <a:cubicBezTo>
                  <a:pt x="5334000" y="4227024"/>
                  <a:pt x="5243024" y="4318000"/>
                  <a:pt x="51308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6553200" y="2387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6553200" y="2946400"/>
            <a:ext cx="47244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正文页-10012_1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553200" y="20828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6553200" y="31496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6553200" y="37084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6553200" y="4775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36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latin typeface="微软雅黑" panose="020B0503020204020204" charset="-122"/>
                <a:ea typeface="微软雅黑" panose="020B0503020204020204" charset="-122"/>
              </a:rPr>
              <a:t>2026/6/9</a:t>
            </a:fld>
            <a:endParaRPr lang="zh-CN" altLang="en-US">
              <a:latin typeface="微软雅黑" panose="020B0503020204020204" charset="-122"/>
              <a:ea typeface="微软雅黑" panose="020B0503020204020204" charset="-122"/>
            </a:endParaRPr>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latin typeface="微软雅黑" panose="020B0503020204020204" charset="-122"/>
                <a:ea typeface="微软雅黑" panose="020B0503020204020204" charset="-122"/>
              </a:defRPr>
            </a:lvl1pPr>
          </a:lstStyle>
          <a:p>
            <a:r>
              <a:rPr lang="zh-CN" altLang="en-US">
                <a:latin typeface="MiSans Medium" panose="00000600000000000000" charset="-122"/>
                <a:ea typeface="MiSans Medium" panose="00000600000000000000" charset="-122"/>
              </a:rPr>
              <a:t>单击此处添加标题</a:t>
            </a:r>
          </a:p>
        </p:txBody>
      </p:sp>
      <p:sp>
        <p:nvSpPr>
          <p:cNvPr id="12" name="装饰  1"/>
          <p:cNvSpPr>
            <a:spLocks noGrp="1"/>
          </p:cNvSpPr>
          <p:nvPr>
            <p:ph type="body" idx="16398" hasCustomPrompt="1"/>
            <p:custDataLst>
              <p:tags r:id="rId5"/>
            </p:custDataLst>
          </p:nvPr>
        </p:nvSpPr>
        <p:spPr>
          <a:xfrm>
            <a:off x="609600" y="1981200"/>
            <a:ext cx="762000" cy="762000"/>
          </a:xfrm>
          <a:custGeom>
            <a:avLst/>
            <a:gdLst>
              <a:gd name="connisteX0" fmla="*/ 0 w 762000"/>
              <a:gd name="connsiteY0" fmla="*/ 0 h 762000"/>
              <a:gd name="connisteX1" fmla="*/ 762000 w 762000"/>
              <a:gd name="connsiteY1" fmla="*/ 0 h 762000"/>
              <a:gd name="connisteX2" fmla="*/ 762000 w 762000"/>
              <a:gd name="connsiteY2" fmla="*/ 762000 h 762000"/>
              <a:gd name="connisteX3" fmla="*/ 0 w 762000"/>
              <a:gd name="connsiteY3" fmla="*/ 762000 h 762000"/>
              <a:gd name="connisteX4" fmla="*/ 0 w 762000"/>
              <a:gd name="connsiteY4" fmla="*/ 0 h 76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762000" h="762000">
                <a:moveTo>
                  <a:pt x="0" y="0"/>
                </a:moveTo>
                <a:lnTo>
                  <a:pt x="762000" y="0"/>
                </a:lnTo>
                <a:lnTo>
                  <a:pt x="762000" y="762000"/>
                </a:lnTo>
                <a:lnTo>
                  <a:pt x="0" y="762000"/>
                </a:lnTo>
                <a:lnTo>
                  <a:pt x="0" y="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3" name="文本占位符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01</a:t>
            </a:r>
          </a:p>
        </p:txBody>
      </p:sp>
      <p:sp>
        <p:nvSpPr>
          <p:cNvPr id="14" name="文本占位符 13"/>
          <p:cNvSpPr>
            <a:spLocks noGrp="1"/>
          </p:cNvSpPr>
          <p:nvPr>
            <p:ph type="body" idx="16386" hasCustomPrompt="1"/>
            <p:custDataLst>
              <p:tags r:id="rId7"/>
            </p:custDataLst>
          </p:nvPr>
        </p:nvSpPr>
        <p:spPr>
          <a:xfrm>
            <a:off x="1574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5" name="文本占位符 14"/>
          <p:cNvSpPr>
            <a:spLocks noGrp="1"/>
          </p:cNvSpPr>
          <p:nvPr>
            <p:ph type="body" idx="16387" hasCustomPrompt="1"/>
            <p:custDataLst>
              <p:tags r:id="rId8"/>
            </p:custDataLst>
          </p:nvPr>
        </p:nvSpPr>
        <p:spPr>
          <a:xfrm>
            <a:off x="1574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16" name="装饰  5"/>
          <p:cNvSpPr>
            <a:spLocks noGrp="1"/>
          </p:cNvSpPr>
          <p:nvPr>
            <p:ph type="body" idx="16399" hasCustomPrompt="1"/>
            <p:custDataLst>
              <p:tags r:id="rId9"/>
            </p:custDataLst>
          </p:nvPr>
        </p:nvSpPr>
        <p:spPr>
          <a:xfrm>
            <a:off x="6324600" y="1981200"/>
            <a:ext cx="762000" cy="762000"/>
          </a:xfrm>
          <a:custGeom>
            <a:avLst/>
            <a:gdLst>
              <a:gd name="connisteX0" fmla="*/ 0 w 762000"/>
              <a:gd name="connsiteY0" fmla="*/ 0 h 762000"/>
              <a:gd name="connisteX1" fmla="*/ 762000 w 762000"/>
              <a:gd name="connsiteY1" fmla="*/ 0 h 762000"/>
              <a:gd name="connisteX2" fmla="*/ 762000 w 762000"/>
              <a:gd name="connsiteY2" fmla="*/ 762000 h 762000"/>
              <a:gd name="connisteX3" fmla="*/ 0 w 762000"/>
              <a:gd name="connsiteY3" fmla="*/ 762000 h 762000"/>
              <a:gd name="connisteX4" fmla="*/ 0 w 762000"/>
              <a:gd name="connsiteY4" fmla="*/ 0 h 76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762000" h="762000">
                <a:moveTo>
                  <a:pt x="0" y="0"/>
                </a:moveTo>
                <a:lnTo>
                  <a:pt x="762000" y="0"/>
                </a:lnTo>
                <a:lnTo>
                  <a:pt x="762000" y="762000"/>
                </a:lnTo>
                <a:lnTo>
                  <a:pt x="0" y="762000"/>
                </a:lnTo>
                <a:lnTo>
                  <a:pt x="0" y="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17" name="文本占位符 16"/>
          <p:cNvSpPr>
            <a:spLocks noGrp="1"/>
          </p:cNvSpPr>
          <p:nvPr>
            <p:ph type="body" idx="16391" hasCustomPrompt="1"/>
            <p:custDataLst>
              <p:tags r:id="rId10"/>
            </p:custDataLst>
          </p:nvPr>
        </p:nvSpPr>
        <p:spPr>
          <a:xfrm>
            <a:off x="6496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02</a:t>
            </a:r>
          </a:p>
        </p:txBody>
      </p:sp>
      <p:sp>
        <p:nvSpPr>
          <p:cNvPr id="18" name="文本占位符 17"/>
          <p:cNvSpPr>
            <a:spLocks noGrp="1"/>
          </p:cNvSpPr>
          <p:nvPr>
            <p:ph type="body" idx="16389" hasCustomPrompt="1"/>
            <p:custDataLst>
              <p:tags r:id="rId11"/>
            </p:custDataLst>
          </p:nvPr>
        </p:nvSpPr>
        <p:spPr>
          <a:xfrm>
            <a:off x="7289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19" name="文本占位符 18"/>
          <p:cNvSpPr>
            <a:spLocks noGrp="1"/>
          </p:cNvSpPr>
          <p:nvPr>
            <p:ph type="body" idx="16390" hasCustomPrompt="1"/>
            <p:custDataLst>
              <p:tags r:id="rId12"/>
            </p:custDataLst>
          </p:nvPr>
        </p:nvSpPr>
        <p:spPr>
          <a:xfrm>
            <a:off x="7289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20" name="装饰  9"/>
          <p:cNvSpPr>
            <a:spLocks noGrp="1"/>
          </p:cNvSpPr>
          <p:nvPr>
            <p:ph type="body" idx="16400" hasCustomPrompt="1"/>
            <p:custDataLst>
              <p:tags r:id="rId13"/>
            </p:custDataLst>
          </p:nvPr>
        </p:nvSpPr>
        <p:spPr>
          <a:xfrm>
            <a:off x="609600" y="4114800"/>
            <a:ext cx="762000" cy="762000"/>
          </a:xfrm>
          <a:custGeom>
            <a:avLst/>
            <a:gdLst>
              <a:gd name="connisteX0" fmla="*/ 0 w 762000"/>
              <a:gd name="connsiteY0" fmla="*/ 0 h 762000"/>
              <a:gd name="connisteX1" fmla="*/ 762000 w 762000"/>
              <a:gd name="connsiteY1" fmla="*/ 0 h 762000"/>
              <a:gd name="connisteX2" fmla="*/ 762000 w 762000"/>
              <a:gd name="connsiteY2" fmla="*/ 762000 h 762000"/>
              <a:gd name="connisteX3" fmla="*/ 0 w 762000"/>
              <a:gd name="connsiteY3" fmla="*/ 762000 h 762000"/>
              <a:gd name="connisteX4" fmla="*/ 0 w 762000"/>
              <a:gd name="connsiteY4" fmla="*/ 0 h 76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762000" h="762000">
                <a:moveTo>
                  <a:pt x="0" y="0"/>
                </a:moveTo>
                <a:lnTo>
                  <a:pt x="762000" y="0"/>
                </a:lnTo>
                <a:lnTo>
                  <a:pt x="762000" y="762000"/>
                </a:lnTo>
                <a:lnTo>
                  <a:pt x="0" y="762000"/>
                </a:lnTo>
                <a:lnTo>
                  <a:pt x="0" y="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21" name="文本占位符 20"/>
          <p:cNvSpPr>
            <a:spLocks noGrp="1"/>
          </p:cNvSpPr>
          <p:nvPr>
            <p:ph type="body" idx="16394" hasCustomPrompt="1"/>
            <p:custDataLst>
              <p:tags r:id="rId14"/>
            </p:custDataLst>
          </p:nvPr>
        </p:nvSpPr>
        <p:spPr>
          <a:xfrm>
            <a:off x="781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03</a:t>
            </a:r>
          </a:p>
        </p:txBody>
      </p:sp>
      <p:sp>
        <p:nvSpPr>
          <p:cNvPr id="22" name="文本占位符 21"/>
          <p:cNvSpPr>
            <a:spLocks noGrp="1"/>
          </p:cNvSpPr>
          <p:nvPr>
            <p:ph type="body" idx="16392" hasCustomPrompt="1"/>
            <p:custDataLst>
              <p:tags r:id="rId15"/>
            </p:custDataLst>
          </p:nvPr>
        </p:nvSpPr>
        <p:spPr>
          <a:xfrm>
            <a:off x="1574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23" name="文本占位符 22"/>
          <p:cNvSpPr>
            <a:spLocks noGrp="1"/>
          </p:cNvSpPr>
          <p:nvPr>
            <p:ph type="body" idx="16393" hasCustomPrompt="1"/>
            <p:custDataLst>
              <p:tags r:id="rId16"/>
            </p:custDataLst>
          </p:nvPr>
        </p:nvSpPr>
        <p:spPr>
          <a:xfrm>
            <a:off x="1574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
        <p:nvSpPr>
          <p:cNvPr id="24" name="装饰  3"/>
          <p:cNvSpPr>
            <a:spLocks noGrp="1"/>
          </p:cNvSpPr>
          <p:nvPr>
            <p:ph type="body" idx="16401" hasCustomPrompt="1"/>
            <p:custDataLst>
              <p:tags r:id="rId17"/>
            </p:custDataLst>
          </p:nvPr>
        </p:nvSpPr>
        <p:spPr>
          <a:xfrm>
            <a:off x="6324600" y="4114800"/>
            <a:ext cx="762000" cy="762000"/>
          </a:xfrm>
          <a:custGeom>
            <a:avLst/>
            <a:gdLst>
              <a:gd name="connisteX0" fmla="*/ 0 w 762000"/>
              <a:gd name="connsiteY0" fmla="*/ 0 h 762000"/>
              <a:gd name="connisteX1" fmla="*/ 762000 w 762000"/>
              <a:gd name="connsiteY1" fmla="*/ 0 h 762000"/>
              <a:gd name="connisteX2" fmla="*/ 762000 w 762000"/>
              <a:gd name="connsiteY2" fmla="*/ 762000 h 762000"/>
              <a:gd name="connisteX3" fmla="*/ 0 w 762000"/>
              <a:gd name="connsiteY3" fmla="*/ 762000 h 762000"/>
              <a:gd name="connisteX4" fmla="*/ 0 w 762000"/>
              <a:gd name="connsiteY4" fmla="*/ 0 h 762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762000" h="762000">
                <a:moveTo>
                  <a:pt x="0" y="0"/>
                </a:moveTo>
                <a:lnTo>
                  <a:pt x="762000" y="0"/>
                </a:lnTo>
                <a:lnTo>
                  <a:pt x="762000" y="762000"/>
                </a:lnTo>
                <a:lnTo>
                  <a:pt x="0" y="762000"/>
                </a:lnTo>
                <a:lnTo>
                  <a:pt x="0" y="0"/>
                </a:lnTo>
                <a:close/>
              </a:path>
            </a:pathLst>
          </a:custGeom>
          <a:solidFill>
            <a:schemeClr val="accent1"/>
          </a:solidFill>
          <a:ln>
            <a:solidFill>
              <a:prstClr val="black">
                <a:alpha val="0"/>
              </a:prstClr>
            </a:solidFill>
            <a:prstDash val="solid"/>
          </a:ln>
        </p:spPr>
        <p:txBody>
          <a:bodyPr>
            <a:noAutofit/>
          </a:bodyPr>
          <a:lstStyle>
            <a:lvl1pPr>
              <a:buNone/>
              <a:defRPr>
                <a:latin typeface="微软雅黑" panose="020B0503020204020204" charset="-122"/>
                <a:ea typeface="微软雅黑" panose="020B0503020204020204" charset="-122"/>
              </a:defRPr>
            </a:lvl1pPr>
            <a:lvl2pPr>
              <a:buNone/>
              <a:defRPr/>
            </a:lvl2pPr>
            <a:lvl3pPr>
              <a:buNone/>
              <a:defRPr/>
            </a:lvl3pPr>
            <a:lvl4pPr>
              <a:buNone/>
              <a:defRPr/>
            </a:lvl4pPr>
            <a:lvl5pPr>
              <a:buNone/>
              <a:defRPr/>
            </a:lvl5pPr>
          </a:lstStyle>
          <a:p>
            <a:pPr lvl="0"/>
            <a:r>
              <a:rPr lang="zh-CN" altLang="en-US">
                <a:latin typeface="MiSans Normal" panose="00000500000000000000" charset="-122"/>
                <a:ea typeface="MiSans Normal" panose="00000500000000000000" charset="-122"/>
              </a:rPr>
              <a:t> </a:t>
            </a:r>
          </a:p>
        </p:txBody>
      </p:sp>
      <p:sp>
        <p:nvSpPr>
          <p:cNvPr id="25" name="文本占位符 24"/>
          <p:cNvSpPr>
            <a:spLocks noGrp="1"/>
          </p:cNvSpPr>
          <p:nvPr>
            <p:ph type="body" idx="16397" hasCustomPrompt="1"/>
            <p:custDataLst>
              <p:tags r:id="rId18"/>
            </p:custDataLst>
          </p:nvPr>
        </p:nvSpPr>
        <p:spPr>
          <a:xfrm>
            <a:off x="6496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04</a:t>
            </a:r>
          </a:p>
        </p:txBody>
      </p:sp>
      <p:sp>
        <p:nvSpPr>
          <p:cNvPr id="26" name="文本占位符 25"/>
          <p:cNvSpPr>
            <a:spLocks noGrp="1"/>
          </p:cNvSpPr>
          <p:nvPr>
            <p:ph type="body" idx="16395" hasCustomPrompt="1"/>
            <p:custDataLst>
              <p:tags r:id="rId19"/>
            </p:custDataLst>
          </p:nvPr>
        </p:nvSpPr>
        <p:spPr>
          <a:xfrm>
            <a:off x="7289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单击此处添加项标题</a:t>
            </a:r>
          </a:p>
        </p:txBody>
      </p:sp>
      <p:sp>
        <p:nvSpPr>
          <p:cNvPr id="27" name="文本占位符 26"/>
          <p:cNvSpPr>
            <a:spLocks noGrp="1"/>
          </p:cNvSpPr>
          <p:nvPr>
            <p:ph type="body" idx="16396" hasCustomPrompt="1"/>
            <p:custDataLst>
              <p:tags r:id="rId20"/>
            </p:custDataLst>
          </p:nvPr>
        </p:nvSpPr>
        <p:spPr>
          <a:xfrm>
            <a:off x="7289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latin typeface="微软雅黑" panose="020B0503020204020204" charset="-122"/>
                <a:ea typeface="微软雅黑" panose="020B0503020204020204" charset="-122"/>
              </a:defRPr>
            </a:lvl1pPr>
          </a:lstStyle>
          <a:p>
            <a:pPr lvl="0"/>
            <a:r>
              <a:rPr lang="zh-CN" altLang="en-US">
                <a:latin typeface="MiSans Normal" panose="00000500000000000000" charset="-122"/>
                <a:ea typeface="MiSans Normal" panose="00000500000000000000" charset="-122"/>
              </a:rPr>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2" name="图片 1" descr="新形势下的客户深度经营与重点产品营销技巧_01"/>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1" name="Rectangle 10"/>
          <p:cNvSpPr/>
          <p:nvPr userDrawn="1"/>
        </p:nvSpPr>
        <p:spPr>
          <a:xfrm flipH="1">
            <a:off x="0" y="31178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76"/>
          <p:cNvSpPr/>
          <p:nvPr userDrawn="1"/>
        </p:nvSpPr>
        <p:spPr>
          <a:xfrm>
            <a:off x="0" y="6283325"/>
            <a:ext cx="12192000" cy="574675"/>
          </a:xfrm>
          <a:prstGeom prst="rect">
            <a:avLst/>
          </a:prstGeom>
          <a:solidFill>
            <a:schemeClr val="accent4">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330.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60000" y="3625701"/>
            <a:ext cx="11471246" cy="2872297"/>
          </a:xfrm>
          <a:solidFill>
            <a:schemeClr val="bg2">
              <a:lumMod val="85000"/>
            </a:schemeClr>
          </a:solidFill>
        </p:spPr>
        <p:txBody>
          <a:bodyPr/>
          <a:lstStyle/>
          <a:p>
            <a:endParaRPr lang="en-US"/>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sp>
        <p:nvSpPr>
          <p:cNvPr id="11" name="Rectangle 10"/>
          <p:cNvSpPr/>
          <p:nvPr userDrawn="1"/>
        </p:nvSpPr>
        <p:spPr>
          <a:xfrm flipH="1">
            <a:off x="0" y="305435"/>
            <a:ext cx="5675630" cy="669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flipH="1">
            <a:off x="5711190" y="31178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flipH="1">
            <a:off x="5854700" y="31178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p:cNvSpPr/>
          <p:nvPr userDrawn="1"/>
        </p:nvSpPr>
        <p:spPr>
          <a:xfrm flipH="1">
            <a:off x="5711190" y="305435"/>
            <a:ext cx="107950" cy="669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p:cNvSpPr/>
          <p:nvPr userDrawn="1"/>
        </p:nvSpPr>
        <p:spPr>
          <a:xfrm flipH="1">
            <a:off x="5854700" y="305435"/>
            <a:ext cx="107950" cy="669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userDrawn="1"/>
        </p:nvGrpSpPr>
        <p:grpSpPr>
          <a:xfrm>
            <a:off x="-17145" y="1261110"/>
            <a:ext cx="12209145" cy="5586730"/>
            <a:chOff x="-27" y="1986"/>
            <a:chExt cx="19336" cy="8798"/>
          </a:xfrm>
        </p:grpSpPr>
        <p:grpSp>
          <p:nvGrpSpPr>
            <p:cNvPr id="27" name="组合 26"/>
            <p:cNvGrpSpPr/>
            <p:nvPr/>
          </p:nvGrpSpPr>
          <p:grpSpPr>
            <a:xfrm>
              <a:off x="-27" y="1986"/>
              <a:ext cx="19336" cy="8799"/>
              <a:chOff x="3592572" y="1734654"/>
              <a:chExt cx="8059429" cy="4583346"/>
            </a:xfrm>
          </p:grpSpPr>
          <p:sp>
            <p:nvSpPr>
              <p:cNvPr id="18" name="Rectangle 5"/>
              <p:cNvSpPr/>
              <p:nvPr/>
            </p:nvSpPr>
            <p:spPr>
              <a:xfrm>
                <a:off x="3592572" y="1734655"/>
                <a:ext cx="2014857" cy="4583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p:cNvSpPr/>
              <p:nvPr/>
            </p:nvSpPr>
            <p:spPr>
              <a:xfrm>
                <a:off x="5607429" y="1734654"/>
                <a:ext cx="2014857" cy="45833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7"/>
              <p:cNvSpPr/>
              <p:nvPr/>
            </p:nvSpPr>
            <p:spPr>
              <a:xfrm>
                <a:off x="7622286" y="1734655"/>
                <a:ext cx="2014857" cy="45833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8"/>
              <p:cNvSpPr/>
              <p:nvPr/>
            </p:nvSpPr>
            <p:spPr>
              <a:xfrm>
                <a:off x="9637144" y="1734655"/>
                <a:ext cx="2014857" cy="45833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矩形 27"/>
            <p:cNvSpPr/>
            <p:nvPr/>
          </p:nvSpPr>
          <p:spPr>
            <a:xfrm>
              <a:off x="312" y="2255"/>
              <a:ext cx="18659" cy="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bldLvl="0" animBg="1"/>
      <p:bldP spid="8" grpId="0" bldLvl="0" animBg="1"/>
      <p:bldP spid="9" grpId="0" bldLvl="0" animBg="1"/>
    </p:bldLst>
  </p:timing>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screen"/>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hf sldNum="0" ftr="0" dt="0"/>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35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t>2026/6/9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2" name="图片占位符 11"/>
          <p:cNvSpPr>
            <a:spLocks noGrp="1"/>
          </p:cNvSpPr>
          <p:nvPr>
            <p:ph type="pic" idx="16394" hasCustomPrompt="1"/>
            <p:custDataLst>
              <p:tags r:id="rId5"/>
            </p:custDataLst>
          </p:nvPr>
        </p:nvSpPr>
        <p:spPr>
          <a:xfrm>
            <a:off x="609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文本占位符 12"/>
          <p:cNvSpPr>
            <a:spLocks noGrp="1"/>
          </p:cNvSpPr>
          <p:nvPr>
            <p:ph type="body" idx="16386" hasCustomPrompt="1"/>
            <p:custDataLst>
              <p:tags r:id="rId6"/>
            </p:custDataLst>
          </p:nvPr>
        </p:nvSpPr>
        <p:spPr>
          <a:xfrm>
            <a:off x="1778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1778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图片占位符 14"/>
          <p:cNvSpPr>
            <a:spLocks noGrp="1"/>
          </p:cNvSpPr>
          <p:nvPr>
            <p:ph type="pic" idx="16395" hasCustomPrompt="1"/>
            <p:custDataLst>
              <p:tags r:id="rId8"/>
            </p:custDataLst>
          </p:nvPr>
        </p:nvSpPr>
        <p:spPr>
          <a:xfrm>
            <a:off x="6324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6" name="文本占位符 15"/>
          <p:cNvSpPr>
            <a:spLocks noGrp="1"/>
          </p:cNvSpPr>
          <p:nvPr>
            <p:ph type="body" idx="16388" hasCustomPrompt="1"/>
            <p:custDataLst>
              <p:tags r:id="rId9"/>
            </p:custDataLst>
          </p:nvPr>
        </p:nvSpPr>
        <p:spPr>
          <a:xfrm>
            <a:off x="7493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7493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图片占位符 17"/>
          <p:cNvSpPr>
            <a:spLocks noGrp="1"/>
          </p:cNvSpPr>
          <p:nvPr>
            <p:ph type="pic" idx="16396" hasCustomPrompt="1"/>
            <p:custDataLst>
              <p:tags r:id="rId11"/>
            </p:custDataLst>
          </p:nvPr>
        </p:nvSpPr>
        <p:spPr>
          <a:xfrm>
            <a:off x="609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文本占位符 18"/>
          <p:cNvSpPr>
            <a:spLocks noGrp="1"/>
          </p:cNvSpPr>
          <p:nvPr>
            <p:ph type="body" idx="16390" hasCustomPrompt="1"/>
            <p:custDataLst>
              <p:tags r:id="rId12"/>
            </p:custDataLst>
          </p:nvPr>
        </p:nvSpPr>
        <p:spPr>
          <a:xfrm>
            <a:off x="1778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1778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1" name="图片占位符 20"/>
          <p:cNvSpPr>
            <a:spLocks noGrp="1"/>
          </p:cNvSpPr>
          <p:nvPr>
            <p:ph type="pic" idx="16397" hasCustomPrompt="1"/>
            <p:custDataLst>
              <p:tags r:id="rId14"/>
            </p:custDataLst>
          </p:nvPr>
        </p:nvSpPr>
        <p:spPr>
          <a:xfrm>
            <a:off x="6324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2" hasCustomPrompt="1"/>
            <p:custDataLst>
              <p:tags r:id="rId15"/>
            </p:custDataLst>
          </p:nvPr>
        </p:nvSpPr>
        <p:spPr>
          <a:xfrm>
            <a:off x="7493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3" hasCustomPrompt="1"/>
            <p:custDataLst>
              <p:tags r:id="rId16"/>
            </p:custDataLst>
          </p:nvPr>
        </p:nvSpPr>
        <p:spPr>
          <a:xfrm>
            <a:off x="7493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2.xml"/><Relationship Id="rId21" Type="http://schemas.openxmlformats.org/officeDocument/2006/relationships/slideLayout" Target="../slideLayouts/slideLayout47.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63" Type="http://schemas.openxmlformats.org/officeDocument/2006/relationships/slideLayout" Target="../slideLayouts/slideLayout89.xml"/><Relationship Id="rId68" Type="http://schemas.openxmlformats.org/officeDocument/2006/relationships/slideLayout" Target="../slideLayouts/slideLayout94.xml"/><Relationship Id="rId16" Type="http://schemas.openxmlformats.org/officeDocument/2006/relationships/slideLayout" Target="../slideLayouts/slideLayout4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53" Type="http://schemas.openxmlformats.org/officeDocument/2006/relationships/slideLayout" Target="../slideLayouts/slideLayout79.xml"/><Relationship Id="rId58" Type="http://schemas.openxmlformats.org/officeDocument/2006/relationships/slideLayout" Target="../slideLayouts/slideLayout84.xml"/><Relationship Id="rId66" Type="http://schemas.openxmlformats.org/officeDocument/2006/relationships/slideLayout" Target="../slideLayouts/slideLayout92.xml"/><Relationship Id="rId74" Type="http://schemas.openxmlformats.org/officeDocument/2006/relationships/tags" Target="../tags/tag55.xml"/><Relationship Id="rId79" Type="http://schemas.openxmlformats.org/officeDocument/2006/relationships/tags" Target="../tags/tag60.xml"/><Relationship Id="rId5" Type="http://schemas.openxmlformats.org/officeDocument/2006/relationships/slideLayout" Target="../slideLayouts/slideLayout31.xml"/><Relationship Id="rId61" Type="http://schemas.openxmlformats.org/officeDocument/2006/relationships/slideLayout" Target="../slideLayouts/slideLayout87.xml"/><Relationship Id="rId19" Type="http://schemas.openxmlformats.org/officeDocument/2006/relationships/slideLayout" Target="../slideLayouts/slideLayout4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56" Type="http://schemas.openxmlformats.org/officeDocument/2006/relationships/slideLayout" Target="../slideLayouts/slideLayout82.xml"/><Relationship Id="rId64" Type="http://schemas.openxmlformats.org/officeDocument/2006/relationships/slideLayout" Target="../slideLayouts/slideLayout90.xml"/><Relationship Id="rId69" Type="http://schemas.openxmlformats.org/officeDocument/2006/relationships/slideLayout" Target="../slideLayouts/slideLayout95.xml"/><Relationship Id="rId77" Type="http://schemas.openxmlformats.org/officeDocument/2006/relationships/tags" Target="../tags/tag58.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72" Type="http://schemas.openxmlformats.org/officeDocument/2006/relationships/slideLayout" Target="../slideLayouts/slideLayout98.xml"/><Relationship Id="rId80" Type="http://schemas.openxmlformats.org/officeDocument/2006/relationships/image" Target="../media/image1.png"/><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59" Type="http://schemas.openxmlformats.org/officeDocument/2006/relationships/slideLayout" Target="../slideLayouts/slideLayout85.xml"/><Relationship Id="rId67" Type="http://schemas.openxmlformats.org/officeDocument/2006/relationships/slideLayout" Target="../slideLayouts/slideLayout93.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slideLayout" Target="../slideLayouts/slideLayout80.xml"/><Relationship Id="rId62" Type="http://schemas.openxmlformats.org/officeDocument/2006/relationships/slideLayout" Target="../slideLayouts/slideLayout88.xml"/><Relationship Id="rId70" Type="http://schemas.openxmlformats.org/officeDocument/2006/relationships/slideLayout" Target="../slideLayouts/slideLayout96.xml"/><Relationship Id="rId75" Type="http://schemas.openxmlformats.org/officeDocument/2006/relationships/tags" Target="../tags/tag5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 Id="rId57" Type="http://schemas.openxmlformats.org/officeDocument/2006/relationships/slideLayout" Target="../slideLayouts/slideLayout83.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 Id="rId60" Type="http://schemas.openxmlformats.org/officeDocument/2006/relationships/slideLayout" Target="../slideLayouts/slideLayout86.xml"/><Relationship Id="rId65" Type="http://schemas.openxmlformats.org/officeDocument/2006/relationships/slideLayout" Target="../slideLayouts/slideLayout91.xml"/><Relationship Id="rId73" Type="http://schemas.openxmlformats.org/officeDocument/2006/relationships/theme" Target="../theme/theme2.xml"/><Relationship Id="rId78" Type="http://schemas.openxmlformats.org/officeDocument/2006/relationships/tags" Target="../tags/tag5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9" Type="http://schemas.openxmlformats.org/officeDocument/2006/relationships/slideLayout" Target="../slideLayouts/slideLayout65.xml"/><Relationship Id="rId34" Type="http://schemas.openxmlformats.org/officeDocument/2006/relationships/slideLayout" Target="../slideLayouts/slideLayout60.xml"/><Relationship Id="rId50" Type="http://schemas.openxmlformats.org/officeDocument/2006/relationships/slideLayout" Target="../slideLayouts/slideLayout76.xml"/><Relationship Id="rId55" Type="http://schemas.openxmlformats.org/officeDocument/2006/relationships/slideLayout" Target="../slideLayouts/slideLayout81.xml"/><Relationship Id="rId76" Type="http://schemas.openxmlformats.org/officeDocument/2006/relationships/tags" Target="../tags/tag57.xml"/><Relationship Id="rId7" Type="http://schemas.openxmlformats.org/officeDocument/2006/relationships/slideLayout" Target="../slideLayouts/slideLayout33.xml"/><Relationship Id="rId71" Type="http://schemas.openxmlformats.org/officeDocument/2006/relationships/slideLayout" Target="../slideLayouts/slideLayout97.xml"/><Relationship Id="rId2" Type="http://schemas.openxmlformats.org/officeDocument/2006/relationships/slideLayout" Target="../slideLayouts/slideLayout28.xml"/><Relationship Id="rId29"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9" Type="http://schemas.openxmlformats.org/officeDocument/2006/relationships/tags" Target="../tags/tag577.xml"/><Relationship Id="rId21" Type="http://schemas.openxmlformats.org/officeDocument/2006/relationships/slideLayout" Target="../slideLayouts/slideLayout119.xml"/><Relationship Id="rId34" Type="http://schemas.openxmlformats.org/officeDocument/2006/relationships/slideLayout" Target="../slideLayouts/slideLayout132.xml"/><Relationship Id="rId42" Type="http://schemas.openxmlformats.org/officeDocument/2006/relationships/tags" Target="../tags/tag580.xml"/><Relationship Id="rId7" Type="http://schemas.openxmlformats.org/officeDocument/2006/relationships/slideLayout" Target="../slideLayouts/slideLayout105.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9" Type="http://schemas.openxmlformats.org/officeDocument/2006/relationships/slideLayout" Target="../slideLayouts/slideLayout127.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slideLayout" Target="../slideLayouts/slideLayout130.xml"/><Relationship Id="rId37" Type="http://schemas.openxmlformats.org/officeDocument/2006/relationships/slideLayout" Target="../slideLayouts/slideLayout135.xml"/><Relationship Id="rId40" Type="http://schemas.openxmlformats.org/officeDocument/2006/relationships/tags" Target="../tags/tag578.xml"/><Relationship Id="rId45" Type="http://schemas.openxmlformats.org/officeDocument/2006/relationships/image" Target="../media/image1.png"/><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36" Type="http://schemas.openxmlformats.org/officeDocument/2006/relationships/slideLayout" Target="../slideLayouts/slideLayout134.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slideLayout" Target="../slideLayouts/slideLayout129.xml"/><Relationship Id="rId44" Type="http://schemas.openxmlformats.org/officeDocument/2006/relationships/tags" Target="../tags/tag582.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slideLayout" Target="../slideLayouts/slideLayout128.xml"/><Relationship Id="rId35" Type="http://schemas.openxmlformats.org/officeDocument/2006/relationships/slideLayout" Target="../slideLayouts/slideLayout133.xml"/><Relationship Id="rId43" Type="http://schemas.openxmlformats.org/officeDocument/2006/relationships/tags" Target="../tags/tag581.xml"/><Relationship Id="rId8" Type="http://schemas.openxmlformats.org/officeDocument/2006/relationships/slideLayout" Target="../slideLayouts/slideLayout106.xml"/><Relationship Id="rId3" Type="http://schemas.openxmlformats.org/officeDocument/2006/relationships/slideLayout" Target="../slideLayouts/slideLayout101.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33" Type="http://schemas.openxmlformats.org/officeDocument/2006/relationships/slideLayout" Target="../slideLayouts/slideLayout131.xml"/><Relationship Id="rId38" Type="http://schemas.openxmlformats.org/officeDocument/2006/relationships/theme" Target="../theme/theme3.xml"/><Relationship Id="rId20" Type="http://schemas.openxmlformats.org/officeDocument/2006/relationships/slideLayout" Target="../slideLayouts/slideLayout118.xml"/><Relationship Id="rId41" Type="http://schemas.openxmlformats.org/officeDocument/2006/relationships/tags" Target="../tags/tag57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8.xml"/><Relationship Id="rId18" Type="http://schemas.openxmlformats.org/officeDocument/2006/relationships/slideLayout" Target="../slideLayouts/slideLayout153.xml"/><Relationship Id="rId26" Type="http://schemas.openxmlformats.org/officeDocument/2006/relationships/slideLayout" Target="../slideLayouts/slideLayout161.xml"/><Relationship Id="rId39" Type="http://schemas.openxmlformats.org/officeDocument/2006/relationships/theme" Target="../theme/theme4.xml"/><Relationship Id="rId21" Type="http://schemas.openxmlformats.org/officeDocument/2006/relationships/slideLayout" Target="../slideLayouts/slideLayout156.xml"/><Relationship Id="rId34" Type="http://schemas.openxmlformats.org/officeDocument/2006/relationships/slideLayout" Target="../slideLayouts/slideLayout169.xml"/><Relationship Id="rId42" Type="http://schemas.openxmlformats.org/officeDocument/2006/relationships/tags" Target="../tags/tag640.xml"/><Relationship Id="rId7" Type="http://schemas.openxmlformats.org/officeDocument/2006/relationships/slideLayout" Target="../slideLayouts/slideLayout142.xml"/><Relationship Id="rId2" Type="http://schemas.openxmlformats.org/officeDocument/2006/relationships/slideLayout" Target="../slideLayouts/slideLayout137.xml"/><Relationship Id="rId16" Type="http://schemas.openxmlformats.org/officeDocument/2006/relationships/slideLayout" Target="../slideLayouts/slideLayout151.xml"/><Relationship Id="rId29" Type="http://schemas.openxmlformats.org/officeDocument/2006/relationships/slideLayout" Target="../slideLayouts/slideLayout164.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24" Type="http://schemas.openxmlformats.org/officeDocument/2006/relationships/slideLayout" Target="../slideLayouts/slideLayout159.xml"/><Relationship Id="rId32" Type="http://schemas.openxmlformats.org/officeDocument/2006/relationships/slideLayout" Target="../slideLayouts/slideLayout167.xml"/><Relationship Id="rId37" Type="http://schemas.openxmlformats.org/officeDocument/2006/relationships/slideLayout" Target="../slideLayouts/slideLayout172.xml"/><Relationship Id="rId40" Type="http://schemas.openxmlformats.org/officeDocument/2006/relationships/tags" Target="../tags/tag638.xml"/><Relationship Id="rId45" Type="http://schemas.openxmlformats.org/officeDocument/2006/relationships/tags" Target="../tags/tag643.xml"/><Relationship Id="rId5" Type="http://schemas.openxmlformats.org/officeDocument/2006/relationships/slideLayout" Target="../slideLayouts/slideLayout140.xml"/><Relationship Id="rId15" Type="http://schemas.openxmlformats.org/officeDocument/2006/relationships/slideLayout" Target="../slideLayouts/slideLayout150.xml"/><Relationship Id="rId23" Type="http://schemas.openxmlformats.org/officeDocument/2006/relationships/slideLayout" Target="../slideLayouts/slideLayout158.xml"/><Relationship Id="rId28" Type="http://schemas.openxmlformats.org/officeDocument/2006/relationships/slideLayout" Target="../slideLayouts/slideLayout163.xml"/><Relationship Id="rId36" Type="http://schemas.openxmlformats.org/officeDocument/2006/relationships/slideLayout" Target="../slideLayouts/slideLayout171.xml"/><Relationship Id="rId10" Type="http://schemas.openxmlformats.org/officeDocument/2006/relationships/slideLayout" Target="../slideLayouts/slideLayout145.xml"/><Relationship Id="rId19" Type="http://schemas.openxmlformats.org/officeDocument/2006/relationships/slideLayout" Target="../slideLayouts/slideLayout154.xml"/><Relationship Id="rId31" Type="http://schemas.openxmlformats.org/officeDocument/2006/relationships/slideLayout" Target="../slideLayouts/slideLayout166.xml"/><Relationship Id="rId44" Type="http://schemas.openxmlformats.org/officeDocument/2006/relationships/tags" Target="../tags/tag642.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slideLayout" Target="../slideLayouts/slideLayout149.xml"/><Relationship Id="rId22" Type="http://schemas.openxmlformats.org/officeDocument/2006/relationships/slideLayout" Target="../slideLayouts/slideLayout157.xml"/><Relationship Id="rId27" Type="http://schemas.openxmlformats.org/officeDocument/2006/relationships/slideLayout" Target="../slideLayouts/slideLayout162.xml"/><Relationship Id="rId30" Type="http://schemas.openxmlformats.org/officeDocument/2006/relationships/slideLayout" Target="../slideLayouts/slideLayout165.xml"/><Relationship Id="rId35" Type="http://schemas.openxmlformats.org/officeDocument/2006/relationships/slideLayout" Target="../slideLayouts/slideLayout170.xml"/><Relationship Id="rId43" Type="http://schemas.openxmlformats.org/officeDocument/2006/relationships/tags" Target="../tags/tag641.xml"/><Relationship Id="rId8" Type="http://schemas.openxmlformats.org/officeDocument/2006/relationships/slideLayout" Target="../slideLayouts/slideLayout143.xml"/><Relationship Id="rId3" Type="http://schemas.openxmlformats.org/officeDocument/2006/relationships/slideLayout" Target="../slideLayouts/slideLayout138.xml"/><Relationship Id="rId12" Type="http://schemas.openxmlformats.org/officeDocument/2006/relationships/slideLayout" Target="../slideLayouts/slideLayout147.xml"/><Relationship Id="rId17" Type="http://schemas.openxmlformats.org/officeDocument/2006/relationships/slideLayout" Target="../slideLayouts/slideLayout152.xml"/><Relationship Id="rId25" Type="http://schemas.openxmlformats.org/officeDocument/2006/relationships/slideLayout" Target="../slideLayouts/slideLayout160.xml"/><Relationship Id="rId33" Type="http://schemas.openxmlformats.org/officeDocument/2006/relationships/slideLayout" Target="../slideLayouts/slideLayout168.xml"/><Relationship Id="rId38" Type="http://schemas.openxmlformats.org/officeDocument/2006/relationships/slideLayout" Target="../slideLayouts/slideLayout173.xml"/><Relationship Id="rId46" Type="http://schemas.openxmlformats.org/officeDocument/2006/relationships/image" Target="../media/image1.png"/><Relationship Id="rId20" Type="http://schemas.openxmlformats.org/officeDocument/2006/relationships/slideLayout" Target="../slideLayouts/slideLayout155.xml"/><Relationship Id="rId41" Type="http://schemas.openxmlformats.org/officeDocument/2006/relationships/tags" Target="../tags/tag63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86.xml"/><Relationship Id="rId18" Type="http://schemas.openxmlformats.org/officeDocument/2006/relationships/slideLayout" Target="../slideLayouts/slideLayout191.xml"/><Relationship Id="rId26" Type="http://schemas.openxmlformats.org/officeDocument/2006/relationships/slideLayout" Target="../slideLayouts/slideLayout199.xml"/><Relationship Id="rId39" Type="http://schemas.openxmlformats.org/officeDocument/2006/relationships/tags" Target="../tags/tag700.xml"/><Relationship Id="rId21" Type="http://schemas.openxmlformats.org/officeDocument/2006/relationships/slideLayout" Target="../slideLayouts/slideLayout194.xml"/><Relationship Id="rId34" Type="http://schemas.openxmlformats.org/officeDocument/2006/relationships/slideLayout" Target="../slideLayouts/slideLayout207.xml"/><Relationship Id="rId42" Type="http://schemas.openxmlformats.org/officeDocument/2006/relationships/tags" Target="../tags/tag703.xml"/><Relationship Id="rId7" Type="http://schemas.openxmlformats.org/officeDocument/2006/relationships/slideLayout" Target="../slideLayouts/slideLayout180.xml"/><Relationship Id="rId2" Type="http://schemas.openxmlformats.org/officeDocument/2006/relationships/slideLayout" Target="../slideLayouts/slideLayout175.xml"/><Relationship Id="rId16" Type="http://schemas.openxmlformats.org/officeDocument/2006/relationships/slideLayout" Target="../slideLayouts/slideLayout189.xml"/><Relationship Id="rId20" Type="http://schemas.openxmlformats.org/officeDocument/2006/relationships/slideLayout" Target="../slideLayouts/slideLayout193.xml"/><Relationship Id="rId29" Type="http://schemas.openxmlformats.org/officeDocument/2006/relationships/slideLayout" Target="../slideLayouts/slideLayout202.xml"/><Relationship Id="rId41" Type="http://schemas.openxmlformats.org/officeDocument/2006/relationships/tags" Target="../tags/tag702.xml"/><Relationship Id="rId1" Type="http://schemas.openxmlformats.org/officeDocument/2006/relationships/slideLayout" Target="../slideLayouts/slideLayout174.xml"/><Relationship Id="rId6" Type="http://schemas.openxmlformats.org/officeDocument/2006/relationships/slideLayout" Target="../slideLayouts/slideLayout179.xml"/><Relationship Id="rId11" Type="http://schemas.openxmlformats.org/officeDocument/2006/relationships/slideLayout" Target="../slideLayouts/slideLayout184.xml"/><Relationship Id="rId24" Type="http://schemas.openxmlformats.org/officeDocument/2006/relationships/slideLayout" Target="../slideLayouts/slideLayout197.xml"/><Relationship Id="rId32" Type="http://schemas.openxmlformats.org/officeDocument/2006/relationships/slideLayout" Target="../slideLayouts/slideLayout205.xml"/><Relationship Id="rId37" Type="http://schemas.openxmlformats.org/officeDocument/2006/relationships/theme" Target="../theme/theme5.xml"/><Relationship Id="rId40" Type="http://schemas.openxmlformats.org/officeDocument/2006/relationships/tags" Target="../tags/tag701.xml"/><Relationship Id="rId5" Type="http://schemas.openxmlformats.org/officeDocument/2006/relationships/slideLayout" Target="../slideLayouts/slideLayout178.xml"/><Relationship Id="rId15" Type="http://schemas.openxmlformats.org/officeDocument/2006/relationships/slideLayout" Target="../slideLayouts/slideLayout188.xml"/><Relationship Id="rId23" Type="http://schemas.openxmlformats.org/officeDocument/2006/relationships/slideLayout" Target="../slideLayouts/slideLayout196.xml"/><Relationship Id="rId28" Type="http://schemas.openxmlformats.org/officeDocument/2006/relationships/slideLayout" Target="../slideLayouts/slideLayout201.xml"/><Relationship Id="rId36" Type="http://schemas.openxmlformats.org/officeDocument/2006/relationships/slideLayout" Target="../slideLayouts/slideLayout209.xml"/><Relationship Id="rId10" Type="http://schemas.openxmlformats.org/officeDocument/2006/relationships/slideLayout" Target="../slideLayouts/slideLayout183.xml"/><Relationship Id="rId19" Type="http://schemas.openxmlformats.org/officeDocument/2006/relationships/slideLayout" Target="../slideLayouts/slideLayout192.xml"/><Relationship Id="rId31" Type="http://schemas.openxmlformats.org/officeDocument/2006/relationships/slideLayout" Target="../slideLayouts/slideLayout204.xml"/><Relationship Id="rId44" Type="http://schemas.openxmlformats.org/officeDocument/2006/relationships/image" Target="../media/image1.png"/><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slideLayout" Target="../slideLayouts/slideLayout187.xml"/><Relationship Id="rId22" Type="http://schemas.openxmlformats.org/officeDocument/2006/relationships/slideLayout" Target="../slideLayouts/slideLayout195.xml"/><Relationship Id="rId27" Type="http://schemas.openxmlformats.org/officeDocument/2006/relationships/slideLayout" Target="../slideLayouts/slideLayout200.xml"/><Relationship Id="rId30" Type="http://schemas.openxmlformats.org/officeDocument/2006/relationships/slideLayout" Target="../slideLayouts/slideLayout203.xml"/><Relationship Id="rId35" Type="http://schemas.openxmlformats.org/officeDocument/2006/relationships/slideLayout" Target="../slideLayouts/slideLayout208.xml"/><Relationship Id="rId43" Type="http://schemas.openxmlformats.org/officeDocument/2006/relationships/tags" Target="../tags/tag704.xml"/><Relationship Id="rId8" Type="http://schemas.openxmlformats.org/officeDocument/2006/relationships/slideLayout" Target="../slideLayouts/slideLayout181.xml"/><Relationship Id="rId3" Type="http://schemas.openxmlformats.org/officeDocument/2006/relationships/slideLayout" Target="../slideLayouts/slideLayout176.xml"/><Relationship Id="rId12" Type="http://schemas.openxmlformats.org/officeDocument/2006/relationships/slideLayout" Target="../slideLayouts/slideLayout185.xml"/><Relationship Id="rId17" Type="http://schemas.openxmlformats.org/officeDocument/2006/relationships/slideLayout" Target="../slideLayouts/slideLayout190.xml"/><Relationship Id="rId25" Type="http://schemas.openxmlformats.org/officeDocument/2006/relationships/slideLayout" Target="../slideLayouts/slideLayout198.xml"/><Relationship Id="rId33" Type="http://schemas.openxmlformats.org/officeDocument/2006/relationships/slideLayout" Target="../slideLayouts/slideLayout206.xml"/><Relationship Id="rId38" Type="http://schemas.openxmlformats.org/officeDocument/2006/relationships/tags" Target="../tags/tag69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17.xml"/><Relationship Id="rId13" Type="http://schemas.openxmlformats.org/officeDocument/2006/relationships/slideLayout" Target="../slideLayouts/slideLayout222.xml"/><Relationship Id="rId18" Type="http://schemas.openxmlformats.org/officeDocument/2006/relationships/tags" Target="../tags/tag761.xml"/><Relationship Id="rId3" Type="http://schemas.openxmlformats.org/officeDocument/2006/relationships/slideLayout" Target="../slideLayouts/slideLayout212.xml"/><Relationship Id="rId21" Type="http://schemas.openxmlformats.org/officeDocument/2006/relationships/tags" Target="../tags/tag764.xml"/><Relationship Id="rId7" Type="http://schemas.openxmlformats.org/officeDocument/2006/relationships/slideLayout" Target="../slideLayouts/slideLayout216.xml"/><Relationship Id="rId12" Type="http://schemas.openxmlformats.org/officeDocument/2006/relationships/slideLayout" Target="../slideLayouts/slideLayout221.xml"/><Relationship Id="rId17" Type="http://schemas.openxmlformats.org/officeDocument/2006/relationships/tags" Target="../tags/tag760.xml"/><Relationship Id="rId2" Type="http://schemas.openxmlformats.org/officeDocument/2006/relationships/slideLayout" Target="../slideLayouts/slideLayout211.xml"/><Relationship Id="rId16" Type="http://schemas.openxmlformats.org/officeDocument/2006/relationships/theme" Target="../theme/theme6.xml"/><Relationship Id="rId20" Type="http://schemas.openxmlformats.org/officeDocument/2006/relationships/tags" Target="../tags/tag763.xml"/><Relationship Id="rId1" Type="http://schemas.openxmlformats.org/officeDocument/2006/relationships/slideLayout" Target="../slideLayouts/slideLayout210.xml"/><Relationship Id="rId6" Type="http://schemas.openxmlformats.org/officeDocument/2006/relationships/slideLayout" Target="../slideLayouts/slideLayout215.xml"/><Relationship Id="rId11" Type="http://schemas.openxmlformats.org/officeDocument/2006/relationships/slideLayout" Target="../slideLayouts/slideLayout220.xml"/><Relationship Id="rId5" Type="http://schemas.openxmlformats.org/officeDocument/2006/relationships/slideLayout" Target="../slideLayouts/slideLayout214.xml"/><Relationship Id="rId15" Type="http://schemas.openxmlformats.org/officeDocument/2006/relationships/slideLayout" Target="../slideLayouts/slideLayout224.xml"/><Relationship Id="rId10" Type="http://schemas.openxmlformats.org/officeDocument/2006/relationships/slideLayout" Target="../slideLayouts/slideLayout219.xml"/><Relationship Id="rId19" Type="http://schemas.openxmlformats.org/officeDocument/2006/relationships/tags" Target="../tags/tag762.xml"/><Relationship Id="rId4" Type="http://schemas.openxmlformats.org/officeDocument/2006/relationships/slideLayout" Target="../slideLayouts/slideLayout213.xml"/><Relationship Id="rId9" Type="http://schemas.openxmlformats.org/officeDocument/2006/relationships/slideLayout" Target="../slideLayouts/slideLayout218.xml"/><Relationship Id="rId14" Type="http://schemas.openxmlformats.org/officeDocument/2006/relationships/slideLayout" Target="../slideLayouts/slideLayout223.xml"/><Relationship Id="rId22" Type="http://schemas.openxmlformats.org/officeDocument/2006/relationships/tags" Target="../tags/tag765.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37.xml"/><Relationship Id="rId18" Type="http://schemas.openxmlformats.org/officeDocument/2006/relationships/slideLayout" Target="../slideLayouts/slideLayout242.xml"/><Relationship Id="rId26" Type="http://schemas.openxmlformats.org/officeDocument/2006/relationships/slideLayout" Target="../slideLayouts/slideLayout250.xml"/><Relationship Id="rId39" Type="http://schemas.openxmlformats.org/officeDocument/2006/relationships/slideLayout" Target="../slideLayouts/slideLayout263.xml"/><Relationship Id="rId21" Type="http://schemas.openxmlformats.org/officeDocument/2006/relationships/slideLayout" Target="../slideLayouts/slideLayout245.xml"/><Relationship Id="rId34" Type="http://schemas.openxmlformats.org/officeDocument/2006/relationships/slideLayout" Target="../slideLayouts/slideLayout258.xml"/><Relationship Id="rId42" Type="http://schemas.openxmlformats.org/officeDocument/2006/relationships/tags" Target="../tags/tag830.xml"/><Relationship Id="rId47" Type="http://schemas.openxmlformats.org/officeDocument/2006/relationships/tags" Target="../tags/tag835.xml"/><Relationship Id="rId7" Type="http://schemas.openxmlformats.org/officeDocument/2006/relationships/slideLayout" Target="../slideLayouts/slideLayout231.xml"/><Relationship Id="rId2" Type="http://schemas.openxmlformats.org/officeDocument/2006/relationships/slideLayout" Target="../slideLayouts/slideLayout226.xml"/><Relationship Id="rId16" Type="http://schemas.openxmlformats.org/officeDocument/2006/relationships/slideLayout" Target="../slideLayouts/slideLayout240.xml"/><Relationship Id="rId29" Type="http://schemas.openxmlformats.org/officeDocument/2006/relationships/slideLayout" Target="../slideLayouts/slideLayout253.xml"/><Relationship Id="rId1" Type="http://schemas.openxmlformats.org/officeDocument/2006/relationships/slideLayout" Target="../slideLayouts/slideLayout225.xml"/><Relationship Id="rId6" Type="http://schemas.openxmlformats.org/officeDocument/2006/relationships/slideLayout" Target="../slideLayouts/slideLayout230.xml"/><Relationship Id="rId11" Type="http://schemas.openxmlformats.org/officeDocument/2006/relationships/slideLayout" Target="../slideLayouts/slideLayout235.xml"/><Relationship Id="rId24" Type="http://schemas.openxmlformats.org/officeDocument/2006/relationships/slideLayout" Target="../slideLayouts/slideLayout248.xml"/><Relationship Id="rId32" Type="http://schemas.openxmlformats.org/officeDocument/2006/relationships/slideLayout" Target="../slideLayouts/slideLayout256.xml"/><Relationship Id="rId37" Type="http://schemas.openxmlformats.org/officeDocument/2006/relationships/slideLayout" Target="../slideLayouts/slideLayout261.xml"/><Relationship Id="rId40" Type="http://schemas.openxmlformats.org/officeDocument/2006/relationships/slideLayout" Target="../slideLayouts/slideLayout264.xml"/><Relationship Id="rId45" Type="http://schemas.openxmlformats.org/officeDocument/2006/relationships/tags" Target="../tags/tag833.xml"/><Relationship Id="rId5" Type="http://schemas.openxmlformats.org/officeDocument/2006/relationships/slideLayout" Target="../slideLayouts/slideLayout229.xml"/><Relationship Id="rId15" Type="http://schemas.openxmlformats.org/officeDocument/2006/relationships/slideLayout" Target="../slideLayouts/slideLayout239.xml"/><Relationship Id="rId23" Type="http://schemas.openxmlformats.org/officeDocument/2006/relationships/slideLayout" Target="../slideLayouts/slideLayout247.xml"/><Relationship Id="rId28" Type="http://schemas.openxmlformats.org/officeDocument/2006/relationships/slideLayout" Target="../slideLayouts/slideLayout252.xml"/><Relationship Id="rId36" Type="http://schemas.openxmlformats.org/officeDocument/2006/relationships/slideLayout" Target="../slideLayouts/slideLayout260.xml"/><Relationship Id="rId10" Type="http://schemas.openxmlformats.org/officeDocument/2006/relationships/slideLayout" Target="../slideLayouts/slideLayout234.xml"/><Relationship Id="rId19" Type="http://schemas.openxmlformats.org/officeDocument/2006/relationships/slideLayout" Target="../slideLayouts/slideLayout243.xml"/><Relationship Id="rId31" Type="http://schemas.openxmlformats.org/officeDocument/2006/relationships/slideLayout" Target="../slideLayouts/slideLayout255.xml"/><Relationship Id="rId44" Type="http://schemas.openxmlformats.org/officeDocument/2006/relationships/tags" Target="../tags/tag832.xml"/><Relationship Id="rId4" Type="http://schemas.openxmlformats.org/officeDocument/2006/relationships/slideLayout" Target="../slideLayouts/slideLayout228.xml"/><Relationship Id="rId9" Type="http://schemas.openxmlformats.org/officeDocument/2006/relationships/slideLayout" Target="../slideLayouts/slideLayout233.xml"/><Relationship Id="rId14" Type="http://schemas.openxmlformats.org/officeDocument/2006/relationships/slideLayout" Target="../slideLayouts/slideLayout238.xml"/><Relationship Id="rId22" Type="http://schemas.openxmlformats.org/officeDocument/2006/relationships/slideLayout" Target="../slideLayouts/slideLayout246.xml"/><Relationship Id="rId27" Type="http://schemas.openxmlformats.org/officeDocument/2006/relationships/slideLayout" Target="../slideLayouts/slideLayout251.xml"/><Relationship Id="rId30" Type="http://schemas.openxmlformats.org/officeDocument/2006/relationships/slideLayout" Target="../slideLayouts/slideLayout254.xml"/><Relationship Id="rId35" Type="http://schemas.openxmlformats.org/officeDocument/2006/relationships/slideLayout" Target="../slideLayouts/slideLayout259.xml"/><Relationship Id="rId43" Type="http://schemas.openxmlformats.org/officeDocument/2006/relationships/tags" Target="../tags/tag831.xml"/><Relationship Id="rId48" Type="http://schemas.openxmlformats.org/officeDocument/2006/relationships/image" Target="../media/image1.png"/><Relationship Id="rId8" Type="http://schemas.openxmlformats.org/officeDocument/2006/relationships/slideLayout" Target="../slideLayouts/slideLayout232.xml"/><Relationship Id="rId3" Type="http://schemas.openxmlformats.org/officeDocument/2006/relationships/slideLayout" Target="../slideLayouts/slideLayout227.xml"/><Relationship Id="rId12" Type="http://schemas.openxmlformats.org/officeDocument/2006/relationships/slideLayout" Target="../slideLayouts/slideLayout236.xml"/><Relationship Id="rId17" Type="http://schemas.openxmlformats.org/officeDocument/2006/relationships/slideLayout" Target="../slideLayouts/slideLayout241.xml"/><Relationship Id="rId25" Type="http://schemas.openxmlformats.org/officeDocument/2006/relationships/slideLayout" Target="../slideLayouts/slideLayout249.xml"/><Relationship Id="rId33" Type="http://schemas.openxmlformats.org/officeDocument/2006/relationships/slideLayout" Target="../slideLayouts/slideLayout257.xml"/><Relationship Id="rId38" Type="http://schemas.openxmlformats.org/officeDocument/2006/relationships/slideLayout" Target="../slideLayouts/slideLayout262.xml"/><Relationship Id="rId46" Type="http://schemas.openxmlformats.org/officeDocument/2006/relationships/tags" Target="../tags/tag834.xml"/><Relationship Id="rId20" Type="http://schemas.openxmlformats.org/officeDocument/2006/relationships/slideLayout" Target="../slideLayouts/slideLayout244.xml"/><Relationship Id="rId4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77.xml"/><Relationship Id="rId18" Type="http://schemas.openxmlformats.org/officeDocument/2006/relationships/slideLayout" Target="../slideLayouts/slideLayout282.xml"/><Relationship Id="rId26" Type="http://schemas.openxmlformats.org/officeDocument/2006/relationships/slideLayout" Target="../slideLayouts/slideLayout290.xml"/><Relationship Id="rId39" Type="http://schemas.openxmlformats.org/officeDocument/2006/relationships/slideLayout" Target="../slideLayouts/slideLayout303.xml"/><Relationship Id="rId21" Type="http://schemas.openxmlformats.org/officeDocument/2006/relationships/slideLayout" Target="../slideLayouts/slideLayout285.xml"/><Relationship Id="rId34" Type="http://schemas.openxmlformats.org/officeDocument/2006/relationships/slideLayout" Target="../slideLayouts/slideLayout298.xml"/><Relationship Id="rId42" Type="http://schemas.openxmlformats.org/officeDocument/2006/relationships/slideLayout" Target="../slideLayouts/slideLayout306.xml"/><Relationship Id="rId47" Type="http://schemas.openxmlformats.org/officeDocument/2006/relationships/slideLayout" Target="../slideLayouts/slideLayout311.xml"/><Relationship Id="rId50" Type="http://schemas.openxmlformats.org/officeDocument/2006/relationships/slideLayout" Target="../slideLayouts/slideLayout314.xml"/><Relationship Id="rId55" Type="http://schemas.openxmlformats.org/officeDocument/2006/relationships/tags" Target="../tags/tag948.xml"/><Relationship Id="rId7" Type="http://schemas.openxmlformats.org/officeDocument/2006/relationships/slideLayout" Target="../slideLayouts/slideLayout271.xml"/><Relationship Id="rId2" Type="http://schemas.openxmlformats.org/officeDocument/2006/relationships/slideLayout" Target="../slideLayouts/slideLayout266.xml"/><Relationship Id="rId16" Type="http://schemas.openxmlformats.org/officeDocument/2006/relationships/slideLayout" Target="../slideLayouts/slideLayout280.xml"/><Relationship Id="rId29" Type="http://schemas.openxmlformats.org/officeDocument/2006/relationships/slideLayout" Target="../slideLayouts/slideLayout293.xml"/><Relationship Id="rId11" Type="http://schemas.openxmlformats.org/officeDocument/2006/relationships/slideLayout" Target="../slideLayouts/slideLayout275.xml"/><Relationship Id="rId24" Type="http://schemas.openxmlformats.org/officeDocument/2006/relationships/slideLayout" Target="../slideLayouts/slideLayout288.xml"/><Relationship Id="rId32" Type="http://schemas.openxmlformats.org/officeDocument/2006/relationships/slideLayout" Target="../slideLayouts/slideLayout296.xml"/><Relationship Id="rId37" Type="http://schemas.openxmlformats.org/officeDocument/2006/relationships/slideLayout" Target="../slideLayouts/slideLayout301.xml"/><Relationship Id="rId40" Type="http://schemas.openxmlformats.org/officeDocument/2006/relationships/slideLayout" Target="../slideLayouts/slideLayout304.xml"/><Relationship Id="rId45" Type="http://schemas.openxmlformats.org/officeDocument/2006/relationships/slideLayout" Target="../slideLayouts/slideLayout309.xml"/><Relationship Id="rId53" Type="http://schemas.openxmlformats.org/officeDocument/2006/relationships/tags" Target="../tags/tag946.xml"/><Relationship Id="rId58" Type="http://schemas.openxmlformats.org/officeDocument/2006/relationships/image" Target="../media/image1.png"/><Relationship Id="rId5" Type="http://schemas.openxmlformats.org/officeDocument/2006/relationships/slideLayout" Target="../slideLayouts/slideLayout269.xml"/><Relationship Id="rId19" Type="http://schemas.openxmlformats.org/officeDocument/2006/relationships/slideLayout" Target="../slideLayouts/slideLayout283.xml"/><Relationship Id="rId4" Type="http://schemas.openxmlformats.org/officeDocument/2006/relationships/slideLayout" Target="../slideLayouts/slideLayout268.xml"/><Relationship Id="rId9" Type="http://schemas.openxmlformats.org/officeDocument/2006/relationships/slideLayout" Target="../slideLayouts/slideLayout273.xml"/><Relationship Id="rId14" Type="http://schemas.openxmlformats.org/officeDocument/2006/relationships/slideLayout" Target="../slideLayouts/slideLayout278.xml"/><Relationship Id="rId22" Type="http://schemas.openxmlformats.org/officeDocument/2006/relationships/slideLayout" Target="../slideLayouts/slideLayout286.xml"/><Relationship Id="rId27" Type="http://schemas.openxmlformats.org/officeDocument/2006/relationships/slideLayout" Target="../slideLayouts/slideLayout291.xml"/><Relationship Id="rId30" Type="http://schemas.openxmlformats.org/officeDocument/2006/relationships/slideLayout" Target="../slideLayouts/slideLayout294.xml"/><Relationship Id="rId35" Type="http://schemas.openxmlformats.org/officeDocument/2006/relationships/slideLayout" Target="../slideLayouts/slideLayout299.xml"/><Relationship Id="rId43" Type="http://schemas.openxmlformats.org/officeDocument/2006/relationships/slideLayout" Target="../slideLayouts/slideLayout307.xml"/><Relationship Id="rId48" Type="http://schemas.openxmlformats.org/officeDocument/2006/relationships/slideLayout" Target="../slideLayouts/slideLayout312.xml"/><Relationship Id="rId56" Type="http://schemas.openxmlformats.org/officeDocument/2006/relationships/tags" Target="../tags/tag949.xml"/><Relationship Id="rId8" Type="http://schemas.openxmlformats.org/officeDocument/2006/relationships/slideLayout" Target="../slideLayouts/slideLayout272.xml"/><Relationship Id="rId51" Type="http://schemas.openxmlformats.org/officeDocument/2006/relationships/theme" Target="../theme/theme8.xml"/><Relationship Id="rId3" Type="http://schemas.openxmlformats.org/officeDocument/2006/relationships/slideLayout" Target="../slideLayouts/slideLayout267.xml"/><Relationship Id="rId12" Type="http://schemas.openxmlformats.org/officeDocument/2006/relationships/slideLayout" Target="../slideLayouts/slideLayout276.xml"/><Relationship Id="rId17" Type="http://schemas.openxmlformats.org/officeDocument/2006/relationships/slideLayout" Target="../slideLayouts/slideLayout281.xml"/><Relationship Id="rId25" Type="http://schemas.openxmlformats.org/officeDocument/2006/relationships/slideLayout" Target="../slideLayouts/slideLayout289.xml"/><Relationship Id="rId33" Type="http://schemas.openxmlformats.org/officeDocument/2006/relationships/slideLayout" Target="../slideLayouts/slideLayout297.xml"/><Relationship Id="rId38" Type="http://schemas.openxmlformats.org/officeDocument/2006/relationships/slideLayout" Target="../slideLayouts/slideLayout302.xml"/><Relationship Id="rId46" Type="http://schemas.openxmlformats.org/officeDocument/2006/relationships/slideLayout" Target="../slideLayouts/slideLayout310.xml"/><Relationship Id="rId20" Type="http://schemas.openxmlformats.org/officeDocument/2006/relationships/slideLayout" Target="../slideLayouts/slideLayout284.xml"/><Relationship Id="rId41" Type="http://schemas.openxmlformats.org/officeDocument/2006/relationships/slideLayout" Target="../slideLayouts/slideLayout305.xml"/><Relationship Id="rId54" Type="http://schemas.openxmlformats.org/officeDocument/2006/relationships/tags" Target="../tags/tag947.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5" Type="http://schemas.openxmlformats.org/officeDocument/2006/relationships/slideLayout" Target="../slideLayouts/slideLayout279.xml"/><Relationship Id="rId23" Type="http://schemas.openxmlformats.org/officeDocument/2006/relationships/slideLayout" Target="../slideLayouts/slideLayout287.xml"/><Relationship Id="rId28" Type="http://schemas.openxmlformats.org/officeDocument/2006/relationships/slideLayout" Target="../slideLayouts/slideLayout292.xml"/><Relationship Id="rId36" Type="http://schemas.openxmlformats.org/officeDocument/2006/relationships/slideLayout" Target="../slideLayouts/slideLayout300.xml"/><Relationship Id="rId49" Type="http://schemas.openxmlformats.org/officeDocument/2006/relationships/slideLayout" Target="../slideLayouts/slideLayout313.xml"/><Relationship Id="rId57" Type="http://schemas.openxmlformats.org/officeDocument/2006/relationships/tags" Target="../tags/tag950.xml"/><Relationship Id="rId10" Type="http://schemas.openxmlformats.org/officeDocument/2006/relationships/slideLayout" Target="../slideLayouts/slideLayout274.xml"/><Relationship Id="rId31" Type="http://schemas.openxmlformats.org/officeDocument/2006/relationships/slideLayout" Target="../slideLayouts/slideLayout295.xml"/><Relationship Id="rId44" Type="http://schemas.openxmlformats.org/officeDocument/2006/relationships/slideLayout" Target="../slideLayouts/slideLayout308.xml"/><Relationship Id="rId52" Type="http://schemas.openxmlformats.org/officeDocument/2006/relationships/tags" Target="../tags/tag945.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322.xml"/><Relationship Id="rId13" Type="http://schemas.openxmlformats.org/officeDocument/2006/relationships/slideLayout" Target="../slideLayouts/slideLayout327.xml"/><Relationship Id="rId18" Type="http://schemas.openxmlformats.org/officeDocument/2006/relationships/slideLayout" Target="../slideLayouts/slideLayout332.xml"/><Relationship Id="rId3" Type="http://schemas.openxmlformats.org/officeDocument/2006/relationships/slideLayout" Target="../slideLayouts/slideLayout317.xml"/><Relationship Id="rId21" Type="http://schemas.openxmlformats.org/officeDocument/2006/relationships/theme" Target="../theme/theme9.xml"/><Relationship Id="rId7" Type="http://schemas.openxmlformats.org/officeDocument/2006/relationships/slideLayout" Target="../slideLayouts/slideLayout321.xml"/><Relationship Id="rId12" Type="http://schemas.openxmlformats.org/officeDocument/2006/relationships/slideLayout" Target="../slideLayouts/slideLayout326.xml"/><Relationship Id="rId17" Type="http://schemas.openxmlformats.org/officeDocument/2006/relationships/slideLayout" Target="../slideLayouts/slideLayout331.xml"/><Relationship Id="rId2" Type="http://schemas.openxmlformats.org/officeDocument/2006/relationships/slideLayout" Target="../slideLayouts/slideLayout316.xml"/><Relationship Id="rId16" Type="http://schemas.openxmlformats.org/officeDocument/2006/relationships/slideLayout" Target="../slideLayouts/slideLayout330.xml"/><Relationship Id="rId20" Type="http://schemas.openxmlformats.org/officeDocument/2006/relationships/slideLayout" Target="../slideLayouts/slideLayout334.xml"/><Relationship Id="rId1" Type="http://schemas.openxmlformats.org/officeDocument/2006/relationships/slideLayout" Target="../slideLayouts/slideLayout315.xml"/><Relationship Id="rId6" Type="http://schemas.openxmlformats.org/officeDocument/2006/relationships/slideLayout" Target="../slideLayouts/slideLayout320.xml"/><Relationship Id="rId11" Type="http://schemas.openxmlformats.org/officeDocument/2006/relationships/slideLayout" Target="../slideLayouts/slideLayout325.xml"/><Relationship Id="rId5" Type="http://schemas.openxmlformats.org/officeDocument/2006/relationships/slideLayout" Target="../slideLayouts/slideLayout319.xml"/><Relationship Id="rId15" Type="http://schemas.openxmlformats.org/officeDocument/2006/relationships/slideLayout" Target="../slideLayouts/slideLayout329.xml"/><Relationship Id="rId10" Type="http://schemas.openxmlformats.org/officeDocument/2006/relationships/slideLayout" Target="../slideLayouts/slideLayout324.xml"/><Relationship Id="rId19" Type="http://schemas.openxmlformats.org/officeDocument/2006/relationships/slideLayout" Target="../slideLayouts/slideLayout333.xml"/><Relationship Id="rId4" Type="http://schemas.openxmlformats.org/officeDocument/2006/relationships/slideLayout" Target="../slideLayouts/slideLayout318.xml"/><Relationship Id="rId9" Type="http://schemas.openxmlformats.org/officeDocument/2006/relationships/slideLayout" Target="../slideLayouts/slideLayout323.xml"/><Relationship Id="rId14" Type="http://schemas.openxmlformats.org/officeDocument/2006/relationships/slideLayout" Target="../slideLayouts/slideLayout3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cs typeface="微软雅黑" panose="020B0503020204020204" charset="-122"/>
              </a:defRPr>
            </a:lvl1pPr>
          </a:lstStyle>
          <a:p>
            <a:fld id="{BC44E8F8-1FFE-4CAC-B518-7613F0CDA2A6}" type="datetimeFigureOut">
              <a:rPr lang="zh-CN" altLang="en-US" smtClean="0"/>
              <a:t>2026/6/9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cs typeface="微软雅黑" panose="020B050302020402020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cs typeface="微软雅黑" panose="020B0503020204020204" charset="-122"/>
              </a:defRPr>
            </a:lvl1pPr>
          </a:lstStyle>
          <a:p>
            <a:fld id="{C0356775-1FA2-409B-A225-E0E8DAACC75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4"/>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75"/>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76"/>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77"/>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8"/>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7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201906_大气红色商务演示创业融资年终汇报_16_1559901628"/>
          <p:cNvPicPr>
            <a:picLocks noChangeAspect="1"/>
          </p:cNvPicPr>
          <p:nvPr userDrawn="1"/>
        </p:nvPicPr>
        <p:blipFill>
          <a:blip r:embed="rId80" cstate="print"/>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 id="2147483705" r:id="rId30"/>
    <p:sldLayoutId id="2147483706" r:id="rId31"/>
    <p:sldLayoutId id="2147483707" r:id="rId32"/>
    <p:sldLayoutId id="2147483708" r:id="rId33"/>
    <p:sldLayoutId id="2147483709" r:id="rId34"/>
    <p:sldLayoutId id="2147483710" r:id="rId35"/>
    <p:sldLayoutId id="2147483711"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 id="2147483720" r:id="rId45"/>
    <p:sldLayoutId id="2147483721" r:id="rId46"/>
    <p:sldLayoutId id="2147483722" r:id="rId47"/>
    <p:sldLayoutId id="2147483723" r:id="rId48"/>
    <p:sldLayoutId id="2147483724" r:id="rId49"/>
    <p:sldLayoutId id="2147483725" r:id="rId50"/>
    <p:sldLayoutId id="2147483726" r:id="rId51"/>
    <p:sldLayoutId id="2147483727" r:id="rId52"/>
    <p:sldLayoutId id="2147483728" r:id="rId53"/>
    <p:sldLayoutId id="2147483729" r:id="rId54"/>
    <p:sldLayoutId id="2147483730" r:id="rId55"/>
    <p:sldLayoutId id="2147483731" r:id="rId56"/>
    <p:sldLayoutId id="2147483732" r:id="rId57"/>
    <p:sldLayoutId id="2147483733" r:id="rId58"/>
    <p:sldLayoutId id="2147483734" r:id="rId59"/>
    <p:sldLayoutId id="2147483735" r:id="rId60"/>
    <p:sldLayoutId id="2147483736" r:id="rId61"/>
    <p:sldLayoutId id="2147483737" r:id="rId62"/>
    <p:sldLayoutId id="2147483738" r:id="rId63"/>
    <p:sldLayoutId id="2147483739" r:id="rId64"/>
    <p:sldLayoutId id="2147483740" r:id="rId65"/>
    <p:sldLayoutId id="2147483741" r:id="rId66"/>
    <p:sldLayoutId id="2147483742" r:id="rId67"/>
    <p:sldLayoutId id="2147483743" r:id="rId68"/>
    <p:sldLayoutId id="2147483744" r:id="rId69"/>
    <p:sldLayoutId id="2147483745" r:id="rId70"/>
    <p:sldLayoutId id="2147483746" r:id="rId71"/>
    <p:sldLayoutId id="2147483747" r:id="rId72"/>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39"/>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40"/>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4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4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4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201906_大气红色商务演示创业融资年终汇报_16_1559901628"/>
          <p:cNvPicPr>
            <a:picLocks noChangeAspect="1"/>
          </p:cNvPicPr>
          <p:nvPr userDrawn="1"/>
        </p:nvPicPr>
        <p:blipFill>
          <a:blip r:embed="rId45" cstate="print"/>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 id="2147483776" r:id="rId28"/>
    <p:sldLayoutId id="2147483777" r:id="rId29"/>
    <p:sldLayoutId id="2147483778" r:id="rId30"/>
    <p:sldLayoutId id="2147483779" r:id="rId31"/>
    <p:sldLayoutId id="2147483780" r:id="rId32"/>
    <p:sldLayoutId id="2147483781" r:id="rId33"/>
    <p:sldLayoutId id="2147483782" r:id="rId34"/>
    <p:sldLayoutId id="2147483783" r:id="rId35"/>
    <p:sldLayoutId id="2147483784" r:id="rId36"/>
    <p:sldLayoutId id="2147483785" r:id="rId37"/>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40"/>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41"/>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4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4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4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201906_大气红色商务演示创业融资年终汇报_16_1559901628"/>
          <p:cNvPicPr>
            <a:picLocks noChangeAspect="1"/>
          </p:cNvPicPr>
          <p:nvPr userDrawn="1"/>
        </p:nvPicPr>
        <p:blipFill>
          <a:blip r:embed="rId46" cstate="print"/>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 id="2147483804" r:id="rId18"/>
    <p:sldLayoutId id="2147483805" r:id="rId19"/>
    <p:sldLayoutId id="2147483806" r:id="rId20"/>
    <p:sldLayoutId id="2147483807" r:id="rId21"/>
    <p:sldLayoutId id="2147483808" r:id="rId22"/>
    <p:sldLayoutId id="2147483809" r:id="rId23"/>
    <p:sldLayoutId id="2147483810" r:id="rId24"/>
    <p:sldLayoutId id="2147483811" r:id="rId25"/>
    <p:sldLayoutId id="2147483812" r:id="rId26"/>
    <p:sldLayoutId id="2147483813" r:id="rId27"/>
    <p:sldLayoutId id="2147483814" r:id="rId28"/>
    <p:sldLayoutId id="2147483815" r:id="rId29"/>
    <p:sldLayoutId id="2147483816" r:id="rId30"/>
    <p:sldLayoutId id="2147483817" r:id="rId31"/>
    <p:sldLayoutId id="2147483818" r:id="rId32"/>
    <p:sldLayoutId id="2147483819" r:id="rId33"/>
    <p:sldLayoutId id="2147483820" r:id="rId34"/>
    <p:sldLayoutId id="2147483821" r:id="rId35"/>
    <p:sldLayoutId id="2147483822" r:id="rId36"/>
    <p:sldLayoutId id="2147483823" r:id="rId37"/>
    <p:sldLayoutId id="2147483824" r:id="rId3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38"/>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39"/>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40"/>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41"/>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2"/>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4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201906_大气红色商务演示创业融资年终汇报_16_1559901628"/>
          <p:cNvPicPr>
            <a:picLocks noChangeAspect="1"/>
          </p:cNvPicPr>
          <p:nvPr userDrawn="1"/>
        </p:nvPicPr>
        <p:blipFill>
          <a:blip r:embed="rId44"/>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 id="2147483841" r:id="rId16"/>
    <p:sldLayoutId id="2147483842" r:id="rId17"/>
    <p:sldLayoutId id="2147483843" r:id="rId18"/>
    <p:sldLayoutId id="2147483844" r:id="rId19"/>
    <p:sldLayoutId id="2147483845" r:id="rId20"/>
    <p:sldLayoutId id="2147483846" r:id="rId21"/>
    <p:sldLayoutId id="2147483847" r:id="rId22"/>
    <p:sldLayoutId id="2147483848" r:id="rId23"/>
    <p:sldLayoutId id="2147483849" r:id="rId24"/>
    <p:sldLayoutId id="2147483850" r:id="rId25"/>
    <p:sldLayoutId id="2147483851" r:id="rId26"/>
    <p:sldLayoutId id="2147483852" r:id="rId27"/>
    <p:sldLayoutId id="2147483853" r:id="rId28"/>
    <p:sldLayoutId id="2147483854" r:id="rId29"/>
    <p:sldLayoutId id="2147483855" r:id="rId30"/>
    <p:sldLayoutId id="2147483856" r:id="rId31"/>
    <p:sldLayoutId id="2147483857" r:id="rId32"/>
    <p:sldLayoutId id="2147483858" r:id="rId33"/>
    <p:sldLayoutId id="2147483859" r:id="rId34"/>
    <p:sldLayoutId id="2147483860" r:id="rId35"/>
    <p:sldLayoutId id="2147483861" r:id="rId36"/>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18"/>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9"/>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20"/>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4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4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4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4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4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201906_大气红色商务演示创业融资年终汇报_16_1559901628"/>
          <p:cNvPicPr>
            <a:picLocks noChangeAspect="1"/>
          </p:cNvPicPr>
          <p:nvPr userDrawn="1"/>
        </p:nvPicPr>
        <p:blipFill>
          <a:blip r:embed="rId48" cstate="print"/>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 id="2147483896" r:id="rId18"/>
    <p:sldLayoutId id="2147483897" r:id="rId19"/>
    <p:sldLayoutId id="2147483898" r:id="rId20"/>
    <p:sldLayoutId id="2147483899" r:id="rId21"/>
    <p:sldLayoutId id="2147483900" r:id="rId22"/>
    <p:sldLayoutId id="2147483901" r:id="rId23"/>
    <p:sldLayoutId id="2147483902" r:id="rId24"/>
    <p:sldLayoutId id="2147483903" r:id="rId25"/>
    <p:sldLayoutId id="2147483904" r:id="rId26"/>
    <p:sldLayoutId id="2147483905" r:id="rId27"/>
    <p:sldLayoutId id="2147483906" r:id="rId28"/>
    <p:sldLayoutId id="2147483907" r:id="rId29"/>
    <p:sldLayoutId id="2147483908" r:id="rId30"/>
    <p:sldLayoutId id="2147483909" r:id="rId31"/>
    <p:sldLayoutId id="2147483910" r:id="rId32"/>
    <p:sldLayoutId id="2147483911" r:id="rId33"/>
    <p:sldLayoutId id="2147483912" r:id="rId34"/>
    <p:sldLayoutId id="2147483913" r:id="rId35"/>
    <p:sldLayoutId id="2147483914" r:id="rId36"/>
    <p:sldLayoutId id="2147483915" r:id="rId37"/>
    <p:sldLayoutId id="2147483916" r:id="rId38"/>
    <p:sldLayoutId id="2147483917" r:id="rId39"/>
    <p:sldLayoutId id="2147483918" r:id="rId40"/>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5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5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5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2026/6/9</a:t>
            </a:fld>
            <a:endParaRPr lang="zh-CN" altLang="en-US"/>
          </a:p>
        </p:txBody>
      </p:sp>
      <p:sp>
        <p:nvSpPr>
          <p:cNvPr id="5" name="页脚占位符 4"/>
          <p:cNvSpPr>
            <a:spLocks noGrp="1"/>
          </p:cNvSpPr>
          <p:nvPr>
            <p:ph type="ftr" sz="quarter" idx="3"/>
            <p:custDataLst>
              <p:tags r:id="rId5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5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201906_大气红色商务演示创业融资年终汇报_16_1559901628"/>
          <p:cNvPicPr>
            <a:picLocks noChangeAspect="1"/>
          </p:cNvPicPr>
          <p:nvPr userDrawn="1"/>
        </p:nvPicPr>
        <p:blipFill>
          <a:blip r:embed="rId58" cstate="print"/>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 id="2147483934" r:id="rId15"/>
    <p:sldLayoutId id="2147483935" r:id="rId16"/>
    <p:sldLayoutId id="2147483936" r:id="rId17"/>
    <p:sldLayoutId id="2147483937" r:id="rId18"/>
    <p:sldLayoutId id="2147483938" r:id="rId19"/>
    <p:sldLayoutId id="2147483939" r:id="rId20"/>
    <p:sldLayoutId id="2147483940" r:id="rId21"/>
    <p:sldLayoutId id="2147483941" r:id="rId22"/>
    <p:sldLayoutId id="2147483942" r:id="rId23"/>
    <p:sldLayoutId id="2147483943" r:id="rId24"/>
    <p:sldLayoutId id="2147483944" r:id="rId25"/>
    <p:sldLayoutId id="2147483945" r:id="rId26"/>
    <p:sldLayoutId id="2147483946" r:id="rId27"/>
    <p:sldLayoutId id="2147483947" r:id="rId28"/>
    <p:sldLayoutId id="2147483948" r:id="rId29"/>
    <p:sldLayoutId id="2147483949" r:id="rId30"/>
    <p:sldLayoutId id="2147483950" r:id="rId31"/>
    <p:sldLayoutId id="2147483951" r:id="rId32"/>
    <p:sldLayoutId id="2147483952" r:id="rId33"/>
    <p:sldLayoutId id="2147483953" r:id="rId34"/>
    <p:sldLayoutId id="2147483954" r:id="rId35"/>
    <p:sldLayoutId id="2147483955" r:id="rId36"/>
    <p:sldLayoutId id="2147483956" r:id="rId37"/>
    <p:sldLayoutId id="2147483957" r:id="rId38"/>
    <p:sldLayoutId id="2147483958" r:id="rId39"/>
    <p:sldLayoutId id="2147483959" r:id="rId40"/>
    <p:sldLayoutId id="2147483960" r:id="rId41"/>
    <p:sldLayoutId id="2147483961" r:id="rId42"/>
    <p:sldLayoutId id="2147483962" r:id="rId43"/>
    <p:sldLayoutId id="2147483963" r:id="rId44"/>
    <p:sldLayoutId id="2147483964" r:id="rId45"/>
    <p:sldLayoutId id="2147483965" r:id="rId46"/>
    <p:sldLayoutId id="2147483966" r:id="rId47"/>
    <p:sldLayoutId id="2147483967" r:id="rId48"/>
    <p:sldLayoutId id="2147483968" r:id="rId49"/>
    <p:sldLayoutId id="2147483969" r:id="rId50"/>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 id="2147483988" r:id="rId18"/>
    <p:sldLayoutId id="2147483989" r:id="rId19"/>
    <p:sldLayoutId id="2147483990"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1192.xml"/><Relationship Id="rId7" Type="http://schemas.openxmlformats.org/officeDocument/2006/relationships/image" Target="../media/image9.png"/><Relationship Id="rId2" Type="http://schemas.openxmlformats.org/officeDocument/2006/relationships/tags" Target="../tags/tag1191.xml"/><Relationship Id="rId1" Type="http://schemas.openxmlformats.org/officeDocument/2006/relationships/tags" Target="../tags/tag119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119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8" Type="http://schemas.openxmlformats.org/officeDocument/2006/relationships/tags" Target="../tags/tag1201.xml"/><Relationship Id="rId13" Type="http://schemas.openxmlformats.org/officeDocument/2006/relationships/tags" Target="../tags/tag1206.xml"/><Relationship Id="rId18" Type="http://schemas.openxmlformats.org/officeDocument/2006/relationships/notesSlide" Target="../notesSlides/notesSlide3.xml"/><Relationship Id="rId3" Type="http://schemas.openxmlformats.org/officeDocument/2006/relationships/tags" Target="../tags/tag1196.xml"/><Relationship Id="rId7" Type="http://schemas.openxmlformats.org/officeDocument/2006/relationships/tags" Target="../tags/tag1200.xml"/><Relationship Id="rId12" Type="http://schemas.openxmlformats.org/officeDocument/2006/relationships/tags" Target="../tags/tag1205.xml"/><Relationship Id="rId17" Type="http://schemas.openxmlformats.org/officeDocument/2006/relationships/slideLayout" Target="../slideLayouts/slideLayout331.xml"/><Relationship Id="rId2" Type="http://schemas.openxmlformats.org/officeDocument/2006/relationships/tags" Target="../tags/tag1195.xml"/><Relationship Id="rId16" Type="http://schemas.openxmlformats.org/officeDocument/2006/relationships/tags" Target="../tags/tag1209.xml"/><Relationship Id="rId1" Type="http://schemas.openxmlformats.org/officeDocument/2006/relationships/tags" Target="../tags/tag1194.xml"/><Relationship Id="rId6" Type="http://schemas.openxmlformats.org/officeDocument/2006/relationships/tags" Target="../tags/tag1199.xml"/><Relationship Id="rId11" Type="http://schemas.openxmlformats.org/officeDocument/2006/relationships/tags" Target="../tags/tag1204.xml"/><Relationship Id="rId5" Type="http://schemas.openxmlformats.org/officeDocument/2006/relationships/tags" Target="../tags/tag1198.xml"/><Relationship Id="rId15" Type="http://schemas.openxmlformats.org/officeDocument/2006/relationships/tags" Target="../tags/tag1208.xml"/><Relationship Id="rId10" Type="http://schemas.openxmlformats.org/officeDocument/2006/relationships/tags" Target="../tags/tag1203.xml"/><Relationship Id="rId19" Type="http://schemas.openxmlformats.org/officeDocument/2006/relationships/image" Target="../media/image10.jpeg"/><Relationship Id="rId4" Type="http://schemas.openxmlformats.org/officeDocument/2006/relationships/tags" Target="../tags/tag1197.xml"/><Relationship Id="rId9" Type="http://schemas.openxmlformats.org/officeDocument/2006/relationships/tags" Target="../tags/tag1202.xml"/><Relationship Id="rId14" Type="http://schemas.openxmlformats.org/officeDocument/2006/relationships/tags" Target="../tags/tag120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16.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1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1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0.xml"/><Relationship Id="rId1" Type="http://schemas.openxmlformats.org/officeDocument/2006/relationships/tags" Target="../tags/tag1210.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1213.xml"/><Relationship Id="rId7" Type="http://schemas.openxmlformats.org/officeDocument/2006/relationships/image" Target="../media/image9.png"/><Relationship Id="rId2" Type="http://schemas.openxmlformats.org/officeDocument/2006/relationships/tags" Target="../tags/tag1212.xml"/><Relationship Id="rId1" Type="http://schemas.openxmlformats.org/officeDocument/2006/relationships/tags" Target="../tags/tag1211.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12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7.xml"/><Relationship Id="rId1" Type="http://schemas.openxmlformats.org/officeDocument/2006/relationships/tags" Target="../tags/tag1215.xml"/></Relationships>
</file>

<file path=ppt/slides/_rels/slide16.xml.rels><?xml version="1.0" encoding="UTF-8" standalone="yes"?>
<Relationships xmlns="http://schemas.openxmlformats.org/package/2006/relationships"><Relationship Id="rId8" Type="http://schemas.openxmlformats.org/officeDocument/2006/relationships/tags" Target="../tags/tag1223.xml"/><Relationship Id="rId13" Type="http://schemas.openxmlformats.org/officeDocument/2006/relationships/image" Target="../media/image16.png"/><Relationship Id="rId3" Type="http://schemas.openxmlformats.org/officeDocument/2006/relationships/tags" Target="../tags/tag1218.xml"/><Relationship Id="rId7" Type="http://schemas.openxmlformats.org/officeDocument/2006/relationships/tags" Target="../tags/tag1222.xml"/><Relationship Id="rId12" Type="http://schemas.openxmlformats.org/officeDocument/2006/relationships/slideLayout" Target="../slideLayouts/slideLayout97.xml"/><Relationship Id="rId2" Type="http://schemas.openxmlformats.org/officeDocument/2006/relationships/tags" Target="../tags/tag1217.xml"/><Relationship Id="rId1" Type="http://schemas.openxmlformats.org/officeDocument/2006/relationships/tags" Target="../tags/tag1216.xml"/><Relationship Id="rId6" Type="http://schemas.openxmlformats.org/officeDocument/2006/relationships/tags" Target="../tags/tag1221.xml"/><Relationship Id="rId11" Type="http://schemas.openxmlformats.org/officeDocument/2006/relationships/tags" Target="../tags/tag1226.xml"/><Relationship Id="rId5" Type="http://schemas.openxmlformats.org/officeDocument/2006/relationships/tags" Target="../tags/tag1220.xml"/><Relationship Id="rId10" Type="http://schemas.openxmlformats.org/officeDocument/2006/relationships/tags" Target="../tags/tag1225.xml"/><Relationship Id="rId4" Type="http://schemas.openxmlformats.org/officeDocument/2006/relationships/tags" Target="../tags/tag1219.xml"/><Relationship Id="rId9" Type="http://schemas.openxmlformats.org/officeDocument/2006/relationships/tags" Target="../tags/tag12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8" Type="http://schemas.openxmlformats.org/officeDocument/2006/relationships/tags" Target="../tags/tag1234.xml"/><Relationship Id="rId13" Type="http://schemas.openxmlformats.org/officeDocument/2006/relationships/slideLayout" Target="../slideLayouts/slideLayout96.xml"/><Relationship Id="rId3" Type="http://schemas.openxmlformats.org/officeDocument/2006/relationships/tags" Target="../tags/tag1229.xml"/><Relationship Id="rId7" Type="http://schemas.openxmlformats.org/officeDocument/2006/relationships/tags" Target="../tags/tag1233.xml"/><Relationship Id="rId12" Type="http://schemas.openxmlformats.org/officeDocument/2006/relationships/tags" Target="../tags/tag1238.xml"/><Relationship Id="rId2" Type="http://schemas.openxmlformats.org/officeDocument/2006/relationships/tags" Target="../tags/tag1228.xml"/><Relationship Id="rId1" Type="http://schemas.openxmlformats.org/officeDocument/2006/relationships/tags" Target="../tags/tag1227.xml"/><Relationship Id="rId6" Type="http://schemas.openxmlformats.org/officeDocument/2006/relationships/tags" Target="../tags/tag1232.xml"/><Relationship Id="rId11" Type="http://schemas.openxmlformats.org/officeDocument/2006/relationships/tags" Target="../tags/tag1237.xml"/><Relationship Id="rId5" Type="http://schemas.openxmlformats.org/officeDocument/2006/relationships/tags" Target="../tags/tag1231.xml"/><Relationship Id="rId10" Type="http://schemas.openxmlformats.org/officeDocument/2006/relationships/tags" Target="../tags/tag1236.xml"/><Relationship Id="rId4" Type="http://schemas.openxmlformats.org/officeDocument/2006/relationships/tags" Target="../tags/tag1230.xml"/><Relationship Id="rId9" Type="http://schemas.openxmlformats.org/officeDocument/2006/relationships/tags" Target="../tags/tag1235.xml"/><Relationship Id="rId1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21.xml.rels><?xml version="1.0" encoding="UTF-8" standalone="yes"?>
<Relationships xmlns="http://schemas.openxmlformats.org/package/2006/relationships"><Relationship Id="rId8" Type="http://schemas.openxmlformats.org/officeDocument/2006/relationships/tags" Target="../tags/tag1246.xml"/><Relationship Id="rId13" Type="http://schemas.openxmlformats.org/officeDocument/2006/relationships/image" Target="../media/image19.jpeg"/><Relationship Id="rId3" Type="http://schemas.openxmlformats.org/officeDocument/2006/relationships/tags" Target="../tags/tag1241.xml"/><Relationship Id="rId7" Type="http://schemas.openxmlformats.org/officeDocument/2006/relationships/tags" Target="../tags/tag1245.xml"/><Relationship Id="rId12" Type="http://schemas.openxmlformats.org/officeDocument/2006/relationships/image" Target="../media/image18.jpeg"/><Relationship Id="rId2" Type="http://schemas.openxmlformats.org/officeDocument/2006/relationships/tags" Target="../tags/tag1240.xml"/><Relationship Id="rId1" Type="http://schemas.openxmlformats.org/officeDocument/2006/relationships/tags" Target="../tags/tag1239.xml"/><Relationship Id="rId6" Type="http://schemas.openxmlformats.org/officeDocument/2006/relationships/tags" Target="../tags/tag1244.xml"/><Relationship Id="rId11" Type="http://schemas.openxmlformats.org/officeDocument/2006/relationships/slideLayout" Target="../slideLayouts/slideLayout98.xml"/><Relationship Id="rId5" Type="http://schemas.openxmlformats.org/officeDocument/2006/relationships/tags" Target="../tags/tag1243.xml"/><Relationship Id="rId10" Type="http://schemas.openxmlformats.org/officeDocument/2006/relationships/tags" Target="../tags/tag1248.xml"/><Relationship Id="rId4" Type="http://schemas.openxmlformats.org/officeDocument/2006/relationships/tags" Target="../tags/tag1242.xml"/><Relationship Id="rId9" Type="http://schemas.openxmlformats.org/officeDocument/2006/relationships/tags" Target="../tags/tag124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tags" Target="../tags/tag1251.xml"/><Relationship Id="rId2" Type="http://schemas.openxmlformats.org/officeDocument/2006/relationships/tags" Target="../tags/tag1250.xml"/><Relationship Id="rId1" Type="http://schemas.openxmlformats.org/officeDocument/2006/relationships/tags" Target="../tags/tag1249.xml"/><Relationship Id="rId5" Type="http://schemas.openxmlformats.org/officeDocument/2006/relationships/slideLayout" Target="../slideLayouts/slideLayout28.xml"/><Relationship Id="rId4" Type="http://schemas.openxmlformats.org/officeDocument/2006/relationships/tags" Target="../tags/tag125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ags" Target="../tags/tag1253.xml"/></Relationships>
</file>

<file path=ppt/slides/_rels/slide25.xml.rels><?xml version="1.0" encoding="UTF-8" standalone="yes"?>
<Relationships xmlns="http://schemas.openxmlformats.org/package/2006/relationships"><Relationship Id="rId8" Type="http://schemas.openxmlformats.org/officeDocument/2006/relationships/tags" Target="../tags/tag1261.xml"/><Relationship Id="rId13" Type="http://schemas.openxmlformats.org/officeDocument/2006/relationships/image" Target="../media/image19.jpeg"/><Relationship Id="rId3" Type="http://schemas.openxmlformats.org/officeDocument/2006/relationships/tags" Target="../tags/tag1256.xml"/><Relationship Id="rId7" Type="http://schemas.openxmlformats.org/officeDocument/2006/relationships/tags" Target="../tags/tag1260.xml"/><Relationship Id="rId12" Type="http://schemas.openxmlformats.org/officeDocument/2006/relationships/image" Target="../media/image18.jpeg"/><Relationship Id="rId2" Type="http://schemas.openxmlformats.org/officeDocument/2006/relationships/tags" Target="../tags/tag1255.xml"/><Relationship Id="rId1" Type="http://schemas.openxmlformats.org/officeDocument/2006/relationships/tags" Target="../tags/tag1254.xml"/><Relationship Id="rId6" Type="http://schemas.openxmlformats.org/officeDocument/2006/relationships/tags" Target="../tags/tag1259.xml"/><Relationship Id="rId11" Type="http://schemas.openxmlformats.org/officeDocument/2006/relationships/slideLayout" Target="../slideLayouts/slideLayout98.xml"/><Relationship Id="rId5" Type="http://schemas.openxmlformats.org/officeDocument/2006/relationships/tags" Target="../tags/tag1258.xml"/><Relationship Id="rId10" Type="http://schemas.openxmlformats.org/officeDocument/2006/relationships/tags" Target="../tags/tag1263.xml"/><Relationship Id="rId4" Type="http://schemas.openxmlformats.org/officeDocument/2006/relationships/tags" Target="../tags/tag1257.xml"/><Relationship Id="rId9" Type="http://schemas.openxmlformats.org/officeDocument/2006/relationships/tags" Target="../tags/tag126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screen">
            <a:duotone>
              <a:prstClr val="black"/>
              <a:schemeClr val="bg2">
                <a:tint val="45000"/>
                <a:satMod val="400000"/>
              </a:schemeClr>
            </a:duotone>
          </a:blip>
          <a:srcRect r="8363" b="5596"/>
          <a:stretch>
            <a:fillRect/>
          </a:stretch>
        </p:blipFill>
        <p:spPr>
          <a:xfrm>
            <a:off x="-635" y="594360"/>
            <a:ext cx="12192000" cy="5812790"/>
          </a:xfrm>
          <a:prstGeom prst="rect">
            <a:avLst/>
          </a:prstGeom>
        </p:spPr>
      </p:pic>
      <p:sp>
        <p:nvSpPr>
          <p:cNvPr id="6" name="五边形 5"/>
          <p:cNvSpPr/>
          <p:nvPr/>
        </p:nvSpPr>
        <p:spPr>
          <a:xfrm rot="5400000">
            <a:off x="5062219" y="-2043121"/>
            <a:ext cx="2067561" cy="6157614"/>
          </a:xfrm>
          <a:prstGeom prst="homePlate">
            <a:avLst>
              <a:gd name="adj" fmla="val 63002"/>
            </a:avLst>
          </a:prstGeom>
          <a:solidFill>
            <a:srgbClr val="E51C24">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五边形 6"/>
          <p:cNvSpPr/>
          <p:nvPr/>
        </p:nvSpPr>
        <p:spPr>
          <a:xfrm rot="16200000" flipV="1">
            <a:off x="4469764" y="363537"/>
            <a:ext cx="3251200" cy="8836025"/>
          </a:xfrm>
          <a:prstGeom prst="homePlate">
            <a:avLst>
              <a:gd name="adj" fmla="val 37450"/>
            </a:avLst>
          </a:prstGeom>
          <a:solidFill>
            <a:srgbClr val="E51C24">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descr="0"/>
          <p:cNvPicPr>
            <a:picLocks noChangeAspect="1"/>
          </p:cNvPicPr>
          <p:nvPr/>
        </p:nvPicPr>
        <p:blipFill>
          <a:blip r:embed="rId4"/>
          <a:stretch>
            <a:fillRect/>
          </a:stretch>
        </p:blipFill>
        <p:spPr>
          <a:xfrm>
            <a:off x="5662295" y="1080770"/>
            <a:ext cx="868045" cy="807720"/>
          </a:xfrm>
          <a:prstGeom prst="rect">
            <a:avLst/>
          </a:prstGeom>
        </p:spPr>
      </p:pic>
      <p:sp>
        <p:nvSpPr>
          <p:cNvPr id="8" name="文本框 7"/>
          <p:cNvSpPr txBox="1"/>
          <p:nvPr/>
        </p:nvSpPr>
        <p:spPr>
          <a:xfrm>
            <a:off x="1317625" y="3651885"/>
            <a:ext cx="9828530" cy="2501265"/>
          </a:xfrm>
          <a:prstGeom prst="rect">
            <a:avLst/>
          </a:prstGeom>
          <a:noFill/>
        </p:spPr>
        <p:txBody>
          <a:bodyPr wrap="square" rtlCol="0">
            <a:noAutofit/>
          </a:bodyPr>
          <a:lstStyle/>
          <a:p>
            <a:pPr algn="ctr">
              <a:lnSpc>
                <a:spcPct val="150000"/>
              </a:lnSpc>
              <a:buClrTx/>
              <a:buSzTx/>
              <a:buFontTx/>
            </a:pPr>
            <a:r>
              <a:rPr lang="zh-CN" altLang="en-US" sz="5400" b="1" dirty="0">
                <a:solidFill>
                  <a:schemeClr val="bg1"/>
                </a:solidFill>
                <a:latin typeface="微软雅黑" panose="020B0503020204020204" charset="-122"/>
                <a:ea typeface="微软雅黑" panose="020B0503020204020204" charset="-122"/>
                <a:cs typeface="微软雅黑" panose="020B0503020204020204" charset="-122"/>
              </a:rPr>
              <a:t>行外吸金与</a:t>
            </a:r>
            <a:endParaRPr lang="en-US" altLang="zh-CN" sz="5400" b="1" dirty="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50000"/>
              </a:lnSpc>
              <a:buClrTx/>
              <a:buSzTx/>
              <a:buFontTx/>
            </a:pPr>
            <a:r>
              <a:rPr lang="zh-CN" altLang="en-US" sz="5400" b="1" dirty="0">
                <a:solidFill>
                  <a:schemeClr val="bg1"/>
                </a:solidFill>
                <a:latin typeface="微软雅黑" panose="020B0503020204020204" charset="-122"/>
                <a:ea typeface="微软雅黑" panose="020B0503020204020204" charset="-122"/>
                <a:cs typeface="微软雅黑" panose="020B0503020204020204" charset="-122"/>
              </a:rPr>
              <a:t>保险营销双轮驱动实战培训 </a:t>
            </a:r>
          </a:p>
        </p:txBody>
      </p:sp>
      <p:sp>
        <p:nvSpPr>
          <p:cNvPr id="2" name="文本框 1"/>
          <p:cNvSpPr txBox="1"/>
          <p:nvPr/>
        </p:nvSpPr>
        <p:spPr>
          <a:xfrm>
            <a:off x="3202940" y="186055"/>
            <a:ext cx="5444490" cy="706755"/>
          </a:xfrm>
          <a:prstGeom prst="rect">
            <a:avLst/>
          </a:prstGeom>
          <a:noFill/>
        </p:spPr>
        <p:txBody>
          <a:bodyPr wrap="square" rtlCol="0">
            <a:spAutoFit/>
          </a:bodyPr>
          <a:lstStyle/>
          <a:p>
            <a:pPr algn="ctr"/>
            <a:r>
              <a:rPr lang="zh-CN" altLang="en-US" sz="4000" b="1">
                <a:solidFill>
                  <a:schemeClr val="bg1"/>
                </a:solidFill>
                <a:latin typeface="微软雅黑" panose="020B0503020204020204" charset="-122"/>
                <a:ea typeface="微软雅黑" panose="020B0503020204020204" charset="-122"/>
                <a:cs typeface="微软雅黑" panose="020B0503020204020204" charset="-122"/>
                <a:sym typeface="+mn-ea"/>
              </a:rPr>
              <a:t>专业致胜</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750"/>
                                            <p:tgtEl>
                                              <p:spTgt spid="17"/>
                                            </p:tgtEl>
                                          </p:cBhvr>
                                        </p:animEffect>
                                      </p:childTnLst>
                                    </p:cTn>
                                  </p:par>
                                  <p:par>
                                    <p:cTn id="8" presetID="2" presetClass="entr" presetSubtype="1" fill="hold" grpId="0" nodeType="withEffect" p14:presetBounceEnd="42000">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14:bounceEnd="42000">
                                          <p:cBhvr additive="base">
                                            <p:cTn id="10" dur="750" fill="hold"/>
                                            <p:tgtEl>
                                              <p:spTgt spid="6"/>
                                            </p:tgtEl>
                                            <p:attrNameLst>
                                              <p:attrName>ppt_x</p:attrName>
                                            </p:attrNameLst>
                                          </p:cBhvr>
                                          <p:tavLst>
                                            <p:tav tm="0">
                                              <p:val>
                                                <p:strVal val="#ppt_x"/>
                                              </p:val>
                                            </p:tav>
                                            <p:tav tm="100000">
                                              <p:val>
                                                <p:strVal val="#ppt_x"/>
                                              </p:val>
                                            </p:tav>
                                          </p:tavLst>
                                        </p:anim>
                                        <p:anim calcmode="lin" valueType="num" p14:bounceEnd="42000">
                                          <p:cBhvr additive="base">
                                            <p:cTn id="11"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750"/>
                                            <p:tgtEl>
                                              <p:spTgt spid="17"/>
                                            </p:tgtEl>
                                          </p:cBhvr>
                                        </p:animEffect>
                                      </p:childTnLst>
                                    </p:cTn>
                                  </p:par>
                                  <p:par>
                                    <p:cTn id="8" presetID="2"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750" fill="hold"/>
                                            <p:tgtEl>
                                              <p:spTgt spid="6"/>
                                            </p:tgtEl>
                                            <p:attrNameLst>
                                              <p:attrName>ppt_x</p:attrName>
                                            </p:attrNameLst>
                                          </p:cBhvr>
                                          <p:tavLst>
                                            <p:tav tm="0">
                                              <p:val>
                                                <p:strVal val="#ppt_x"/>
                                              </p:val>
                                            </p:tav>
                                            <p:tav tm="100000">
                                              <p:val>
                                                <p:strVal val="#ppt_x"/>
                                              </p:val>
                                            </p:tav>
                                          </p:tavLst>
                                        </p:anim>
                                        <p:anim calcmode="lin" valueType="num">
                                          <p:cBhvr additive="base">
                                            <p:cTn id="11"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7" cstate="screen">
            <a:grayscl/>
            <a:extLst>
              <a:ext uri="{BEBA8EAE-BF5A-486C-A8C5-ECC9F3942E4B}">
                <a14:imgProps xmlns:a14="http://schemas.microsoft.com/office/drawing/2010/main">
                  <a14:imgLayer r:embed="rId8">
                    <a14:imgEffect>
                      <a14:saturation sat="0"/>
                    </a14:imgEffect>
                    <a14:imgEffect>
                      <a14:sharpenSoften amount="-50000"/>
                    </a14:imgEffect>
                  </a14:imgLayer>
                </a14:imgProps>
              </a:ext>
            </a:extLst>
          </a:blip>
          <a:srcRect/>
          <a:stretch>
            <a:fillRect/>
          </a:stretch>
        </p:blipFill>
        <p:spPr>
          <a:xfrm flipV="1">
            <a:off x="0" y="-165101"/>
            <a:ext cx="12192000" cy="6944995"/>
          </a:xfrm>
          <a:prstGeom prst="rect">
            <a:avLst/>
          </a:prstGeom>
        </p:spPr>
      </p:pic>
      <p:sp>
        <p:nvSpPr>
          <p:cNvPr id="7" name="矩形 6"/>
          <p:cNvSpPr/>
          <p:nvPr/>
        </p:nvSpPr>
        <p:spPr>
          <a:xfrm>
            <a:off x="-1" y="1147946"/>
            <a:ext cx="12192001" cy="15621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prstClr val="white"/>
              </a:solidFill>
              <a:latin typeface="Agency FB" panose="020B0503020202020204" pitchFamily="34" charset="0"/>
            </a:endParaRPr>
          </a:p>
        </p:txBody>
      </p:sp>
      <p:sp>
        <p:nvSpPr>
          <p:cNvPr id="20" name="椭圆 19"/>
          <p:cNvSpPr/>
          <p:nvPr>
            <p:custDataLst>
              <p:tags r:id="rId1"/>
            </p:custDataLst>
          </p:nvPr>
        </p:nvSpPr>
        <p:spPr>
          <a:xfrm>
            <a:off x="4980793" y="3093085"/>
            <a:ext cx="428625" cy="42862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gency FB" panose="020B0503020202020204" pitchFamily="34" charset="0"/>
              </a:rPr>
              <a:t>1</a:t>
            </a:r>
            <a:endParaRPr lang="zh-CN" altLang="en-US" sz="2800" dirty="0">
              <a:solidFill>
                <a:prstClr val="white"/>
              </a:solidFill>
              <a:latin typeface="Agency FB" panose="020B0503020202020204" pitchFamily="34" charset="0"/>
            </a:endParaRPr>
          </a:p>
        </p:txBody>
      </p:sp>
      <p:sp>
        <p:nvSpPr>
          <p:cNvPr id="25" name="椭圆 24"/>
          <p:cNvSpPr/>
          <p:nvPr>
            <p:custDataLst>
              <p:tags r:id="rId2"/>
            </p:custDataLst>
          </p:nvPr>
        </p:nvSpPr>
        <p:spPr>
          <a:xfrm>
            <a:off x="4980793" y="4159353"/>
            <a:ext cx="428625" cy="42862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gency FB" panose="020B0503020202020204" pitchFamily="34" charset="0"/>
              </a:rPr>
              <a:t>2</a:t>
            </a:r>
            <a:endParaRPr lang="zh-CN" altLang="en-US" sz="2800" dirty="0">
              <a:solidFill>
                <a:prstClr val="white"/>
              </a:solidFill>
              <a:latin typeface="Agency FB" panose="020B0503020202020204" pitchFamily="34" charset="0"/>
            </a:endParaRPr>
          </a:p>
        </p:txBody>
      </p:sp>
      <p:sp>
        <p:nvSpPr>
          <p:cNvPr id="33" name="矩形 32"/>
          <p:cNvSpPr/>
          <p:nvPr>
            <p:custDataLst>
              <p:tags r:id="rId3"/>
            </p:custDataLst>
          </p:nvPr>
        </p:nvSpPr>
        <p:spPr>
          <a:xfrm>
            <a:off x="5665470" y="3221355"/>
            <a:ext cx="5688965" cy="296545"/>
          </a:xfrm>
          <a:prstGeom prst="rect">
            <a:avLst/>
          </a:prstGeom>
        </p:spPr>
        <p:txBody>
          <a:bodyPr wrap="square">
            <a:spAutoFit/>
          </a:bodyPr>
          <a:lstStyle/>
          <a:p>
            <a:pPr>
              <a:lnSpc>
                <a:spcPts val="1600"/>
              </a:lnSpc>
            </a:pPr>
            <a:r>
              <a:rPr lang="zh-CN" altLang="en-US" sz="2000" b="1" dirty="0">
                <a:solidFill>
                  <a:srgbClr val="FF0000"/>
                </a:solidFill>
                <a:latin typeface="Agency FB" panose="020B0503020202020204" pitchFamily="34" charset="0"/>
                <a:sym typeface="+mn-ea"/>
              </a:rPr>
              <a:t>行外吸金核心战略和实战话术</a:t>
            </a:r>
          </a:p>
        </p:txBody>
      </p:sp>
      <p:sp>
        <p:nvSpPr>
          <p:cNvPr id="8" name="文本框 7"/>
          <p:cNvSpPr txBox="1"/>
          <p:nvPr/>
        </p:nvSpPr>
        <p:spPr>
          <a:xfrm>
            <a:off x="117475" y="1290955"/>
            <a:ext cx="11911965" cy="906915"/>
          </a:xfrm>
          <a:prstGeom prst="rect">
            <a:avLst/>
          </a:prstGeom>
          <a:noFill/>
        </p:spPr>
        <p:txBody>
          <a:bodyPr wrap="square" rtlCol="0" anchor="t">
            <a:spAutoFit/>
          </a:bodyPr>
          <a:lstStyle/>
          <a:p>
            <a:pPr>
              <a:lnSpc>
                <a:spcPct val="150000"/>
              </a:lnSpc>
            </a:pP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行外吸金与保险营销双轮驱动实战培训 </a:t>
            </a:r>
            <a:endParaRPr lang="en-US" altLang="zh-CN" sz="4000" b="1" dirty="0">
              <a:ln w="19050">
                <a:solidFill>
                  <a:schemeClr val="bg1"/>
                </a:solidFill>
              </a:ln>
              <a:solidFill>
                <a:schemeClr val="accent4">
                  <a:lumMod val="50000"/>
                </a:schemeClr>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cs typeface="OPPOSans B" panose="00020600040101010101" pitchFamily="18" charset="-122"/>
              <a:sym typeface="+mn-ea"/>
            </a:endParaRPr>
          </a:p>
        </p:txBody>
      </p:sp>
      <p:sp>
        <p:nvSpPr>
          <p:cNvPr id="10" name="矩形 9"/>
          <p:cNvSpPr/>
          <p:nvPr>
            <p:custDataLst>
              <p:tags r:id="rId4"/>
            </p:custDataLst>
          </p:nvPr>
        </p:nvSpPr>
        <p:spPr>
          <a:xfrm>
            <a:off x="5728970" y="4291330"/>
            <a:ext cx="5688965" cy="296545"/>
          </a:xfrm>
          <a:prstGeom prst="rect">
            <a:avLst/>
          </a:prstGeom>
        </p:spPr>
        <p:txBody>
          <a:bodyPr wrap="square">
            <a:spAutoFit/>
          </a:bodyPr>
          <a:lstStyle/>
          <a:p>
            <a:pPr>
              <a:lnSpc>
                <a:spcPts val="1600"/>
              </a:lnSpc>
            </a:pPr>
            <a:r>
              <a:rPr lang="zh-CN" altLang="en-US" sz="2000" b="1" dirty="0">
                <a:solidFill>
                  <a:schemeClr val="bg1"/>
                </a:solidFill>
                <a:latin typeface="Agency FB" panose="020B0503020202020204" pitchFamily="34" charset="0"/>
                <a:sym typeface="+mn-ea"/>
              </a:rPr>
              <a:t>保险营销策略和实战营销技巧</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18770" y="695325"/>
            <a:ext cx="11873230" cy="1101090"/>
          </a:xfrm>
        </p:spPr>
        <p:txBody>
          <a:bodyPr/>
          <a:lstStyle/>
          <a:p>
            <a:r>
              <a:rPr lang="zh-CN" altLang="en-US" sz="2400">
                <a:solidFill>
                  <a:srgbClr val="FF0000"/>
                </a:solidFill>
              </a:rPr>
              <a:t>存款规模产能提升</a:t>
            </a:r>
            <a:r>
              <a:rPr lang="en-US" altLang="zh-CN" sz="2400">
                <a:solidFill>
                  <a:srgbClr val="FF0000"/>
                </a:solidFill>
              </a:rPr>
              <a:t>=</a:t>
            </a:r>
            <a:br>
              <a:rPr lang="en-US" altLang="zh-CN" sz="2400">
                <a:solidFill>
                  <a:srgbClr val="FF0000"/>
                </a:solidFill>
              </a:rPr>
            </a:br>
            <a:br>
              <a:rPr lang="en-US" altLang="zh-CN" sz="2400">
                <a:solidFill>
                  <a:srgbClr val="FF0000"/>
                </a:solidFill>
              </a:rPr>
            </a:br>
            <a:r>
              <a:rPr lang="zh-CN" altLang="en-US" sz="2400">
                <a:solidFill>
                  <a:srgbClr val="FF0000"/>
                </a:solidFill>
              </a:rPr>
              <a:t>（</a:t>
            </a:r>
            <a:r>
              <a:rPr lang="zh-CN" altLang="en-US" sz="2400">
                <a:solidFill>
                  <a:srgbClr val="FF0000"/>
                </a:solidFill>
                <a:sym typeface="+mn-ea"/>
              </a:rPr>
              <a:t>厅堂营销机会</a:t>
            </a:r>
            <a:r>
              <a:rPr lang="en-US" altLang="zh-CN" sz="2400">
                <a:solidFill>
                  <a:srgbClr val="FF0000"/>
                </a:solidFill>
                <a:sym typeface="+mn-ea"/>
              </a:rPr>
              <a:t>+</a:t>
            </a:r>
            <a:r>
              <a:rPr lang="zh-CN" altLang="en-US" sz="2400">
                <a:solidFill>
                  <a:srgbClr val="FF0000"/>
                </a:solidFill>
                <a:sym typeface="+mn-ea"/>
              </a:rPr>
              <a:t>存量客户营销机会</a:t>
            </a:r>
            <a:r>
              <a:rPr lang="en-US" altLang="zh-CN" sz="2400">
                <a:solidFill>
                  <a:srgbClr val="FF0000"/>
                </a:solidFill>
              </a:rPr>
              <a:t>+</a:t>
            </a:r>
            <a:r>
              <a:rPr lang="zh-CN" altLang="en-US" sz="2400">
                <a:solidFill>
                  <a:srgbClr val="FF0000"/>
                </a:solidFill>
              </a:rPr>
              <a:t>外拓机会）</a:t>
            </a:r>
            <a:r>
              <a:rPr lang="en-US" altLang="zh-CN" sz="2400">
                <a:solidFill>
                  <a:srgbClr val="FF0000"/>
                </a:solidFill>
              </a:rPr>
              <a:t>*</a:t>
            </a:r>
            <a:r>
              <a:rPr lang="zh-CN" altLang="en-US" sz="2400">
                <a:solidFill>
                  <a:srgbClr val="FF0000"/>
                </a:solidFill>
              </a:rPr>
              <a:t>营销成交率</a:t>
            </a:r>
            <a:r>
              <a:rPr lang="en-US" altLang="zh-CN" sz="2400">
                <a:solidFill>
                  <a:srgbClr val="FF0000"/>
                </a:solidFill>
              </a:rPr>
              <a:t>*</a:t>
            </a:r>
            <a:r>
              <a:rPr lang="zh-CN" altLang="en-US" sz="2400">
                <a:solidFill>
                  <a:srgbClr val="FF0000"/>
                </a:solidFill>
              </a:rPr>
              <a:t>营销主动性</a:t>
            </a:r>
          </a:p>
        </p:txBody>
      </p:sp>
      <p:sp>
        <p:nvSpPr>
          <p:cNvPr id="5" name="文本框 4"/>
          <p:cNvSpPr txBox="1"/>
          <p:nvPr/>
        </p:nvSpPr>
        <p:spPr>
          <a:xfrm>
            <a:off x="555625" y="2224405"/>
            <a:ext cx="9422130" cy="34150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200" normalizeH="0" baseline="0" noProof="0">
                <a:ln>
                  <a:noFill/>
                </a:ln>
                <a:solidFill>
                  <a:prstClr val="black"/>
                </a:solidFill>
                <a:effectLst/>
                <a:uLnTx/>
                <a:uFillTx/>
                <a:latin typeface="Arial"/>
                <a:ea typeface="微软雅黑"/>
                <a:cs typeface="+mn-cs"/>
              </a:rPr>
              <a:t>关注点：</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200" normalizeH="0" baseline="0" noProof="0">
                <a:ln>
                  <a:noFill/>
                </a:ln>
                <a:solidFill>
                  <a:prstClr val="black"/>
                </a:solidFill>
                <a:effectLst/>
                <a:uLnTx/>
                <a:uFillTx/>
                <a:latin typeface="Arial"/>
                <a:ea typeface="微软雅黑"/>
                <a:cs typeface="+mn-cs"/>
              </a:rPr>
              <a:t>1、</a:t>
            </a:r>
            <a:r>
              <a:rPr kumimoji="0" lang="zh-CN" altLang="en-US" sz="3600" b="1" i="0" u="none" strike="noStrike" kern="1200" cap="none" spc="200" normalizeH="0" baseline="0" noProof="0">
                <a:ln>
                  <a:noFill/>
                </a:ln>
                <a:solidFill>
                  <a:prstClr val="black"/>
                </a:solidFill>
                <a:effectLst/>
                <a:uLnTx/>
                <a:uFillTx/>
                <a:latin typeface="Arial"/>
                <a:ea typeface="微软雅黑"/>
                <a:cs typeface="+mn-cs"/>
                <a:sym typeface="+mn-ea"/>
              </a:rPr>
              <a:t>厅堂阵地营销+联动营销</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200" normalizeH="0" baseline="0" noProof="0">
                <a:ln>
                  <a:noFill/>
                </a:ln>
                <a:solidFill>
                  <a:prstClr val="black"/>
                </a:solidFill>
                <a:effectLst/>
                <a:uLnTx/>
                <a:uFillTx/>
                <a:latin typeface="Arial"/>
                <a:ea typeface="微软雅黑"/>
                <a:cs typeface="+mn-cs"/>
              </a:rPr>
              <a:t>2、</a:t>
            </a:r>
            <a:r>
              <a:rPr kumimoji="0" lang="zh-CN" altLang="en-US" sz="3600" b="1" i="0" u="none" strike="noStrike" kern="1200" cap="none" spc="200" normalizeH="0" baseline="0" noProof="0">
                <a:ln>
                  <a:noFill/>
                </a:ln>
                <a:solidFill>
                  <a:prstClr val="black"/>
                </a:solidFill>
                <a:effectLst/>
                <a:uLnTx/>
                <a:uFillTx/>
                <a:latin typeface="Arial"/>
                <a:ea typeface="微软雅黑"/>
                <a:cs typeface="+mn-cs"/>
                <a:sym typeface="+mn-ea"/>
              </a:rPr>
              <a:t>存量深度经营和优质客户走访</a:t>
            </a:r>
            <a:endParaRPr kumimoji="0" lang="zh-CN" altLang="en-US" sz="3600" b="1" i="0" u="none" strike="noStrike" kern="1200" cap="none" spc="200" normalizeH="0" baseline="0" noProof="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200" normalizeH="0" baseline="0" noProof="0">
                <a:ln>
                  <a:noFill/>
                </a:ln>
                <a:solidFill>
                  <a:prstClr val="black"/>
                </a:solidFill>
                <a:effectLst/>
                <a:uLnTx/>
                <a:uFillTx/>
                <a:latin typeface="Arial"/>
                <a:ea typeface="微软雅黑"/>
                <a:cs typeface="+mn-cs"/>
              </a:rPr>
              <a:t>3、批量外拓推进</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200" normalizeH="0" baseline="0" noProof="0">
                <a:ln>
                  <a:noFill/>
                </a:ln>
                <a:solidFill>
                  <a:prstClr val="black"/>
                </a:solidFill>
                <a:effectLst/>
                <a:uLnTx/>
                <a:uFillTx/>
                <a:latin typeface="Arial"/>
                <a:ea typeface="微软雅黑"/>
                <a:cs typeface="+mn-cs"/>
              </a:rPr>
              <a:t>4、营销技能提升</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200" normalizeH="0" baseline="0" noProof="0">
                <a:ln>
                  <a:noFill/>
                </a:ln>
                <a:solidFill>
                  <a:prstClr val="black"/>
                </a:solidFill>
                <a:effectLst/>
                <a:uLnTx/>
                <a:uFillTx/>
                <a:latin typeface="Arial"/>
                <a:ea typeface="微软雅黑"/>
                <a:cs typeface="+mn-cs"/>
              </a:rPr>
              <a:t>5、主动营销状态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59"/>
          <p:cNvGrpSpPr/>
          <p:nvPr/>
        </p:nvGrpSpPr>
        <p:grpSpPr>
          <a:xfrm>
            <a:off x="16932" y="1012215"/>
            <a:ext cx="12192001" cy="5683178"/>
            <a:chOff x="16932" y="1012215"/>
            <a:chExt cx="12192001" cy="5683178"/>
          </a:xfrm>
        </p:grpSpPr>
        <p:pic>
          <p:nvPicPr>
            <p:cNvPr id="52" name="图片占位符 8" descr="图片包含 天空, 城市, 建筑物, 户外&#10;&#10;描述已自动生成"/>
            <p:cNvPicPr>
              <a:picLocks noChangeAspect="1"/>
            </p:cNvPicPr>
            <p:nvPr/>
          </p:nvPicPr>
          <p:blipFill rotWithShape="1">
            <a:blip r:embed="rId19" cstate="screen"/>
            <a:srcRect l="3902" r="3902"/>
            <a:stretch>
              <a:fillRect/>
            </a:stretch>
          </p:blipFill>
          <p:spPr>
            <a:xfrm>
              <a:off x="16932" y="1043519"/>
              <a:ext cx="12192001" cy="5651874"/>
            </a:xfrm>
            <a:prstGeom prst="rect">
              <a:avLst/>
            </a:prstGeom>
          </p:spPr>
        </p:pic>
        <p:sp>
          <p:nvSpPr>
            <p:cNvPr id="53" name="Rectangle 6"/>
            <p:cNvSpPr/>
            <p:nvPr/>
          </p:nvSpPr>
          <p:spPr>
            <a:xfrm>
              <a:off x="16932" y="1012215"/>
              <a:ext cx="12192001" cy="5683178"/>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组合 58"/>
          <p:cNvGrpSpPr/>
          <p:nvPr>
            <p:custDataLst>
              <p:tags r:id="rId1"/>
            </p:custDataLst>
          </p:nvPr>
        </p:nvGrpSpPr>
        <p:grpSpPr>
          <a:xfrm>
            <a:off x="354965" y="3984625"/>
            <a:ext cx="8281035" cy="1269365"/>
            <a:chOff x="5145200" y="2210634"/>
            <a:chExt cx="7769671" cy="1269365"/>
          </a:xfrm>
        </p:grpSpPr>
        <p:sp>
          <p:nvSpPr>
            <p:cNvPr id="21" name="Rectangle: Rounded Corners 81"/>
            <p:cNvSpPr/>
            <p:nvPr>
              <p:custDataLst>
                <p:tags r:id="rId14"/>
              </p:custDataLst>
            </p:nvPr>
          </p:nvSpPr>
          <p:spPr>
            <a:xfrm>
              <a:off x="5145200" y="2420184"/>
              <a:ext cx="2216927" cy="795020"/>
            </a:xfrm>
            <a:prstGeom prst="chevron">
              <a:avLst/>
            </a:prstGeom>
            <a:solidFill>
              <a:srgbClr val="0034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2"/>
                  </a:solidFill>
                </a:rPr>
                <a:t>关键四句</a:t>
              </a:r>
              <a:r>
                <a:rPr lang="en-US" altLang="zh-CN" b="1">
                  <a:solidFill>
                    <a:schemeClr val="bg2"/>
                  </a:solidFill>
                </a:rPr>
                <a:t>KYC</a:t>
              </a:r>
            </a:p>
            <a:p>
              <a:pPr algn="ctr"/>
              <a:r>
                <a:rPr lang="zh-CN" altLang="en-US" b="1">
                  <a:solidFill>
                    <a:schemeClr val="bg2"/>
                  </a:solidFill>
                </a:rPr>
                <a:t>（面谈策略）</a:t>
              </a:r>
            </a:p>
          </p:txBody>
        </p:sp>
        <p:grpSp>
          <p:nvGrpSpPr>
            <p:cNvPr id="72" name="组合 71"/>
            <p:cNvGrpSpPr/>
            <p:nvPr/>
          </p:nvGrpSpPr>
          <p:grpSpPr>
            <a:xfrm>
              <a:off x="7585316" y="2210634"/>
              <a:ext cx="5329555" cy="1269365"/>
              <a:chOff x="6839304" y="2941390"/>
              <a:chExt cx="5329555" cy="1269365"/>
            </a:xfrm>
          </p:grpSpPr>
          <p:sp>
            <p:nvSpPr>
              <p:cNvPr id="64" name="Rectangle: Rounded Corners 2"/>
              <p:cNvSpPr/>
              <p:nvPr>
                <p:custDataLst>
                  <p:tags r:id="rId15"/>
                </p:custDataLst>
              </p:nvPr>
            </p:nvSpPr>
            <p:spPr>
              <a:xfrm>
                <a:off x="6839304" y="2941390"/>
                <a:ext cx="5329555" cy="1172210"/>
              </a:xfrm>
              <a:prstGeom prst="roundRect">
                <a:avLst>
                  <a:gd name="adj" fmla="val 9819"/>
                </a:avLst>
              </a:prstGeom>
              <a:solidFill>
                <a:srgbClr val="FFFFFF">
                  <a:alpha val="89804"/>
                </a:srgbClr>
              </a:solidFill>
              <a:ln>
                <a:solidFill>
                  <a:srgbClr val="005176"/>
                </a:solid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FF0000"/>
                  </a:solidFill>
                </a:endParaRPr>
              </a:p>
            </p:txBody>
          </p:sp>
          <p:sp>
            <p:nvSpPr>
              <p:cNvPr id="69" name="文本框 68"/>
              <p:cNvSpPr txBox="1"/>
              <p:nvPr>
                <p:custDataLst>
                  <p:tags r:id="rId16"/>
                </p:custDataLst>
              </p:nvPr>
            </p:nvSpPr>
            <p:spPr>
              <a:xfrm>
                <a:off x="6898287" y="2941390"/>
                <a:ext cx="4958743" cy="1269365"/>
              </a:xfrm>
              <a:prstGeom prst="rect">
                <a:avLst/>
              </a:prstGeom>
              <a:noFill/>
            </p:spPr>
            <p:txBody>
              <a:bodyPr wrap="square">
                <a:noAutofit/>
              </a:bodyPr>
              <a:lstStyle/>
              <a:p>
                <a:pPr>
                  <a:spcAft>
                    <a:spcPts val="300"/>
                  </a:spcAft>
                  <a:buClr>
                    <a:srgbClr val="00344C"/>
                  </a:buClr>
                  <a:buSzPct val="90000"/>
                </a:pPr>
                <a:r>
                  <a:rPr lang="zh-CN" altLang="en-US" b="1"/>
                  <a:t>特征：任何见面都记得</a:t>
                </a:r>
                <a:r>
                  <a:rPr lang="en-US" altLang="zh-CN" b="1"/>
                  <a:t>KYC</a:t>
                </a:r>
                <a:endParaRPr lang="zh-CN" altLang="en-US"/>
              </a:p>
              <a:p>
                <a:pPr>
                  <a:spcAft>
                    <a:spcPts val="300"/>
                  </a:spcAft>
                  <a:buClr>
                    <a:srgbClr val="00344C"/>
                  </a:buClr>
                  <a:buSzPct val="90000"/>
                </a:pPr>
                <a:r>
                  <a:rPr lang="zh-CN" altLang="en-US" b="1"/>
                  <a:t>策略：意识</a:t>
                </a:r>
                <a:r>
                  <a:rPr lang="en-US" altLang="zh-CN" b="1"/>
                  <a:t>+</a:t>
                </a:r>
                <a:r>
                  <a:rPr lang="zh-CN" altLang="en-US" b="1"/>
                  <a:t>关键四句话</a:t>
                </a:r>
                <a:endParaRPr lang="zh-CN" altLang="en-US"/>
              </a:p>
              <a:p>
                <a:pPr>
                  <a:spcAft>
                    <a:spcPts val="300"/>
                  </a:spcAft>
                  <a:buClr>
                    <a:srgbClr val="00344C"/>
                  </a:buClr>
                  <a:buSzPct val="90000"/>
                </a:pPr>
                <a:r>
                  <a:rPr lang="zh-CN" altLang="en-US" b="1"/>
                  <a:t>实战演练</a:t>
                </a:r>
              </a:p>
            </p:txBody>
          </p:sp>
        </p:grpSp>
      </p:grpSp>
      <p:sp>
        <p:nvSpPr>
          <p:cNvPr id="47" name="Rectangle: Rounded Corners 81"/>
          <p:cNvSpPr/>
          <p:nvPr/>
        </p:nvSpPr>
        <p:spPr>
          <a:xfrm>
            <a:off x="355600" y="333375"/>
            <a:ext cx="5502275" cy="581660"/>
          </a:xfrm>
          <a:prstGeom prst="snip2DiagRect">
            <a:avLst/>
          </a:prstGeom>
          <a:solidFill>
            <a:srgbClr val="0034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a:solidFill>
                  <a:schemeClr val="bg2"/>
                </a:solidFill>
              </a:rPr>
              <a:t>行外吸金</a:t>
            </a:r>
            <a:r>
              <a:rPr lang="en-US" altLang="zh-CN" sz="3200" b="1">
                <a:solidFill>
                  <a:schemeClr val="bg2"/>
                </a:solidFill>
              </a:rPr>
              <a:t>——</a:t>
            </a:r>
            <a:r>
              <a:rPr lang="zh-CN" altLang="en-US" sz="3200" b="1">
                <a:solidFill>
                  <a:schemeClr val="bg2"/>
                </a:solidFill>
              </a:rPr>
              <a:t>老客户新资金</a:t>
            </a:r>
          </a:p>
        </p:txBody>
      </p:sp>
      <p:grpSp>
        <p:nvGrpSpPr>
          <p:cNvPr id="57" name="组合 56"/>
          <p:cNvGrpSpPr/>
          <p:nvPr>
            <p:custDataLst>
              <p:tags r:id="rId2"/>
            </p:custDataLst>
          </p:nvPr>
        </p:nvGrpSpPr>
        <p:grpSpPr>
          <a:xfrm>
            <a:off x="5311879" y="2474248"/>
            <a:ext cx="6630172" cy="1421765"/>
            <a:chOff x="5333469" y="3523134"/>
            <a:chExt cx="6630172" cy="1421765"/>
          </a:xfrm>
        </p:grpSpPr>
        <p:sp>
          <p:nvSpPr>
            <p:cNvPr id="22" name="Rectangle: Rounded Corners 81"/>
            <p:cNvSpPr/>
            <p:nvPr>
              <p:custDataLst>
                <p:tags r:id="rId12"/>
              </p:custDataLst>
            </p:nvPr>
          </p:nvSpPr>
          <p:spPr>
            <a:xfrm>
              <a:off x="5333469" y="3871749"/>
              <a:ext cx="2096135" cy="694055"/>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2"/>
                  </a:solidFill>
                </a:rPr>
                <a:t>资产提升</a:t>
              </a:r>
            </a:p>
            <a:p>
              <a:pPr algn="ctr"/>
              <a:r>
                <a:rPr lang="zh-CN" altLang="en-US" b="1">
                  <a:solidFill>
                    <a:schemeClr val="bg2"/>
                  </a:solidFill>
                </a:rPr>
                <a:t>（电话策略）</a:t>
              </a:r>
            </a:p>
          </p:txBody>
        </p:sp>
        <p:sp>
          <p:nvSpPr>
            <p:cNvPr id="49" name="Rectangle: Rounded Corners 2"/>
            <p:cNvSpPr/>
            <p:nvPr>
              <p:custDataLst>
                <p:tags r:id="rId13"/>
              </p:custDataLst>
            </p:nvPr>
          </p:nvSpPr>
          <p:spPr>
            <a:xfrm>
              <a:off x="7585316" y="3523134"/>
              <a:ext cx="4378325" cy="1421765"/>
            </a:xfrm>
            <a:prstGeom prst="roundRect">
              <a:avLst>
                <a:gd name="adj" fmla="val 9819"/>
              </a:avLst>
            </a:prstGeom>
            <a:solidFill>
              <a:srgbClr val="FFFFFF">
                <a:alpha val="89804"/>
              </a:srgbClr>
            </a:solidFill>
            <a:ln>
              <a:solidFill>
                <a:srgbClr val="005176"/>
              </a:solid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FF0000"/>
                </a:solidFill>
              </a:endParaRPr>
            </a:p>
          </p:txBody>
        </p:sp>
      </p:grpSp>
      <p:grpSp>
        <p:nvGrpSpPr>
          <p:cNvPr id="58" name="组合 57"/>
          <p:cNvGrpSpPr/>
          <p:nvPr>
            <p:custDataLst>
              <p:tags r:id="rId3"/>
            </p:custDataLst>
          </p:nvPr>
        </p:nvGrpSpPr>
        <p:grpSpPr>
          <a:xfrm>
            <a:off x="859894" y="1002085"/>
            <a:ext cx="6983867" cy="1525270"/>
            <a:chOff x="5333469" y="5214040"/>
            <a:chExt cx="6983867" cy="1525270"/>
          </a:xfrm>
        </p:grpSpPr>
        <p:sp>
          <p:nvSpPr>
            <p:cNvPr id="23" name="Rectangle: Rounded Corners 81"/>
            <p:cNvSpPr/>
            <p:nvPr>
              <p:custDataLst>
                <p:tags r:id="rId9"/>
              </p:custDataLst>
            </p:nvPr>
          </p:nvSpPr>
          <p:spPr>
            <a:xfrm>
              <a:off x="5333469" y="5562655"/>
              <a:ext cx="2096135" cy="76962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2"/>
                  </a:solidFill>
                </a:rPr>
                <a:t>到期求新增</a:t>
              </a:r>
            </a:p>
            <a:p>
              <a:pPr algn="ctr"/>
              <a:r>
                <a:rPr lang="zh-CN" altLang="en-US" b="1">
                  <a:solidFill>
                    <a:schemeClr val="bg2"/>
                  </a:solidFill>
                </a:rPr>
                <a:t>（电话策略）</a:t>
              </a:r>
            </a:p>
          </p:txBody>
        </p:sp>
        <p:grpSp>
          <p:nvGrpSpPr>
            <p:cNvPr id="54" name="组合 53"/>
            <p:cNvGrpSpPr/>
            <p:nvPr/>
          </p:nvGrpSpPr>
          <p:grpSpPr>
            <a:xfrm>
              <a:off x="7585316" y="5214040"/>
              <a:ext cx="4732020" cy="1525270"/>
              <a:chOff x="6839304" y="2941389"/>
              <a:chExt cx="4732020" cy="1525270"/>
            </a:xfrm>
          </p:grpSpPr>
          <p:sp>
            <p:nvSpPr>
              <p:cNvPr id="55" name="Rectangle: Rounded Corners 2"/>
              <p:cNvSpPr/>
              <p:nvPr>
                <p:custDataLst>
                  <p:tags r:id="rId10"/>
                </p:custDataLst>
              </p:nvPr>
            </p:nvSpPr>
            <p:spPr>
              <a:xfrm>
                <a:off x="6839304" y="2941389"/>
                <a:ext cx="4732020" cy="1525270"/>
              </a:xfrm>
              <a:prstGeom prst="roundRect">
                <a:avLst>
                  <a:gd name="adj" fmla="val 9819"/>
                </a:avLst>
              </a:prstGeom>
              <a:solidFill>
                <a:srgbClr val="FFFFFF">
                  <a:alpha val="89804"/>
                </a:srgbClr>
              </a:solidFill>
              <a:ln>
                <a:solidFill>
                  <a:srgbClr val="005176"/>
                </a:solid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FF0000"/>
                  </a:solidFill>
                </a:endParaRPr>
              </a:p>
            </p:txBody>
          </p:sp>
          <p:sp>
            <p:nvSpPr>
              <p:cNvPr id="56" name="文本框 55"/>
              <p:cNvSpPr txBox="1"/>
              <p:nvPr>
                <p:custDataLst>
                  <p:tags r:id="rId11"/>
                </p:custDataLst>
              </p:nvPr>
            </p:nvSpPr>
            <p:spPr>
              <a:xfrm>
                <a:off x="6839939" y="3081089"/>
                <a:ext cx="4648835" cy="1314450"/>
              </a:xfrm>
              <a:prstGeom prst="rect">
                <a:avLst/>
              </a:prstGeom>
              <a:noFill/>
            </p:spPr>
            <p:txBody>
              <a:bodyPr wrap="square">
                <a:spAutoFit/>
              </a:bodyPr>
              <a:lstStyle/>
              <a:p>
                <a:pPr>
                  <a:spcAft>
                    <a:spcPts val="300"/>
                  </a:spcAft>
                  <a:buClr>
                    <a:srgbClr val="00344C"/>
                  </a:buClr>
                  <a:buSzPct val="90000"/>
                </a:pPr>
                <a:r>
                  <a:rPr lang="zh-CN" altLang="en-US" b="1"/>
                  <a:t>特征：到期客户</a:t>
                </a:r>
              </a:p>
              <a:p>
                <a:pPr>
                  <a:spcAft>
                    <a:spcPts val="300"/>
                  </a:spcAft>
                  <a:buClr>
                    <a:srgbClr val="00344C"/>
                  </a:buClr>
                  <a:buSzPct val="90000"/>
                </a:pPr>
                <a:r>
                  <a:rPr lang="zh-CN" altLang="en-US" b="1"/>
                  <a:t>策略：</a:t>
                </a:r>
                <a:endParaRPr lang="zh-CN" altLang="en-US"/>
              </a:p>
              <a:p>
                <a:pPr>
                  <a:spcAft>
                    <a:spcPts val="300"/>
                  </a:spcAft>
                  <a:buClr>
                    <a:srgbClr val="00344C"/>
                  </a:buClr>
                  <a:buSzPct val="90000"/>
                </a:pPr>
                <a:r>
                  <a:rPr lang="zh-CN" altLang="en-US"/>
                  <a:t>单笔求凑整，总额求凑整</a:t>
                </a:r>
              </a:p>
              <a:p>
                <a:pPr>
                  <a:spcAft>
                    <a:spcPts val="300"/>
                  </a:spcAft>
                  <a:buClr>
                    <a:srgbClr val="00344C"/>
                  </a:buClr>
                  <a:buSzPct val="90000"/>
                </a:pPr>
                <a:r>
                  <a:rPr lang="zh-CN" altLang="en-US" b="1"/>
                  <a:t>主要问题和解决思路</a:t>
                </a:r>
              </a:p>
            </p:txBody>
          </p:sp>
        </p:grpSp>
      </p:grpSp>
      <p:sp>
        <p:nvSpPr>
          <p:cNvPr id="3" name="Rectangle 44"/>
          <p:cNvSpPr/>
          <p:nvPr/>
        </p:nvSpPr>
        <p:spPr>
          <a:xfrm>
            <a:off x="0" y="6695393"/>
            <a:ext cx="12192000" cy="1626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p:custDataLst>
              <p:tags r:id="rId4"/>
            </p:custDataLst>
          </p:nvPr>
        </p:nvGrpSpPr>
        <p:grpSpPr>
          <a:xfrm>
            <a:off x="5218534" y="5164510"/>
            <a:ext cx="6612392" cy="1464945"/>
            <a:chOff x="5351249" y="5214040"/>
            <a:chExt cx="6612392" cy="1464945"/>
          </a:xfrm>
        </p:grpSpPr>
        <p:sp>
          <p:nvSpPr>
            <p:cNvPr id="4" name="Rectangle: Rounded Corners 81"/>
            <p:cNvSpPr/>
            <p:nvPr>
              <p:custDataLst>
                <p:tags r:id="rId6"/>
              </p:custDataLst>
            </p:nvPr>
          </p:nvSpPr>
          <p:spPr>
            <a:xfrm>
              <a:off x="5351249" y="5530270"/>
              <a:ext cx="2186305" cy="82931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2"/>
                  </a:solidFill>
                </a:rPr>
                <a:t>资产配置</a:t>
              </a:r>
            </a:p>
            <a:p>
              <a:pPr algn="ctr"/>
              <a:r>
                <a:rPr lang="zh-CN" altLang="en-US" b="1">
                  <a:solidFill>
                    <a:schemeClr val="bg2"/>
                  </a:solidFill>
                </a:rPr>
                <a:t>（面谈策略）</a:t>
              </a:r>
            </a:p>
          </p:txBody>
        </p:sp>
        <p:grpSp>
          <p:nvGrpSpPr>
            <p:cNvPr id="5" name="组合 4"/>
            <p:cNvGrpSpPr/>
            <p:nvPr/>
          </p:nvGrpSpPr>
          <p:grpSpPr>
            <a:xfrm>
              <a:off x="7585316" y="5214040"/>
              <a:ext cx="4378325" cy="1464945"/>
              <a:chOff x="6839304" y="2941389"/>
              <a:chExt cx="4378325" cy="1464945"/>
            </a:xfrm>
          </p:grpSpPr>
          <p:sp>
            <p:nvSpPr>
              <p:cNvPr id="6" name="Rectangle: Rounded Corners 2"/>
              <p:cNvSpPr/>
              <p:nvPr>
                <p:custDataLst>
                  <p:tags r:id="rId7"/>
                </p:custDataLst>
              </p:nvPr>
            </p:nvSpPr>
            <p:spPr>
              <a:xfrm>
                <a:off x="6839304" y="2941389"/>
                <a:ext cx="4378325" cy="1464945"/>
              </a:xfrm>
              <a:prstGeom prst="roundRect">
                <a:avLst>
                  <a:gd name="adj" fmla="val 9819"/>
                </a:avLst>
              </a:prstGeom>
              <a:solidFill>
                <a:srgbClr val="FFFFFF">
                  <a:alpha val="89804"/>
                </a:srgbClr>
              </a:solidFill>
              <a:ln>
                <a:solidFill>
                  <a:srgbClr val="005176"/>
                </a:solid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FF0000"/>
                  </a:solidFill>
                </a:endParaRPr>
              </a:p>
            </p:txBody>
          </p:sp>
          <p:sp>
            <p:nvSpPr>
              <p:cNvPr id="8" name="文本框 7"/>
              <p:cNvSpPr txBox="1"/>
              <p:nvPr>
                <p:custDataLst>
                  <p:tags r:id="rId8"/>
                </p:custDataLst>
              </p:nvPr>
            </p:nvSpPr>
            <p:spPr>
              <a:xfrm>
                <a:off x="6839939" y="3081089"/>
                <a:ext cx="4377055" cy="998855"/>
              </a:xfrm>
              <a:prstGeom prst="rect">
                <a:avLst/>
              </a:prstGeom>
              <a:noFill/>
            </p:spPr>
            <p:txBody>
              <a:bodyPr wrap="square">
                <a:spAutoFit/>
              </a:bodyPr>
              <a:lstStyle/>
              <a:p>
                <a:pPr>
                  <a:spcAft>
                    <a:spcPts val="300"/>
                  </a:spcAft>
                  <a:buClr>
                    <a:srgbClr val="00344C"/>
                  </a:buClr>
                  <a:buSzPct val="90000"/>
                </a:pPr>
                <a:r>
                  <a:rPr lang="zh-CN" altLang="en-US" b="1"/>
                  <a:t>特征：资产配置行外吸金</a:t>
                </a:r>
                <a:endParaRPr lang="zh-CN" altLang="en-US"/>
              </a:p>
              <a:p>
                <a:pPr>
                  <a:spcAft>
                    <a:spcPts val="300"/>
                  </a:spcAft>
                  <a:buClr>
                    <a:srgbClr val="00344C"/>
                  </a:buClr>
                  <a:buSzPct val="90000"/>
                </a:pPr>
                <a:r>
                  <a:rPr lang="zh-CN" altLang="en-US" b="1"/>
                  <a:t>策略：投教</a:t>
                </a:r>
                <a:r>
                  <a:rPr lang="en-US" altLang="zh-CN" b="1"/>
                  <a:t>+KYC</a:t>
                </a:r>
                <a:endParaRPr lang="zh-CN" altLang="en-US"/>
              </a:p>
              <a:p>
                <a:pPr>
                  <a:spcAft>
                    <a:spcPts val="300"/>
                  </a:spcAft>
                  <a:buClr>
                    <a:srgbClr val="00344C"/>
                  </a:buClr>
                  <a:buSzPct val="90000"/>
                </a:pPr>
                <a:r>
                  <a:rPr lang="zh-CN" altLang="en-US" b="1"/>
                  <a:t>财富金字塔的实战训练</a:t>
                </a:r>
              </a:p>
            </p:txBody>
          </p:sp>
        </p:grpSp>
      </p:grpSp>
      <p:sp>
        <p:nvSpPr>
          <p:cNvPr id="7" name="文本框 6"/>
          <p:cNvSpPr txBox="1"/>
          <p:nvPr>
            <p:custDataLst>
              <p:tags r:id="rId5"/>
            </p:custDataLst>
          </p:nvPr>
        </p:nvSpPr>
        <p:spPr>
          <a:xfrm>
            <a:off x="7652385" y="2614295"/>
            <a:ext cx="6096000" cy="998855"/>
          </a:xfrm>
          <a:prstGeom prst="rect">
            <a:avLst/>
          </a:prstGeom>
          <a:noFill/>
        </p:spPr>
        <p:txBody>
          <a:bodyPr wrap="square" rtlCol="0" anchor="t">
            <a:spAutoFit/>
          </a:bodyPr>
          <a:lstStyle/>
          <a:p>
            <a:pPr>
              <a:spcAft>
                <a:spcPts val="300"/>
              </a:spcAft>
              <a:buClr>
                <a:srgbClr val="00344C"/>
              </a:buClr>
              <a:buSzPct val="90000"/>
            </a:pPr>
            <a:r>
              <a:rPr lang="zh-CN" altLang="en-US" b="1">
                <a:sym typeface="+mn-ea"/>
              </a:rPr>
              <a:t>特征：升金有礼，临界提升</a:t>
            </a:r>
            <a:endParaRPr lang="zh-CN" altLang="en-US"/>
          </a:p>
          <a:p>
            <a:pPr>
              <a:spcAft>
                <a:spcPts val="300"/>
              </a:spcAft>
              <a:buClr>
                <a:srgbClr val="00344C"/>
              </a:buClr>
              <a:buSzPct val="90000"/>
            </a:pPr>
            <a:r>
              <a:rPr lang="zh-CN" altLang="en-US" b="1">
                <a:sym typeface="+mn-ea"/>
              </a:rPr>
              <a:t>策略：</a:t>
            </a:r>
            <a:r>
              <a:rPr lang="zh-CN" altLang="en-US">
                <a:sym typeface="+mn-ea"/>
              </a:rPr>
              <a:t>“名单制营销”</a:t>
            </a:r>
            <a:r>
              <a:rPr lang="en-US" altLang="zh-CN">
                <a:sym typeface="+mn-ea"/>
              </a:rPr>
              <a:t>+</a:t>
            </a:r>
            <a:r>
              <a:rPr lang="zh-CN" altLang="en-US">
                <a:sym typeface="+mn-ea"/>
              </a:rPr>
              <a:t>电话营销</a:t>
            </a:r>
            <a:endParaRPr lang="zh-CN" altLang="en-US"/>
          </a:p>
          <a:p>
            <a:pPr>
              <a:spcAft>
                <a:spcPts val="300"/>
              </a:spcAft>
              <a:buClr>
                <a:srgbClr val="00344C"/>
              </a:buClr>
              <a:buSzPct val="90000"/>
            </a:pPr>
            <a:r>
              <a:rPr lang="zh-CN" altLang="en-US" b="1">
                <a:sym typeface="+mn-ea"/>
              </a:rPr>
              <a:t>主要问题和解决思路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 name="rect 1048"/>
          <p:cNvSpPr/>
          <p:nvPr/>
        </p:nvSpPr>
        <p:spPr>
          <a:xfrm>
            <a:off x="5117591" y="1194816"/>
            <a:ext cx="6761988" cy="4707635"/>
          </a:xfrm>
          <a:prstGeom prst="rect">
            <a:avLst/>
          </a:prstGeom>
          <a:solidFill>
            <a:srgbClr val="D9D9D9">
              <a:alpha val="100000"/>
            </a:srgbClr>
          </a:solidFill>
          <a:ln w="0" cap="flat">
            <a:noFill/>
            <a:prstDash val="solid"/>
            <a:miter lim="0"/>
          </a:ln>
        </p:spPr>
        <p:txBody>
          <a:bodyPr rtlCol="0"/>
          <a:lstStyle/>
          <a:p>
            <a:pPr algn="ctr"/>
            <a:endParaRPr lang="zh-CN" altLang="en-US"/>
          </a:p>
        </p:txBody>
      </p:sp>
      <p:sp>
        <p:nvSpPr>
          <p:cNvPr id="1054" name="textbox 1054"/>
          <p:cNvSpPr/>
          <p:nvPr/>
        </p:nvSpPr>
        <p:spPr>
          <a:xfrm>
            <a:off x="282575" y="492125"/>
            <a:ext cx="1841500" cy="356235"/>
          </a:xfrm>
          <a:prstGeom prst="rect">
            <a:avLst/>
          </a:prstGeom>
          <a:noFill/>
          <a:ln w="0" cap="flat">
            <a:noFill/>
            <a:prstDash val="solid"/>
            <a:miter lim="0"/>
          </a:ln>
        </p:spPr>
        <p:txBody>
          <a:bodyPr vert="horz" wrap="square" lIns="0" tIns="0" rIns="0" bIns="0"/>
          <a:lstStyle/>
          <a:p>
            <a:pPr algn="l" rtl="0" eaLnBrk="0">
              <a:lnSpc>
                <a:spcPct val="89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94000"/>
              </a:lnSpc>
            </a:pPr>
            <a:r>
              <a:rPr sz="2300" b="1" kern="0" spc="80" dirty="0">
                <a:solidFill>
                  <a:schemeClr val="tx1">
                    <a:alpha val="100000"/>
                  </a:schemeClr>
                </a:solidFill>
                <a:latin typeface="微软雅黑" panose="020B0503020204020204" charset="-122"/>
                <a:ea typeface="微软雅黑" panose="020B0503020204020204" charset="-122"/>
                <a:cs typeface="微软雅黑" panose="020B0503020204020204" charset="-122"/>
              </a:rPr>
              <a:t>常见异议处理</a:t>
            </a:r>
          </a:p>
        </p:txBody>
      </p:sp>
      <p:sp>
        <p:nvSpPr>
          <p:cNvPr id="1058" name="textbox 1058"/>
          <p:cNvSpPr/>
          <p:nvPr/>
        </p:nvSpPr>
        <p:spPr>
          <a:xfrm>
            <a:off x="1583436" y="2266188"/>
            <a:ext cx="2333625" cy="645159"/>
          </a:xfrm>
          <a:prstGeom prst="rect">
            <a:avLst/>
          </a:prstGeom>
          <a:solidFill>
            <a:srgbClr val="FFC000">
              <a:alpha val="100000"/>
            </a:srgbClr>
          </a:solidFill>
          <a:ln w="0" cap="flat">
            <a:noFill/>
            <a:prstDash val="solid"/>
            <a:miter lim="0"/>
          </a:ln>
        </p:spPr>
        <p:txBody>
          <a:bodyPr vert="horz" wrap="square" lIns="0" tIns="0" rIns="0" bIns="0"/>
          <a:lstStyle/>
          <a:p>
            <a:pPr algn="l" rtl="0" eaLnBrk="0">
              <a:lnSpc>
                <a:spcPct val="155000"/>
              </a:lnSpc>
            </a:pPr>
            <a:endParaRPr sz="1000" dirty="0">
              <a:latin typeface="Arial" panose="020B0604020202020204"/>
              <a:ea typeface="Arial" panose="020B0604020202020204"/>
              <a:cs typeface="Arial" panose="020B0604020202020204"/>
            </a:endParaRPr>
          </a:p>
          <a:p>
            <a:pPr marL="95250" algn="l" rtl="0" eaLnBrk="0">
              <a:lnSpc>
                <a:spcPct val="94000"/>
              </a:lnSpc>
              <a:spcBef>
                <a:spcPts val="5"/>
              </a:spcBef>
            </a:pPr>
            <a:r>
              <a:rPr sz="2300" b="1" kern="0" spc="90" dirty="0">
                <a:solidFill>
                  <a:srgbClr val="FFFFFF">
                    <a:alpha val="100000"/>
                  </a:srgbClr>
                </a:solidFill>
                <a:latin typeface="微软雅黑" panose="020B0503020204020204" charset="-122"/>
                <a:ea typeface="微软雅黑" panose="020B0503020204020204" charset="-122"/>
                <a:cs typeface="微软雅黑" panose="020B0503020204020204" charset="-122"/>
              </a:rPr>
              <a:t>存款利率太低了</a:t>
            </a:r>
            <a:endParaRPr sz="2300" dirty="0">
              <a:latin typeface="微软雅黑" panose="020B0503020204020204" charset="-122"/>
              <a:ea typeface="微软雅黑" panose="020B0503020204020204" charset="-122"/>
              <a:cs typeface="微软雅黑" panose="020B0503020204020204" charset="-122"/>
            </a:endParaRPr>
          </a:p>
        </p:txBody>
      </p:sp>
      <p:pic>
        <p:nvPicPr>
          <p:cNvPr id="1060" name="picture 1060"/>
          <p:cNvPicPr>
            <a:picLocks noChangeAspect="1"/>
          </p:cNvPicPr>
          <p:nvPr/>
        </p:nvPicPr>
        <p:blipFill>
          <a:blip r:embed="rId2"/>
          <a:stretch>
            <a:fillRect/>
          </a:stretch>
        </p:blipFill>
        <p:spPr>
          <a:xfrm rot="21600000">
            <a:off x="4134688" y="2518384"/>
            <a:ext cx="438416" cy="1398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rect 986"/>
          <p:cNvSpPr/>
          <p:nvPr/>
        </p:nvSpPr>
        <p:spPr>
          <a:xfrm>
            <a:off x="5117591" y="1194816"/>
            <a:ext cx="6761988" cy="4707635"/>
          </a:xfrm>
          <a:prstGeom prst="rect">
            <a:avLst/>
          </a:prstGeom>
          <a:solidFill>
            <a:srgbClr val="D9D9D9">
              <a:alpha val="100000"/>
            </a:srgbClr>
          </a:solidFill>
          <a:ln w="0" cap="flat">
            <a:noFill/>
            <a:prstDash val="solid"/>
            <a:miter lim="0"/>
          </a:ln>
        </p:spPr>
        <p:txBody>
          <a:bodyPr rtlCol="0"/>
          <a:lstStyle/>
          <a:p>
            <a:pPr algn="ctr"/>
            <a:endParaRPr lang="zh-CN" altLang="en-US"/>
          </a:p>
        </p:txBody>
      </p:sp>
      <p:sp>
        <p:nvSpPr>
          <p:cNvPr id="992" name="textbox 992"/>
          <p:cNvSpPr/>
          <p:nvPr/>
        </p:nvSpPr>
        <p:spPr>
          <a:xfrm>
            <a:off x="282575" y="492125"/>
            <a:ext cx="1841500" cy="356235"/>
          </a:xfrm>
          <a:prstGeom prst="rect">
            <a:avLst/>
          </a:prstGeom>
          <a:noFill/>
          <a:ln w="0" cap="flat">
            <a:noFill/>
            <a:prstDash val="solid"/>
            <a:miter lim="0"/>
          </a:ln>
        </p:spPr>
        <p:txBody>
          <a:bodyPr vert="horz" wrap="square" lIns="0" tIns="0" rIns="0" bIns="0"/>
          <a:lstStyle/>
          <a:p>
            <a:pPr algn="l" rtl="0" eaLnBrk="0">
              <a:lnSpc>
                <a:spcPct val="89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94000"/>
              </a:lnSpc>
            </a:pPr>
            <a:r>
              <a:rPr sz="2300" b="1" kern="0" spc="80" dirty="0">
                <a:solidFill>
                  <a:schemeClr val="tx1">
                    <a:alpha val="100000"/>
                  </a:schemeClr>
                </a:solidFill>
                <a:latin typeface="微软雅黑" panose="020B0503020204020204" charset="-122"/>
                <a:ea typeface="微软雅黑" panose="020B0503020204020204" charset="-122"/>
                <a:cs typeface="微软雅黑" panose="020B0503020204020204" charset="-122"/>
              </a:rPr>
              <a:t>常见异议处理</a:t>
            </a:r>
          </a:p>
        </p:txBody>
      </p:sp>
      <p:sp>
        <p:nvSpPr>
          <p:cNvPr id="996" name="textbox 996"/>
          <p:cNvSpPr/>
          <p:nvPr/>
        </p:nvSpPr>
        <p:spPr>
          <a:xfrm>
            <a:off x="1583436" y="2266188"/>
            <a:ext cx="2333625" cy="645159"/>
          </a:xfrm>
          <a:prstGeom prst="rect">
            <a:avLst/>
          </a:prstGeom>
          <a:solidFill>
            <a:srgbClr val="FFC000">
              <a:alpha val="100000"/>
            </a:srgbClr>
          </a:solidFill>
          <a:ln w="0" cap="flat">
            <a:noFill/>
            <a:prstDash val="solid"/>
            <a:miter lim="0"/>
          </a:ln>
        </p:spPr>
        <p:txBody>
          <a:bodyPr vert="horz" wrap="square" lIns="0" tIns="0" rIns="0" bIns="0"/>
          <a:lstStyle/>
          <a:p>
            <a:pPr algn="l" rtl="0" eaLnBrk="0">
              <a:lnSpc>
                <a:spcPct val="155000"/>
              </a:lnSpc>
            </a:pPr>
            <a:endParaRPr sz="1000" dirty="0">
              <a:latin typeface="Arial" panose="020B0604020202020204"/>
              <a:ea typeface="Arial" panose="020B0604020202020204"/>
              <a:cs typeface="Arial" panose="020B0604020202020204"/>
            </a:endParaRPr>
          </a:p>
          <a:p>
            <a:pPr marL="711835" algn="l" rtl="0" eaLnBrk="0">
              <a:lnSpc>
                <a:spcPct val="94000"/>
              </a:lnSpc>
              <a:spcBef>
                <a:spcPts val="5"/>
              </a:spcBef>
            </a:pPr>
            <a:r>
              <a:rPr sz="2300" b="1"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我没钱</a:t>
            </a:r>
            <a:endParaRPr sz="2300" dirty="0">
              <a:latin typeface="微软雅黑" panose="020B0503020204020204" charset="-122"/>
              <a:ea typeface="微软雅黑" panose="020B0503020204020204" charset="-122"/>
              <a:cs typeface="微软雅黑" panose="020B0503020204020204" charset="-122"/>
            </a:endParaRPr>
          </a:p>
        </p:txBody>
      </p:sp>
      <p:pic>
        <p:nvPicPr>
          <p:cNvPr id="998" name="picture 998"/>
          <p:cNvPicPr>
            <a:picLocks noChangeAspect="1"/>
          </p:cNvPicPr>
          <p:nvPr/>
        </p:nvPicPr>
        <p:blipFill>
          <a:blip r:embed="rId2"/>
          <a:stretch>
            <a:fillRect/>
          </a:stretch>
        </p:blipFill>
        <p:spPr>
          <a:xfrm rot="21600000">
            <a:off x="4133418" y="2518384"/>
            <a:ext cx="438416" cy="1398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rect 986"/>
          <p:cNvSpPr/>
          <p:nvPr/>
        </p:nvSpPr>
        <p:spPr>
          <a:xfrm>
            <a:off x="5117591" y="1194816"/>
            <a:ext cx="6761988" cy="4707635"/>
          </a:xfrm>
          <a:prstGeom prst="rect">
            <a:avLst/>
          </a:prstGeom>
          <a:solidFill>
            <a:srgbClr val="D9D9D9">
              <a:alpha val="100000"/>
            </a:srgbClr>
          </a:solidFill>
          <a:ln w="0" cap="flat">
            <a:noFill/>
            <a:prstDash val="solid"/>
            <a:miter lim="0"/>
          </a:ln>
        </p:spPr>
        <p:txBody>
          <a:bodyPr rtlCol="0"/>
          <a:lstStyle/>
          <a:p>
            <a:pPr algn="ctr"/>
            <a:endParaRPr lang="zh-CN" altLang="en-US"/>
          </a:p>
        </p:txBody>
      </p:sp>
      <p:sp>
        <p:nvSpPr>
          <p:cNvPr id="992" name="textbox 992"/>
          <p:cNvSpPr/>
          <p:nvPr/>
        </p:nvSpPr>
        <p:spPr>
          <a:xfrm>
            <a:off x="282575" y="492125"/>
            <a:ext cx="1841500" cy="356235"/>
          </a:xfrm>
          <a:prstGeom prst="rect">
            <a:avLst/>
          </a:prstGeom>
          <a:noFill/>
          <a:ln w="0" cap="flat">
            <a:noFill/>
            <a:prstDash val="solid"/>
            <a:miter lim="0"/>
          </a:ln>
        </p:spPr>
        <p:txBody>
          <a:bodyPr vert="horz" wrap="square" lIns="0" tIns="0" rIns="0" bIns="0"/>
          <a:lstStyle/>
          <a:p>
            <a:pPr algn="l" rtl="0" eaLnBrk="0">
              <a:lnSpc>
                <a:spcPct val="89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100000"/>
              </a:lnSpc>
            </a:pPr>
            <a:r>
              <a:rPr sz="2300" b="1" kern="0" spc="80" dirty="0">
                <a:solidFill>
                  <a:schemeClr val="tx1">
                    <a:alpha val="100000"/>
                  </a:schemeClr>
                </a:solidFill>
                <a:latin typeface="微软雅黑" panose="020B0503020204020204" charset="-122"/>
                <a:ea typeface="微软雅黑" panose="020B0503020204020204" charset="-122"/>
                <a:cs typeface="微软雅黑" panose="020B0503020204020204" charset="-122"/>
              </a:rPr>
              <a:t>常见异议处理</a:t>
            </a:r>
          </a:p>
        </p:txBody>
      </p:sp>
      <p:sp>
        <p:nvSpPr>
          <p:cNvPr id="996" name="textbox 996"/>
          <p:cNvSpPr/>
          <p:nvPr/>
        </p:nvSpPr>
        <p:spPr>
          <a:xfrm>
            <a:off x="1583690" y="2266315"/>
            <a:ext cx="2333625" cy="710565"/>
          </a:xfrm>
          <a:prstGeom prst="rect">
            <a:avLst/>
          </a:prstGeom>
          <a:solidFill>
            <a:srgbClr val="FFC000">
              <a:alpha val="100000"/>
            </a:srgbClr>
          </a:solidFill>
          <a:ln w="0" cap="flat">
            <a:noFill/>
            <a:prstDash val="solid"/>
            <a:miter lim="0"/>
          </a:ln>
        </p:spPr>
        <p:txBody>
          <a:bodyPr vert="horz" wrap="square" lIns="0" tIns="0" rIns="0" bIns="0"/>
          <a:lstStyle/>
          <a:p>
            <a:pPr algn="l" rtl="0" eaLnBrk="0">
              <a:lnSpc>
                <a:spcPct val="155000"/>
              </a:lnSpc>
            </a:pPr>
            <a:r>
              <a:rPr lang="en-US" altLang="zh-CN" sz="2300" dirty="0">
                <a:solidFill>
                  <a:schemeClr val="bg1"/>
                </a:solidFill>
                <a:latin typeface="微软雅黑" panose="020B0503020204020204" charset="-122"/>
                <a:ea typeface="微软雅黑" panose="020B0503020204020204" charset="-122"/>
                <a:cs typeface="微软雅黑" panose="020B0503020204020204" charset="-122"/>
              </a:rPr>
              <a:t> </a:t>
            </a:r>
            <a:r>
              <a:rPr lang="zh-CN" altLang="en-US" sz="2300" dirty="0">
                <a:solidFill>
                  <a:schemeClr val="bg1"/>
                </a:solidFill>
                <a:latin typeface="微软雅黑" panose="020B0503020204020204" charset="-122"/>
                <a:ea typeface="微软雅黑" panose="020B0503020204020204" charset="-122"/>
                <a:cs typeface="微软雅黑" panose="020B0503020204020204" charset="-122"/>
              </a:rPr>
              <a:t>活动</a:t>
            </a:r>
            <a:r>
              <a:rPr lang="zh-CN" altLang="en-US" sz="2300" dirty="0">
                <a:solidFill>
                  <a:schemeClr val="bg1"/>
                </a:solidFill>
                <a:latin typeface="微软雅黑" panose="020B0503020204020204" charset="-122"/>
                <a:ea typeface="微软雅黑" panose="020B0503020204020204" charset="-122"/>
                <a:cs typeface="微软雅黑" panose="020B0503020204020204" charset="-122"/>
                <a:sym typeface="+mn-ea"/>
              </a:rPr>
              <a:t>无所谓</a:t>
            </a:r>
          </a:p>
        </p:txBody>
      </p:sp>
      <p:pic>
        <p:nvPicPr>
          <p:cNvPr id="998" name="picture 998"/>
          <p:cNvPicPr>
            <a:picLocks noChangeAspect="1"/>
          </p:cNvPicPr>
          <p:nvPr/>
        </p:nvPicPr>
        <p:blipFill>
          <a:blip r:embed="rId2"/>
          <a:stretch>
            <a:fillRect/>
          </a:stretch>
        </p:blipFill>
        <p:spPr>
          <a:xfrm rot="21600000">
            <a:off x="4133418" y="2518384"/>
            <a:ext cx="438416" cy="1398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 name="图片占位符 7" descr="图片包含 天空, 城市, 建筑物, 户外&#10;&#10;描述已自动生成"/>
          <p:cNvPicPr/>
          <p:nvPr/>
        </p:nvPicPr>
        <p:blipFill rotWithShape="1">
          <a:blip r:embed="rId4" cstate="screen"/>
          <a:srcRect t="81817"/>
          <a:stretch>
            <a:fillRect/>
          </a:stretch>
        </p:blipFill>
        <p:spPr>
          <a:xfrm>
            <a:off x="-13970" y="5852160"/>
            <a:ext cx="12192000" cy="1005840"/>
          </a:xfrm>
          <a:prstGeom prst="rect">
            <a:avLst/>
          </a:prstGeom>
        </p:spPr>
      </p:pic>
      <p:grpSp>
        <p:nvGrpSpPr>
          <p:cNvPr id="9" name="组合 8"/>
          <p:cNvGrpSpPr/>
          <p:nvPr/>
        </p:nvGrpSpPr>
        <p:grpSpPr>
          <a:xfrm>
            <a:off x="-1" y="306552"/>
            <a:ext cx="5899640" cy="706061"/>
            <a:chOff x="62908" y="357352"/>
            <a:chExt cx="5899640" cy="706061"/>
          </a:xfrm>
        </p:grpSpPr>
        <p:sp>
          <p:nvSpPr>
            <p:cNvPr id="4" name="Rectangle 8"/>
            <p:cNvSpPr/>
            <p:nvPr/>
          </p:nvSpPr>
          <p:spPr>
            <a:xfrm flipH="1">
              <a:off x="62908" y="357352"/>
              <a:ext cx="5612675" cy="7060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9"/>
            <p:cNvSpPr/>
            <p:nvPr/>
          </p:nvSpPr>
          <p:spPr>
            <a:xfrm flipH="1">
              <a:off x="5711067" y="357352"/>
              <a:ext cx="108000" cy="7060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0"/>
            <p:cNvSpPr/>
            <p:nvPr/>
          </p:nvSpPr>
          <p:spPr>
            <a:xfrm flipH="1">
              <a:off x="5854548" y="357352"/>
              <a:ext cx="108000" cy="70606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itle 1"/>
          <p:cNvSpPr txBox="1"/>
          <p:nvPr/>
        </p:nvSpPr>
        <p:spPr>
          <a:xfrm>
            <a:off x="27895" y="425986"/>
            <a:ext cx="7471667" cy="478155"/>
          </a:xfrm>
          <a:prstGeom prst="rect">
            <a:avLst/>
          </a:prstGeom>
        </p:spPr>
        <p:txBody>
          <a:bodyPr wrap="square">
            <a:spAutoFit/>
          </a:bodyPr>
          <a:lstStyle>
            <a:lvl1pPr algn="l" defTabSz="914400" rtl="0" eaLnBrk="1" latinLnBrk="0" hangingPunct="1">
              <a:lnSpc>
                <a:spcPct val="90000"/>
              </a:lnSpc>
              <a:spcBef>
                <a:spcPct val="0"/>
              </a:spcBef>
              <a:buNone/>
              <a:defRPr sz="4800" b="1" kern="1200">
                <a:solidFill>
                  <a:schemeClr val="bg2"/>
                </a:solidFill>
                <a:latin typeface="+mj-lt"/>
                <a:ea typeface="+mj-ea"/>
                <a:cs typeface="+mj-cs"/>
              </a:defRPr>
            </a:lvl1pPr>
          </a:lstStyle>
          <a:p>
            <a:r>
              <a:rPr lang="zh-CN" altLang="en-US" sz="2800"/>
              <a:t>能力复制（电话营销产能提升项目）</a:t>
            </a:r>
          </a:p>
        </p:txBody>
      </p:sp>
      <p:graphicFrame>
        <p:nvGraphicFramePr>
          <p:cNvPr id="3" name="表格 2"/>
          <p:cNvGraphicFramePr/>
          <p:nvPr>
            <p:custDataLst>
              <p:tags r:id="rId1"/>
            </p:custDataLst>
          </p:nvPr>
        </p:nvGraphicFramePr>
        <p:xfrm>
          <a:off x="1449705" y="1249045"/>
          <a:ext cx="8818880" cy="4227195"/>
        </p:xfrm>
        <a:graphic>
          <a:graphicData uri="http://schemas.openxmlformats.org/drawingml/2006/table">
            <a:tbl>
              <a:tblPr/>
              <a:tblGrid>
                <a:gridCol w="1609725">
                  <a:extLst>
                    <a:ext uri="{9D8B030D-6E8A-4147-A177-3AD203B41FA5}">
                      <a16:colId xmlns:a16="http://schemas.microsoft.com/office/drawing/2014/main" val="20000"/>
                    </a:ext>
                  </a:extLst>
                </a:gridCol>
                <a:gridCol w="7209155">
                  <a:extLst>
                    <a:ext uri="{9D8B030D-6E8A-4147-A177-3AD203B41FA5}">
                      <a16:colId xmlns:a16="http://schemas.microsoft.com/office/drawing/2014/main" val="20001"/>
                    </a:ext>
                  </a:extLst>
                </a:gridCol>
              </a:tblGrid>
              <a:tr h="603885">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步骤</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管理要点</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extLst>
                  <a:ext uri="{0D108BD9-81ED-4DB2-BD59-A6C34878D82A}">
                    <a16:rowId xmlns:a16="http://schemas.microsoft.com/office/drawing/2014/main" val="10000"/>
                  </a:ext>
                </a:extLst>
              </a:tr>
              <a:tr h="603885">
                <a:tc>
                  <a:txBody>
                    <a:bodyPr/>
                    <a:lstStyle/>
                    <a:p>
                      <a:pPr algn="ctr" fontAlgn="ctr"/>
                      <a:r>
                        <a:rPr lang="en-US" altLang="zh-CN" sz="2400" b="1" i="0">
                          <a:solidFill>
                            <a:srgbClr val="000000"/>
                          </a:solidFill>
                          <a:latin typeface="宋体" panose="02010600030101010101" pitchFamily="2" charset="-122"/>
                          <a:ea typeface="宋体" panose="02010600030101010101" pitchFamily="2" charset="-122"/>
                        </a:rPr>
                        <a:t>1</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名单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3CA"/>
                    </a:solidFill>
                  </a:tcPr>
                </a:tc>
                <a:extLst>
                  <a:ext uri="{0D108BD9-81ED-4DB2-BD59-A6C34878D82A}">
                    <a16:rowId xmlns:a16="http://schemas.microsoft.com/office/drawing/2014/main" val="10001"/>
                  </a:ext>
                </a:extLst>
              </a:tr>
              <a:tr h="603885">
                <a:tc>
                  <a:txBody>
                    <a:bodyPr/>
                    <a:lstStyle/>
                    <a:p>
                      <a:pPr algn="ctr" fontAlgn="ctr"/>
                      <a:r>
                        <a:rPr lang="en-US" altLang="zh-CN" sz="2400" b="1" i="0">
                          <a:solidFill>
                            <a:srgbClr val="000000"/>
                          </a:solidFill>
                          <a:latin typeface="宋体" panose="02010600030101010101" pitchFamily="2" charset="-122"/>
                          <a:ea typeface="宋体" panose="02010600030101010101" pitchFamily="2" charset="-122"/>
                        </a:rPr>
                        <a:t>2</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沉浸式打电话：黄金一小时（两小时）固化</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3CA"/>
                    </a:solidFill>
                  </a:tcPr>
                </a:tc>
                <a:extLst>
                  <a:ext uri="{0D108BD9-81ED-4DB2-BD59-A6C34878D82A}">
                    <a16:rowId xmlns:a16="http://schemas.microsoft.com/office/drawing/2014/main" val="10002"/>
                  </a:ext>
                </a:extLst>
              </a:tr>
              <a:tr h="603885">
                <a:tc>
                  <a:txBody>
                    <a:bodyPr/>
                    <a:lstStyle/>
                    <a:p>
                      <a:pPr algn="ctr" fontAlgn="ctr"/>
                      <a:r>
                        <a:rPr lang="en-US" altLang="zh-CN" sz="2400" b="1" i="0">
                          <a:solidFill>
                            <a:srgbClr val="000000"/>
                          </a:solidFill>
                          <a:latin typeface="宋体" panose="02010600030101010101" pitchFamily="2" charset="-122"/>
                          <a:ea typeface="宋体" panose="02010600030101010101" pitchFamily="2" charset="-122"/>
                        </a:rPr>
                        <a:t>3</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练习电话技巧</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3CA"/>
                    </a:solidFill>
                  </a:tcPr>
                </a:tc>
                <a:extLst>
                  <a:ext uri="{0D108BD9-81ED-4DB2-BD59-A6C34878D82A}">
                    <a16:rowId xmlns:a16="http://schemas.microsoft.com/office/drawing/2014/main" val="10003"/>
                  </a:ext>
                </a:extLst>
              </a:tr>
              <a:tr h="603885">
                <a:tc>
                  <a:txBody>
                    <a:bodyPr/>
                    <a:lstStyle/>
                    <a:p>
                      <a:pPr algn="ctr" fontAlgn="ctr"/>
                      <a:r>
                        <a:rPr lang="en-US" altLang="zh-CN" sz="2400" b="1" i="0">
                          <a:solidFill>
                            <a:srgbClr val="000000"/>
                          </a:solidFill>
                          <a:latin typeface="宋体" panose="02010600030101010101" pitchFamily="2" charset="-122"/>
                          <a:ea typeface="宋体" panose="02010600030101010101" pitchFamily="2" charset="-122"/>
                        </a:rPr>
                        <a:t>4</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准确预期：定目标</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3CA"/>
                    </a:solidFill>
                  </a:tcPr>
                </a:tc>
                <a:extLst>
                  <a:ext uri="{0D108BD9-81ED-4DB2-BD59-A6C34878D82A}">
                    <a16:rowId xmlns:a16="http://schemas.microsoft.com/office/drawing/2014/main" val="10004"/>
                  </a:ext>
                </a:extLst>
              </a:tr>
              <a:tr h="603885">
                <a:tc>
                  <a:txBody>
                    <a:bodyPr/>
                    <a:lstStyle/>
                    <a:p>
                      <a:pPr algn="ctr" fontAlgn="ctr"/>
                      <a:r>
                        <a:rPr lang="en-US" altLang="zh-CN" sz="2400" b="1" i="0">
                          <a:solidFill>
                            <a:srgbClr val="000000"/>
                          </a:solidFill>
                          <a:latin typeface="宋体" panose="02010600030101010101" pitchFamily="2" charset="-122"/>
                          <a:ea typeface="宋体" panose="02010600030101010101" pitchFamily="2" charset="-122"/>
                        </a:rPr>
                        <a:t>5</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训练模板固化（每周一练：分散）</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3CA"/>
                    </a:solidFill>
                  </a:tcPr>
                </a:tc>
                <a:extLst>
                  <a:ext uri="{0D108BD9-81ED-4DB2-BD59-A6C34878D82A}">
                    <a16:rowId xmlns:a16="http://schemas.microsoft.com/office/drawing/2014/main" val="10005"/>
                  </a:ext>
                </a:extLst>
              </a:tr>
              <a:tr h="603885">
                <a:tc>
                  <a:txBody>
                    <a:bodyPr/>
                    <a:lstStyle/>
                    <a:p>
                      <a:pPr algn="ctr" fontAlgn="ctr"/>
                      <a:r>
                        <a:rPr lang="en-US" altLang="zh-CN" sz="2400" b="1" i="0">
                          <a:solidFill>
                            <a:srgbClr val="000000"/>
                          </a:solidFill>
                          <a:latin typeface="宋体" panose="02010600030101010101" pitchFamily="2" charset="-122"/>
                          <a:ea typeface="宋体" panose="02010600030101010101" pitchFamily="2" charset="-122"/>
                        </a:rPr>
                        <a:t>6</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B5C6EA"/>
                    </a:solidFill>
                  </a:tcPr>
                </a:tc>
                <a:tc>
                  <a:txBody>
                    <a:bodyPr/>
                    <a:lstStyle/>
                    <a:p>
                      <a:pPr algn="ctr" fontAlgn="ctr"/>
                      <a:r>
                        <a:rPr lang="zh-CN" altLang="en-US" sz="2400" b="1" i="0">
                          <a:solidFill>
                            <a:srgbClr val="000000"/>
                          </a:solidFill>
                          <a:latin typeface="宋体" panose="02010600030101010101" pitchFamily="2" charset="-122"/>
                          <a:ea typeface="宋体" panose="02010600030101010101" pitchFamily="2" charset="-122"/>
                        </a:rPr>
                        <a:t>复盘</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3CA"/>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了解客户的金融产品分布和他行产品到期情况</a:t>
            </a:r>
            <a:endParaRPr lang="zh-CN" altLang="en-US"/>
          </a:p>
        </p:txBody>
      </p:sp>
      <p:sp>
        <p:nvSpPr>
          <p:cNvPr id="3" name="内容占位符 2"/>
          <p:cNvSpPr>
            <a:spLocks noGrp="1"/>
          </p:cNvSpPr>
          <p:nvPr>
            <p:ph idx="1"/>
          </p:nvPr>
        </p:nvSpPr>
        <p:spPr>
          <a:xfrm>
            <a:off x="1857375" y="1732915"/>
            <a:ext cx="8477250" cy="3561715"/>
          </a:xfrm>
        </p:spPr>
        <p:txBody>
          <a:bodyPr/>
          <a:lstStyle/>
          <a:p>
            <a:r>
              <a:rPr lang="en-US" altLang="zh-CN" sz="2800"/>
              <a:t>1</a:t>
            </a:r>
            <a:r>
              <a:rPr sz="2800"/>
              <a:t>、</a:t>
            </a:r>
          </a:p>
          <a:p>
            <a:r>
              <a:rPr lang="en-US" altLang="zh-CN" sz="2800"/>
              <a:t>2</a:t>
            </a:r>
            <a:r>
              <a:rPr sz="2800"/>
              <a:t>、</a:t>
            </a:r>
          </a:p>
          <a:p>
            <a:r>
              <a:rPr lang="en-US" altLang="zh-CN" sz="2800"/>
              <a:t>3</a:t>
            </a:r>
            <a:r>
              <a:rPr sz="2800"/>
              <a:t>、</a:t>
            </a:r>
          </a:p>
          <a:p>
            <a:r>
              <a:rPr lang="en-US" altLang="zh-CN" sz="2800"/>
              <a:t>4</a:t>
            </a:r>
            <a:r>
              <a:rPr sz="2800"/>
              <a:t>、</a:t>
            </a:r>
          </a:p>
        </p:txBody>
      </p:sp>
      <p:sp>
        <p:nvSpPr>
          <p:cNvPr id="4" name="文本框 3"/>
          <p:cNvSpPr txBox="1"/>
          <p:nvPr/>
        </p:nvSpPr>
        <p:spPr>
          <a:xfrm>
            <a:off x="4267200" y="-89535"/>
            <a:ext cx="4064000" cy="368300"/>
          </a:xfrm>
          <a:prstGeom prst="rect">
            <a:avLst/>
          </a:prstGeom>
          <a:noFill/>
        </p:spPr>
        <p:txBody>
          <a:bodyPr wrap="square" rtlCol="0">
            <a:spAutoFit/>
          </a:body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597785" y="1731010"/>
            <a:ext cx="6639560" cy="4426585"/>
            <a:chOff x="4584" y="1721"/>
            <a:chExt cx="10456" cy="6971"/>
          </a:xfrm>
        </p:grpSpPr>
        <p:sp>
          <p:nvSpPr>
            <p:cNvPr id="2" name="等腰三角形 1"/>
            <p:cNvSpPr/>
            <p:nvPr/>
          </p:nvSpPr>
          <p:spPr>
            <a:xfrm>
              <a:off x="4584" y="1721"/>
              <a:ext cx="10457" cy="6971"/>
            </a:xfrm>
            <a:prstGeom prst="triangle">
              <a:avLst/>
            </a:prstGeom>
            <a:noFill/>
            <a:ln w="571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3" name="直接连接符 2"/>
            <p:cNvCxnSpPr/>
            <p:nvPr/>
          </p:nvCxnSpPr>
          <p:spPr>
            <a:xfrm>
              <a:off x="6220" y="6570"/>
              <a:ext cx="7312" cy="108"/>
            </a:xfrm>
            <a:prstGeom prst="line">
              <a:avLst/>
            </a:prstGeom>
            <a:ln w="38100"/>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7739" y="4550"/>
              <a:ext cx="4291" cy="72"/>
            </a:xfrm>
            <a:prstGeom prst="line">
              <a:avLst/>
            </a:prstGeom>
            <a:ln w="38100"/>
          </p:spPr>
          <p:style>
            <a:lnRef idx="2">
              <a:schemeClr val="accent1"/>
            </a:lnRef>
            <a:fillRef idx="0">
              <a:srgbClr val="FFFFFF"/>
            </a:fillRef>
            <a:effectRef idx="0">
              <a:srgbClr val="FFFFFF"/>
            </a:effectRef>
            <a:fontRef idx="minor">
              <a:schemeClr val="tx1"/>
            </a:fontRef>
          </p:style>
        </p:cxnSp>
        <p:cxnSp>
          <p:nvCxnSpPr>
            <p:cNvPr id="5" name="直接连接符 4"/>
            <p:cNvCxnSpPr>
              <a:stCxn id="2" idx="3"/>
            </p:cNvCxnSpPr>
            <p:nvPr/>
          </p:nvCxnSpPr>
          <p:spPr>
            <a:xfrm flipH="1" flipV="1">
              <a:off x="9795" y="4532"/>
              <a:ext cx="18" cy="4160"/>
            </a:xfrm>
            <a:prstGeom prst="line">
              <a:avLst/>
            </a:prstGeom>
            <a:ln w="38100"/>
          </p:spPr>
          <p:style>
            <a:lnRef idx="2">
              <a:schemeClr val="accent1"/>
            </a:lnRef>
            <a:fillRef idx="0">
              <a:srgbClr val="FFFFFF"/>
            </a:fillRef>
            <a:effectRef idx="0">
              <a:srgbClr val="FFFFFF"/>
            </a:effectRef>
            <a:fontRef idx="minor">
              <a:schemeClr val="tx1"/>
            </a:fontRef>
          </p:style>
        </p:cxnSp>
      </p:grpSp>
      <p:sp>
        <p:nvSpPr>
          <p:cNvPr id="7" name="文本框 6"/>
          <p:cNvSpPr txBox="1"/>
          <p:nvPr/>
        </p:nvSpPr>
        <p:spPr>
          <a:xfrm>
            <a:off x="4601210" y="982345"/>
            <a:ext cx="2724150" cy="583565"/>
          </a:xfrm>
          <a:prstGeom prst="rect">
            <a:avLst/>
          </a:prstGeom>
          <a:noFill/>
        </p:spPr>
        <p:txBody>
          <a:bodyPr wrap="square" rtlCol="0">
            <a:spAutoFit/>
          </a:bodyPr>
          <a:lstStyle/>
          <a:p>
            <a:pPr algn="ctr"/>
            <a:r>
              <a:rPr lang="zh-CN" altLang="en-US" sz="3200" b="1"/>
              <a:t>收</a:t>
            </a:r>
            <a:r>
              <a:rPr lang="en-US" altLang="zh-CN" sz="3200" b="1"/>
              <a:t>  </a:t>
            </a:r>
            <a:r>
              <a:rPr lang="zh-CN" altLang="en-US" sz="3200" b="1"/>
              <a:t>益</a:t>
            </a:r>
          </a:p>
        </p:txBody>
      </p:sp>
      <p:sp>
        <p:nvSpPr>
          <p:cNvPr id="8" name="文本框 7"/>
          <p:cNvSpPr txBox="1"/>
          <p:nvPr/>
        </p:nvSpPr>
        <p:spPr>
          <a:xfrm>
            <a:off x="9237980" y="5574030"/>
            <a:ext cx="2724150" cy="583565"/>
          </a:xfrm>
          <a:prstGeom prst="rect">
            <a:avLst/>
          </a:prstGeom>
          <a:noFill/>
        </p:spPr>
        <p:txBody>
          <a:bodyPr wrap="square" rtlCol="0">
            <a:spAutoFit/>
          </a:bodyPr>
          <a:lstStyle/>
          <a:p>
            <a:pPr algn="ctr"/>
            <a:r>
              <a:rPr lang="zh-CN" altLang="en-US" sz="3200" b="1"/>
              <a:t>安全</a:t>
            </a:r>
          </a:p>
        </p:txBody>
      </p:sp>
      <p:sp>
        <p:nvSpPr>
          <p:cNvPr id="9" name="文本框 8"/>
          <p:cNvSpPr txBox="1"/>
          <p:nvPr/>
        </p:nvSpPr>
        <p:spPr>
          <a:xfrm>
            <a:off x="384175" y="5574030"/>
            <a:ext cx="2724150" cy="583565"/>
          </a:xfrm>
          <a:prstGeom prst="rect">
            <a:avLst/>
          </a:prstGeom>
          <a:noFill/>
        </p:spPr>
        <p:txBody>
          <a:bodyPr wrap="square" rtlCol="0">
            <a:spAutoFit/>
          </a:bodyPr>
          <a:lstStyle/>
          <a:p>
            <a:pPr algn="ctr"/>
            <a:r>
              <a:rPr lang="zh-CN" altLang="en-US" sz="3200" b="1"/>
              <a:t>灵活</a:t>
            </a:r>
          </a:p>
        </p:txBody>
      </p:sp>
      <p:sp>
        <p:nvSpPr>
          <p:cNvPr id="10" name="文本框 9"/>
          <p:cNvSpPr txBox="1"/>
          <p:nvPr/>
        </p:nvSpPr>
        <p:spPr>
          <a:xfrm>
            <a:off x="6239510" y="5108575"/>
            <a:ext cx="2724150" cy="1014730"/>
          </a:xfrm>
          <a:prstGeom prst="rect">
            <a:avLst/>
          </a:prstGeom>
          <a:noFill/>
        </p:spPr>
        <p:txBody>
          <a:bodyPr wrap="square" rtlCol="0">
            <a:spAutoFit/>
          </a:bodyPr>
          <a:lstStyle/>
          <a:p>
            <a:pPr algn="ctr"/>
            <a:r>
              <a:rPr lang="en-US" altLang="zh-CN" sz="6000" b="1">
                <a:solidFill>
                  <a:srgbClr val="C00000"/>
                </a:solidFill>
              </a:rPr>
              <a:t>A</a:t>
            </a:r>
          </a:p>
        </p:txBody>
      </p:sp>
      <p:sp>
        <p:nvSpPr>
          <p:cNvPr id="11" name="文本框 10"/>
          <p:cNvSpPr txBox="1"/>
          <p:nvPr/>
        </p:nvSpPr>
        <p:spPr>
          <a:xfrm>
            <a:off x="3285490" y="5071110"/>
            <a:ext cx="2724150" cy="1014730"/>
          </a:xfrm>
          <a:prstGeom prst="rect">
            <a:avLst/>
          </a:prstGeom>
          <a:noFill/>
        </p:spPr>
        <p:txBody>
          <a:bodyPr wrap="square" rtlCol="0">
            <a:spAutoFit/>
          </a:bodyPr>
          <a:lstStyle/>
          <a:p>
            <a:pPr algn="ctr"/>
            <a:r>
              <a:rPr lang="en-US" altLang="zh-CN" sz="6000" b="1">
                <a:solidFill>
                  <a:srgbClr val="C00000"/>
                </a:solidFill>
              </a:rPr>
              <a:t>B</a:t>
            </a:r>
          </a:p>
        </p:txBody>
      </p:sp>
      <p:sp>
        <p:nvSpPr>
          <p:cNvPr id="12" name="文本框 11"/>
          <p:cNvSpPr txBox="1"/>
          <p:nvPr/>
        </p:nvSpPr>
        <p:spPr>
          <a:xfrm>
            <a:off x="3590290" y="3591560"/>
            <a:ext cx="2724150" cy="1014730"/>
          </a:xfrm>
          <a:prstGeom prst="rect">
            <a:avLst/>
          </a:prstGeom>
          <a:noFill/>
        </p:spPr>
        <p:txBody>
          <a:bodyPr wrap="square" rtlCol="0">
            <a:spAutoFit/>
          </a:bodyPr>
          <a:lstStyle/>
          <a:p>
            <a:pPr algn="ctr"/>
            <a:r>
              <a:rPr lang="en-US" altLang="zh-CN" sz="6000" b="1">
                <a:solidFill>
                  <a:srgbClr val="C00000"/>
                </a:solidFill>
              </a:rPr>
              <a:t>C</a:t>
            </a:r>
          </a:p>
        </p:txBody>
      </p:sp>
      <p:sp>
        <p:nvSpPr>
          <p:cNvPr id="13" name="文本框 12"/>
          <p:cNvSpPr txBox="1"/>
          <p:nvPr/>
        </p:nvSpPr>
        <p:spPr>
          <a:xfrm>
            <a:off x="5661660" y="3641090"/>
            <a:ext cx="2724150" cy="1014730"/>
          </a:xfrm>
          <a:prstGeom prst="rect">
            <a:avLst/>
          </a:prstGeom>
          <a:noFill/>
        </p:spPr>
        <p:txBody>
          <a:bodyPr wrap="square" rtlCol="0">
            <a:spAutoFit/>
          </a:bodyPr>
          <a:lstStyle/>
          <a:p>
            <a:pPr algn="ctr"/>
            <a:r>
              <a:rPr lang="en-US" altLang="zh-CN" sz="6000" b="1">
                <a:solidFill>
                  <a:srgbClr val="C00000"/>
                </a:solidFill>
              </a:rPr>
              <a:t>D</a:t>
            </a:r>
          </a:p>
        </p:txBody>
      </p:sp>
      <p:sp>
        <p:nvSpPr>
          <p:cNvPr id="14" name="文本框 13"/>
          <p:cNvSpPr txBox="1"/>
          <p:nvPr/>
        </p:nvSpPr>
        <p:spPr>
          <a:xfrm>
            <a:off x="4596765" y="2262505"/>
            <a:ext cx="2724150" cy="1014730"/>
          </a:xfrm>
          <a:prstGeom prst="rect">
            <a:avLst/>
          </a:prstGeom>
          <a:noFill/>
        </p:spPr>
        <p:txBody>
          <a:bodyPr wrap="square" rtlCol="0">
            <a:spAutoFit/>
          </a:bodyPr>
          <a:lstStyle/>
          <a:p>
            <a:pPr algn="ctr"/>
            <a:r>
              <a:rPr lang="en-US" altLang="zh-CN" sz="6000" b="1">
                <a:solidFill>
                  <a:srgbClr val="C00000"/>
                </a:solidFill>
              </a:rPr>
              <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编号占位符"/>
          <p:cNvSpPr>
            <a:spLocks noGrp="1"/>
          </p:cNvSpPr>
          <p:nvPr>
            <p:ph type="sldNum" idx="12"/>
          </p:nvPr>
        </p:nvSpPr>
        <p:spPr>
          <a:xfrm>
            <a:off x="8610838" y="6356349"/>
            <a:ext cx="2743275" cy="365123"/>
          </a:xfrm>
          <a:prstGeom prst="rect">
            <a:avLst/>
          </a:prstGeom>
          <a:ln w="9525" cap="flat" cmpd="sng">
            <a:noFill/>
            <a:prstDash val="solid"/>
            <a:miter/>
          </a:ln>
        </p:spPr>
        <p:txBody>
          <a:bodyPr>
            <a:noAutofit/>
          </a:bodyPr>
          <a:lstStyle/>
          <a:p>
            <a:fld id="{CAD2D6BD-DE1B-4B5F-8B41-2702339687B9}" type="slidenum">
              <a:rPr lang="en-US" altLang="zh-CN" sz="1200">
                <a:solidFill>
                  <a:srgbClr val="898989"/>
                </a:solidFill>
                <a:latin typeface="Calibri" panose="020F0502020204030204" charset="0"/>
                <a:ea typeface="微软雅黑" panose="020B0503020204020204" charset="-122"/>
                <a:cs typeface="微软雅黑" panose="020B0503020204020204" charset="-122"/>
              </a:rPr>
              <a:t>11</a:t>
            </a:fld>
            <a:endParaRPr lang="zh-CN" altLang="en-US" sz="1200">
              <a:solidFill>
                <a:srgbClr val="898989"/>
              </a:solidFill>
              <a:latin typeface="Calibri" panose="020F0502020204030204" charset="0"/>
              <a:ea typeface="微软雅黑" panose="020B0503020204020204" charset="-122"/>
              <a:cs typeface="微软雅黑" panose="020B0503020204020204" charset="-122"/>
            </a:endParaRPr>
          </a:p>
        </p:txBody>
      </p:sp>
      <p:sp>
        <p:nvSpPr>
          <p:cNvPr id="278" name="文本框 893"/>
          <p:cNvSpPr txBox="1"/>
          <p:nvPr/>
        </p:nvSpPr>
        <p:spPr>
          <a:xfrm>
            <a:off x="601741" y="323690"/>
            <a:ext cx="8124667" cy="645160"/>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zh-CN" altLang="en-US" sz="36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存量客户营销策略</a:t>
            </a:r>
            <a:r>
              <a:rPr lang="en-US" altLang="zh-CN" sz="36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 </a:t>
            </a:r>
          </a:p>
        </p:txBody>
      </p:sp>
      <p:sp>
        <p:nvSpPr>
          <p:cNvPr id="279" name="文本框 637"/>
          <p:cNvSpPr txBox="1"/>
          <p:nvPr/>
        </p:nvSpPr>
        <p:spPr>
          <a:xfrm>
            <a:off x="730250" y="1219200"/>
            <a:ext cx="10331634" cy="583565"/>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1" u="none" strike="noStrike" kern="1200" cap="none" spc="0" baseline="0">
                <a:solidFill>
                  <a:srgbClr val="C00000"/>
                </a:solidFill>
                <a:latin typeface="微软雅黑" panose="020B0503020204020204" charset="-122"/>
                <a:ea typeface="微软雅黑" panose="020B0503020204020204" charset="-122"/>
                <a:cs typeface="黑体" panose="02010609060101010101" charset="-122"/>
              </a:rPr>
              <a:t>1.1存量客户经营</a:t>
            </a:r>
            <a:r>
              <a:rPr lang="zh-CN" altLang="en-US" sz="16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rPr>
              <a:t>——</a:t>
            </a:r>
            <a:r>
              <a:rPr lang="zh-CN" altLang="en-US" sz="1600" b="1" u="none" strike="noStrike" kern="1200" cap="none" spc="0" baseline="0">
                <a:solidFill>
                  <a:srgbClr val="C00000"/>
                </a:solidFill>
                <a:latin typeface="微软雅黑" panose="020B0503020204020204" charset="-122"/>
                <a:ea typeface="微软雅黑" panose="020B0503020204020204" charset="-122"/>
                <a:cs typeface="黑体" panose="02010609060101010101" charset="-122"/>
              </a:rPr>
              <a:t>对于存量财私客户，依托客户价值矩阵，对客户经营情况进行分类，通过实施差异化经营策略，提升核心客户数量，盘活存量客户。</a:t>
            </a:r>
          </a:p>
        </p:txBody>
      </p:sp>
      <p:pic>
        <p:nvPicPr>
          <p:cNvPr id="280" name="图片"/>
          <p:cNvPicPr>
            <a:picLocks noChangeAspect="1"/>
          </p:cNvPicPr>
          <p:nvPr/>
        </p:nvPicPr>
        <p:blipFill>
          <a:blip r:embed="rId3" cstate="print"/>
          <a:stretch>
            <a:fillRect/>
          </a:stretch>
        </p:blipFill>
        <p:spPr>
          <a:xfrm>
            <a:off x="475048" y="1798131"/>
            <a:ext cx="5656228" cy="3698921"/>
          </a:xfrm>
          <a:prstGeom prst="rect">
            <a:avLst/>
          </a:prstGeom>
          <a:noFill/>
          <a:ln w="9525" cap="flat" cmpd="sng">
            <a:noFill/>
            <a:prstDash val="solid"/>
            <a:miter/>
          </a:ln>
        </p:spPr>
      </p:pic>
      <p:sp>
        <p:nvSpPr>
          <p:cNvPr id="281" name="矩形"/>
          <p:cNvSpPr/>
          <p:nvPr/>
        </p:nvSpPr>
        <p:spPr>
          <a:xfrm>
            <a:off x="6176398" y="1670325"/>
            <a:ext cx="5499669" cy="4228825"/>
          </a:xfrm>
          <a:prstGeom prst="rect">
            <a:avLst/>
          </a:prstGeom>
          <a:solidFill>
            <a:srgbClr val="F2F2F2"/>
          </a:solidFill>
          <a:ln w="9525" cap="flat" cmpd="sng">
            <a:noFill/>
            <a:prstDash val="solid"/>
            <a:miter/>
          </a:ln>
        </p:spPr>
        <p:txBody>
          <a:bodyPr vert="horz" wrap="square" lIns="96769" tIns="48384" rIns="96769" bIns="48384" anchor="t" anchorCtr="0">
            <a:noAutofit/>
          </a:bodyPr>
          <a:lstStyle/>
          <a:p>
            <a:pPr marL="0" indent="302260" algn="l">
              <a:lnSpc>
                <a:spcPct val="169000"/>
              </a:lnSpc>
              <a:spcBef>
                <a:spcPts val="0"/>
              </a:spcBef>
              <a:spcAft>
                <a:spcPts val="635"/>
              </a:spcAft>
              <a:buClrTx/>
              <a:buFont typeface="Wingdings" panose="05000000000000000000" pitchFamily="2" charset="2"/>
              <a:buChar char="p"/>
            </a:pPr>
            <a:r>
              <a:rPr lang="zh-CN" altLang="en-US" sz="1600" b="1" u="sng"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客户价值矩阵</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是将存量</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rPr>
              <a:t>富嘉</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客户</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rPr>
              <a:t>，</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以</a:t>
            </a:r>
            <a:r>
              <a:rPr lang="en-US" altLang="zh-CN"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AUM</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和</a:t>
            </a: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重点产品配置数量</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两个维度构建客户价值贡献体系，将客户细分为</a:t>
            </a: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核心客户、重点客户、潜力客户</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三类</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rPr>
              <a:t>；</a:t>
            </a:r>
            <a:endParaRPr lang="en-US" altLang="zh-CN" sz="1400" u="none" strike="noStrike" kern="1200" cap="none" spc="0" baseline="0">
              <a:latin typeface="微软雅黑" panose="020B0503020204020204" charset="-122"/>
              <a:ea typeface="微软雅黑" panose="020B0503020204020204" charset="-122"/>
              <a:cs typeface="微软雅黑" panose="020B0503020204020204" charset="-122"/>
            </a:endParaRPr>
          </a:p>
          <a:p>
            <a:pPr marL="0" indent="302260" algn="l">
              <a:lnSpc>
                <a:spcPct val="169000"/>
              </a:lnSpc>
              <a:spcBef>
                <a:spcPts val="0"/>
              </a:spcBef>
              <a:spcAft>
                <a:spcPts val="635"/>
              </a:spcAft>
              <a:buClrTx/>
              <a:buFont typeface="Wingdings" panose="05000000000000000000" pitchFamily="2" charset="2"/>
              <a:buChar char="p"/>
            </a:pP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rPr>
              <a:t>支撑理财经理通过</a:t>
            </a: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rPr>
              <a:t>差异化的经营策略</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rPr>
              <a:t>对客户进行提升</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 indent="362585" algn="l">
              <a:lnSpc>
                <a:spcPct val="169000"/>
              </a:lnSpc>
              <a:spcBef>
                <a:spcPts val="0"/>
              </a:spcBef>
              <a:spcAft>
                <a:spcPts val="635"/>
              </a:spcAft>
              <a:buClrTx/>
              <a:buFont typeface="Wingdings" panose="05000000000000000000" pitchFamily="2" charset="2"/>
              <a:buChar char="ü"/>
            </a:pP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核心客户</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是AUM和重点产品配置数量均较高的客群，要向核心客户是</a:t>
            </a:r>
            <a:r>
              <a:rPr lang="zh-CN" altLang="en-US" sz="1400" b="1"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要中收、要效益</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 indent="362585" algn="l">
              <a:lnSpc>
                <a:spcPct val="169000"/>
              </a:lnSpc>
              <a:spcBef>
                <a:spcPts val="0"/>
              </a:spcBef>
              <a:spcAft>
                <a:spcPts val="635"/>
              </a:spcAft>
              <a:buClrTx/>
              <a:buFont typeface="Wingdings" panose="05000000000000000000" pitchFamily="2" charset="2"/>
              <a:buChar char="ü"/>
            </a:pP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重点客户</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是AUM或重点产品配置数量仅次于核心客户的客群，要助重点客户</a:t>
            </a:r>
            <a:r>
              <a:rPr lang="zh-CN" altLang="en-US" sz="1400" b="1"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向核心客户迁徙</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 indent="362585" algn="l">
              <a:lnSpc>
                <a:spcPct val="169000"/>
              </a:lnSpc>
              <a:spcBef>
                <a:spcPts val="0"/>
              </a:spcBef>
              <a:spcAft>
                <a:spcPts val="635"/>
              </a:spcAft>
              <a:buClrTx/>
              <a:buFont typeface="Wingdings" panose="05000000000000000000" pitchFamily="2" charset="2"/>
              <a:buChar char="ü"/>
            </a:pP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潜力客户</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是AUM或重点产品配置数量较低的客群，要对潜力客户</a:t>
            </a:r>
            <a:r>
              <a:rPr lang="zh-CN" altLang="en-US" sz="1400" b="1"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持续关注、长期培育</a:t>
            </a: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400" u="none" strike="noStrike" kern="1200" cap="none" spc="0" baseline="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302260" algn="l">
              <a:lnSpc>
                <a:spcPct val="179000"/>
              </a:lnSpc>
              <a:spcBef>
                <a:spcPts val="0"/>
              </a:spcBef>
              <a:spcAft>
                <a:spcPts val="635"/>
              </a:spcAft>
              <a:buClrTx/>
              <a:buFont typeface="Wingdings" panose="05000000000000000000" pitchFamily="2" charset="2"/>
              <a:buChar char="p"/>
            </a:pPr>
            <a:endParaRPr lang="zh-CN" altLang="en-US" sz="1400" u="none" strike="noStrike" kern="1200" cap="none" spc="0" baseline="0">
              <a:latin typeface="微软雅黑" panose="020B0503020204020204" charset="-122"/>
              <a:ea typeface="微软雅黑" panose="020B0503020204020204" charset="-122"/>
              <a:cs typeface="微软雅黑" panose="020B0503020204020204" charset="-122"/>
            </a:endParaRPr>
          </a:p>
        </p:txBody>
      </p:sp>
      <p:sp>
        <p:nvSpPr>
          <p:cNvPr id="282" name="矩形"/>
          <p:cNvSpPr/>
          <p:nvPr/>
        </p:nvSpPr>
        <p:spPr>
          <a:xfrm>
            <a:off x="261143" y="5511800"/>
            <a:ext cx="5972969" cy="737235"/>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zh-CN" altLang="en-US" sz="1400" u="none" strike="noStrike" kern="1200" cap="none" spc="0" baseline="0">
                <a:latin typeface="微软雅黑" panose="020B0503020204020204" charset="-122"/>
                <a:ea typeface="微软雅黑" panose="020B0503020204020204" charset="-122"/>
                <a:cs typeface="微软雅黑" panose="020B0503020204020204" charset="-122"/>
              </a:rPr>
              <a:t>备注：重点产品包括：理财、保险、资管信托、基金、贵金属、国债、三方存管。0-25分位、25-50分位、50-75分位、75-100分位分别是配置0、1、2、3（含）种以上。</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 name="矩形"/>
          <p:cNvSpPr/>
          <p:nvPr/>
        </p:nvSpPr>
        <p:spPr>
          <a:xfrm>
            <a:off x="615156" y="853280"/>
            <a:ext cx="7858125" cy="365758"/>
          </a:xfrm>
          <a:prstGeom prst="rect">
            <a:avLst/>
          </a:prstGeom>
          <a:noFill/>
          <a:ln w="9525"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9" name="矩形"/>
          <p:cNvSpPr/>
          <p:nvPr/>
        </p:nvSpPr>
        <p:spPr>
          <a:xfrm>
            <a:off x="535781" y="1213642"/>
            <a:ext cx="11281171" cy="335280"/>
          </a:xfrm>
          <a:prstGeom prst="rect">
            <a:avLst/>
          </a:prstGeom>
          <a:noFill/>
          <a:ln w="9525"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0" name="矩形"/>
          <p:cNvSpPr/>
          <p:nvPr/>
        </p:nvSpPr>
        <p:spPr>
          <a:xfrm>
            <a:off x="2444193" y="5147564"/>
            <a:ext cx="1995196" cy="308531"/>
          </a:xfrm>
          <a:prstGeom prst="rect">
            <a:avLst/>
          </a:prstGeom>
          <a:noFill/>
          <a:ln w="9525" cap="flat" cmpd="sng">
            <a:noFill/>
            <a:prstDash val="solid"/>
            <a:miter/>
          </a:ln>
        </p:spPr>
        <p:txBody>
          <a:bodyPr vert="horz" wrap="square" lIns="91440" tIns="45720" rIns="91440" bIns="0" anchor="ctr" anchorCtr="0">
            <a:noAutofit/>
          </a:bodyPr>
          <a:lstStyle/>
          <a:p>
            <a:pPr marL="0" indent="0" algn="l">
              <a:lnSpc>
                <a:spcPct val="100000"/>
              </a:lnSpc>
              <a:spcBef>
                <a:spcPts val="0"/>
              </a:spcBef>
              <a:spcAft>
                <a:spcPts val="0"/>
              </a:spcAft>
              <a:buNone/>
            </a:pPr>
            <a:r>
              <a:rPr lang="zh-CN" altLang="en-US" sz="1555" b="1" u="none" strike="noStrike" kern="1200" cap="none" spc="300" baseline="0">
                <a:solidFill>
                  <a:srgbClr val="404040"/>
                </a:solidFill>
                <a:latin typeface="Segoe Print" panose="02000600000000000000" charset="0"/>
                <a:ea typeface="宋体" panose="02010600030101010101" pitchFamily="2" charset="-122"/>
                <a:cs typeface="黑体" panose="02010609060101010101" charset="-122"/>
              </a:rPr>
              <a:t>倾听</a:t>
            </a:r>
            <a:endPar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sym typeface="微软雅黑" panose="020B0503020204020204" charset="-122"/>
            </a:endParaRPr>
          </a:p>
        </p:txBody>
      </p:sp>
      <p:sp>
        <p:nvSpPr>
          <p:cNvPr id="561" name="右箭头"/>
          <p:cNvSpPr/>
          <p:nvPr/>
        </p:nvSpPr>
        <p:spPr>
          <a:xfrm>
            <a:off x="3127851" y="3907844"/>
            <a:ext cx="539319" cy="237352"/>
          </a:xfrm>
          <a:prstGeom prst="rightArrow">
            <a:avLst>
              <a:gd name="adj1" fmla="val 50000"/>
              <a:gd name="adj2" fmla="val 49970"/>
            </a:avLst>
          </a:prstGeom>
          <a:solidFill>
            <a:srgbClr val="C00000"/>
          </a:solidFill>
          <a:ln w="12700" cap="flat" cmpd="sng">
            <a:solidFill>
              <a:srgbClr val="C00000"/>
            </a:solidFill>
            <a:prstDash val="solid"/>
            <a:round/>
            <a:headEnd type="none" w="med" len="med"/>
            <a:tailEnd type="none" w="med" len="med"/>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77" name="组合"/>
          <p:cNvGrpSpPr/>
          <p:nvPr/>
        </p:nvGrpSpPr>
        <p:grpSpPr>
          <a:xfrm>
            <a:off x="-708623" y="3907630"/>
            <a:ext cx="3732276" cy="1642728"/>
            <a:chOff x="-708623" y="3907630"/>
            <a:chExt cx="3732276" cy="1642728"/>
          </a:xfrm>
        </p:grpSpPr>
        <p:cxnSp>
          <p:nvCxnSpPr>
            <p:cNvPr id="562" name="肘形连接线"/>
            <p:cNvCxnSpPr/>
            <p:nvPr/>
          </p:nvCxnSpPr>
          <p:spPr>
            <a:xfrm>
              <a:off x="349620" y="4192164"/>
              <a:ext cx="761324" cy="158224"/>
            </a:xfrm>
            <a:prstGeom prst="bentConnector3">
              <a:avLst>
                <a:gd name="adj1" fmla="val 58217"/>
              </a:avLst>
            </a:prstGeom>
            <a:ln w="19050" cap="flat" cmpd="sng">
              <a:solidFill>
                <a:srgbClr val="6096E6"/>
              </a:solidFill>
              <a:prstDash val="solid"/>
              <a:miter/>
              <a:headEnd type="none" w="med" len="med"/>
              <a:tailEnd type="none" w="med" len="med"/>
            </a:ln>
          </p:spPr>
        </p:cxnSp>
        <p:cxnSp>
          <p:nvCxnSpPr>
            <p:cNvPr id="563" name="肘形连接线"/>
            <p:cNvCxnSpPr/>
            <p:nvPr/>
          </p:nvCxnSpPr>
          <p:spPr>
            <a:xfrm rot="21600000" flipV="1">
              <a:off x="349620" y="5231229"/>
              <a:ext cx="761324" cy="158226"/>
            </a:xfrm>
            <a:prstGeom prst="bentConnector3">
              <a:avLst>
                <a:gd name="adj1" fmla="val 58217"/>
              </a:avLst>
            </a:prstGeom>
            <a:ln w="19050" cap="flat" cmpd="sng">
              <a:solidFill>
                <a:srgbClr val="FFBA55"/>
              </a:solidFill>
              <a:prstDash val="solid"/>
              <a:miter/>
              <a:headEnd type="none" w="med" len="med"/>
              <a:tailEnd type="none" w="med" len="med"/>
            </a:ln>
          </p:spPr>
        </p:cxnSp>
        <p:cxnSp>
          <p:nvCxnSpPr>
            <p:cNvPr id="564" name="肘形连接线"/>
            <p:cNvCxnSpPr/>
            <p:nvPr/>
          </p:nvCxnSpPr>
          <p:spPr>
            <a:xfrm rot="10800000">
              <a:off x="2094372" y="5231227"/>
              <a:ext cx="761324" cy="158226"/>
            </a:xfrm>
            <a:prstGeom prst="bentConnector3">
              <a:avLst>
                <a:gd name="adj1" fmla="val 58208"/>
              </a:avLst>
            </a:prstGeom>
            <a:ln w="19050" cap="flat" cmpd="sng">
              <a:solidFill>
                <a:srgbClr val="56CA95"/>
              </a:solidFill>
              <a:prstDash val="solid"/>
              <a:miter/>
              <a:headEnd type="none" w="med" len="med"/>
              <a:tailEnd type="none" w="med" len="med"/>
            </a:ln>
          </p:spPr>
        </p:cxnSp>
        <p:cxnSp>
          <p:nvCxnSpPr>
            <p:cNvPr id="565" name="肘形连接线"/>
            <p:cNvCxnSpPr/>
            <p:nvPr/>
          </p:nvCxnSpPr>
          <p:spPr>
            <a:xfrm rot="10800000" flipV="1">
              <a:off x="2094372" y="4192164"/>
              <a:ext cx="761324" cy="158224"/>
            </a:xfrm>
            <a:prstGeom prst="bentConnector3">
              <a:avLst>
                <a:gd name="adj1" fmla="val 58208"/>
              </a:avLst>
            </a:prstGeom>
            <a:ln w="19050" cap="flat" cmpd="sng">
              <a:solidFill>
                <a:srgbClr val="58B6E5"/>
              </a:solidFill>
              <a:prstDash val="solid"/>
              <a:miter/>
              <a:headEnd type="none" w="med" len="med"/>
              <a:tailEnd type="none" w="med" len="med"/>
            </a:ln>
          </p:spPr>
        </p:cxnSp>
        <p:sp>
          <p:nvSpPr>
            <p:cNvPr id="566" name="曲线"/>
            <p:cNvSpPr/>
            <p:nvPr/>
          </p:nvSpPr>
          <p:spPr>
            <a:xfrm>
              <a:off x="1533133" y="4786529"/>
              <a:ext cx="880513" cy="756032"/>
            </a:xfrm>
            <a:custGeom>
              <a:avLst/>
              <a:gdLst>
                <a:gd name="T1" fmla="*/ 0 w 21600"/>
                <a:gd name="T2" fmla="*/ 0 h 21600"/>
                <a:gd name="T3" fmla="*/ 21600 w 21600"/>
                <a:gd name="T4" fmla="*/ 21600 h 21600"/>
              </a:gdLst>
              <a:ahLst/>
              <a:cxnLst/>
              <a:rect l="T1" t="T2" r="T3" b="T4"/>
              <a:pathLst>
                <a:path w="21600" h="21600">
                  <a:moveTo>
                    <a:pt x="12135" y="0"/>
                  </a:moveTo>
                  <a:lnTo>
                    <a:pt x="17079" y="5527"/>
                  </a:lnTo>
                  <a:lnTo>
                    <a:pt x="21597" y="471"/>
                  </a:lnTo>
                  <a:lnTo>
                    <a:pt x="21597" y="627"/>
                  </a:lnTo>
                  <a:cubicBezTo>
                    <a:pt x="21266" y="11265"/>
                    <a:pt x="14161" y="19990"/>
                    <a:pt x="4965" y="21563"/>
                  </a:cubicBezTo>
                  <a:lnTo>
                    <a:pt x="4796" y="21600"/>
                  </a:lnTo>
                  <a:lnTo>
                    <a:pt x="0" y="16221"/>
                  </a:lnTo>
                  <a:lnTo>
                    <a:pt x="4881" y="10748"/>
                  </a:lnTo>
                  <a:lnTo>
                    <a:pt x="4999" y="10708"/>
                  </a:lnTo>
                  <a:cubicBezTo>
                    <a:pt x="9068" y="9296"/>
                    <a:pt x="12044" y="5088"/>
                    <a:pt x="12135" y="96"/>
                  </a:cubicBezTo>
                  <a:cubicBezTo>
                    <a:pt x="12135" y="58"/>
                    <a:pt x="12135" y="30"/>
                    <a:pt x="12135" y="0"/>
                  </a:cubicBezTo>
                  <a:close/>
                </a:path>
              </a:pathLst>
            </a:custGeom>
            <a:solidFill>
              <a:srgbClr val="56CA95"/>
            </a:solidFill>
            <a:ln w="12700"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7" name="曲线"/>
            <p:cNvSpPr/>
            <p:nvPr/>
          </p:nvSpPr>
          <p:spPr>
            <a:xfrm>
              <a:off x="1638191" y="4013054"/>
              <a:ext cx="768257" cy="836615"/>
            </a:xfrm>
            <a:custGeom>
              <a:avLst/>
              <a:gdLst>
                <a:gd name="T1" fmla="*/ 0 w 21600"/>
                <a:gd name="T2" fmla="*/ 0 h 21600"/>
                <a:gd name="T3" fmla="*/ 21600 w 21600"/>
                <a:gd name="T4" fmla="*/ 21600 h 21600"/>
              </a:gdLst>
              <a:ahLst/>
              <a:cxnLst/>
              <a:rect l="T1" t="T2" r="T3" b="T4"/>
              <a:pathLst>
                <a:path w="21600" h="21600">
                  <a:moveTo>
                    <a:pt x="0" y="0"/>
                  </a:moveTo>
                  <a:lnTo>
                    <a:pt x="177" y="2"/>
                  </a:lnTo>
                  <a:cubicBezTo>
                    <a:pt x="11076" y="371"/>
                    <a:pt x="19981" y="7563"/>
                    <a:pt x="21558" y="16882"/>
                  </a:cubicBezTo>
                  <a:lnTo>
                    <a:pt x="21600" y="17115"/>
                  </a:lnTo>
                  <a:lnTo>
                    <a:pt x="16528" y="21600"/>
                  </a:lnTo>
                  <a:lnTo>
                    <a:pt x="10074" y="15899"/>
                  </a:lnTo>
                  <a:lnTo>
                    <a:pt x="10047" y="15852"/>
                  </a:lnTo>
                  <a:cubicBezTo>
                    <a:pt x="8424" y="12457"/>
                    <a:pt x="4815" y="9996"/>
                    <a:pt x="498" y="9609"/>
                  </a:cubicBezTo>
                  <a:lnTo>
                    <a:pt x="268" y="9598"/>
                  </a:lnTo>
                  <a:lnTo>
                    <a:pt x="5574" y="4914"/>
                  </a:lnTo>
                  <a:cubicBezTo>
                    <a:pt x="3716" y="3275"/>
                    <a:pt x="1843" y="1634"/>
                    <a:pt x="0" y="0"/>
                  </a:cubicBezTo>
                  <a:close/>
                </a:path>
              </a:pathLst>
            </a:custGeom>
            <a:solidFill>
              <a:srgbClr val="58B6E5"/>
            </a:solidFill>
            <a:ln w="12700"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8" name="曲线"/>
            <p:cNvSpPr/>
            <p:nvPr/>
          </p:nvSpPr>
          <p:spPr>
            <a:xfrm>
              <a:off x="813884" y="4019748"/>
              <a:ext cx="887036" cy="744485"/>
            </a:xfrm>
            <a:custGeom>
              <a:avLst/>
              <a:gdLst>
                <a:gd name="T1" fmla="*/ 0 w 21600"/>
                <a:gd name="T2" fmla="*/ 0 h 21600"/>
                <a:gd name="T3" fmla="*/ 21600 w 21600"/>
                <a:gd name="T4" fmla="*/ 21600 h 21600"/>
              </a:gdLst>
              <a:ahLst/>
              <a:cxnLst/>
              <a:rect l="T1" t="T2" r="T3" b="T4"/>
              <a:pathLst>
                <a:path w="21600" h="21600">
                  <a:moveTo>
                    <a:pt x="16851" y="0"/>
                  </a:moveTo>
                  <a:lnTo>
                    <a:pt x="21599" y="5426"/>
                  </a:lnTo>
                  <a:lnTo>
                    <a:pt x="16751" y="10979"/>
                  </a:lnTo>
                  <a:lnTo>
                    <a:pt x="16714" y="10993"/>
                  </a:lnTo>
                  <a:cubicBezTo>
                    <a:pt x="12951" y="12210"/>
                    <a:pt x="10079" y="15879"/>
                    <a:pt x="9496" y="20399"/>
                  </a:cubicBezTo>
                  <a:lnTo>
                    <a:pt x="9487" y="20495"/>
                  </a:lnTo>
                  <a:lnTo>
                    <a:pt x="5215" y="15617"/>
                  </a:lnTo>
                  <a:lnTo>
                    <a:pt x="0" y="21600"/>
                  </a:lnTo>
                  <a:lnTo>
                    <a:pt x="0" y="21576"/>
                  </a:lnTo>
                  <a:cubicBezTo>
                    <a:pt x="220" y="10549"/>
                    <a:pt x="7425" y="1504"/>
                    <a:pt x="16751" y="7"/>
                  </a:cubicBezTo>
                  <a:cubicBezTo>
                    <a:pt x="16784" y="7"/>
                    <a:pt x="16820" y="0"/>
                    <a:pt x="16851" y="0"/>
                  </a:cubicBezTo>
                  <a:close/>
                </a:path>
              </a:pathLst>
            </a:custGeom>
            <a:solidFill>
              <a:srgbClr val="6096E6"/>
            </a:solidFill>
            <a:ln w="12700"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9" name="曲线"/>
            <p:cNvSpPr/>
            <p:nvPr/>
          </p:nvSpPr>
          <p:spPr>
            <a:xfrm>
              <a:off x="821686" y="4688538"/>
              <a:ext cx="776297" cy="861821"/>
            </a:xfrm>
            <a:custGeom>
              <a:avLst/>
              <a:gdLst>
                <a:gd name="T1" fmla="*/ 0 w 21600"/>
                <a:gd name="T2" fmla="*/ 0 h 21600"/>
                <a:gd name="T3" fmla="*/ 21600 w 21600"/>
                <a:gd name="T4" fmla="*/ 21600 h 21600"/>
              </a:gdLst>
              <a:ahLst/>
              <a:cxnLst/>
              <a:rect l="T1" t="T2" r="T3" b="T4"/>
              <a:pathLst>
                <a:path w="21600" h="21600">
                  <a:moveTo>
                    <a:pt x="5840" y="0"/>
                  </a:moveTo>
                  <a:lnTo>
                    <a:pt x="10714" y="4208"/>
                  </a:lnTo>
                  <a:lnTo>
                    <a:pt x="10727" y="4250"/>
                  </a:lnTo>
                  <a:cubicBezTo>
                    <a:pt x="11702" y="8586"/>
                    <a:pt x="15946" y="11932"/>
                    <a:pt x="21155" y="12274"/>
                  </a:cubicBezTo>
                  <a:lnTo>
                    <a:pt x="21200" y="12274"/>
                  </a:lnTo>
                  <a:lnTo>
                    <a:pt x="16012" y="16762"/>
                  </a:lnTo>
                  <a:lnTo>
                    <a:pt x="21599" y="21600"/>
                  </a:lnTo>
                  <a:lnTo>
                    <a:pt x="21461" y="21587"/>
                  </a:lnTo>
                  <a:cubicBezTo>
                    <a:pt x="10557" y="21349"/>
                    <a:pt x="1604" y="14329"/>
                    <a:pt x="18" y="5216"/>
                  </a:cubicBezTo>
                  <a:lnTo>
                    <a:pt x="0" y="5054"/>
                  </a:lnTo>
                  <a:cubicBezTo>
                    <a:pt x="1940" y="3369"/>
                    <a:pt x="3887" y="1677"/>
                    <a:pt x="5840" y="0"/>
                  </a:cubicBezTo>
                  <a:close/>
                </a:path>
              </a:pathLst>
            </a:custGeom>
            <a:solidFill>
              <a:srgbClr val="FFBA55"/>
            </a:solidFill>
            <a:ln w="12700"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0" name="矩形"/>
            <p:cNvSpPr/>
            <p:nvPr/>
          </p:nvSpPr>
          <p:spPr>
            <a:xfrm>
              <a:off x="1139650" y="4195379"/>
              <a:ext cx="221177" cy="288387"/>
            </a:xfrm>
            <a:prstGeom prst="rect">
              <a:avLst/>
            </a:prstGeom>
            <a:noFill/>
            <a:ln w="9525" cap="flat" cmpd="sng">
              <a:noFill/>
              <a:prstDash val="solid"/>
              <a:miter/>
            </a:ln>
          </p:spPr>
          <p:txBody>
            <a:bodyPr vert="horz" wrap="square" lIns="91440" tIns="45720" rIns="91440" bIns="0" anchor="t" anchorCtr="0">
              <a:noAutofit/>
            </a:bodyPr>
            <a:lstStyle/>
            <a:p>
              <a:pPr marL="0" indent="0" algn="ctr">
                <a:lnSpc>
                  <a:spcPct val="80000"/>
                </a:lnSpc>
                <a:spcBef>
                  <a:spcPts val="0"/>
                </a:spcBef>
                <a:spcAft>
                  <a:spcPts val="0"/>
                </a:spcAft>
                <a:buNone/>
              </a:pPr>
              <a:r>
                <a:rPr lang="en-US" altLang="zh-CN" sz="2800" u="none" strike="noStrike" kern="1200" cap="none" spc="300" baseline="0">
                  <a:solidFill>
                    <a:srgbClr val="FFFFFF"/>
                  </a:solidFill>
                  <a:latin typeface="Segoe Print" panose="02000600000000000000" charset="0"/>
                  <a:ea typeface="黑体" panose="02010609060101010101" charset="-122"/>
                  <a:cs typeface="黑体" panose="02010609060101010101" charset="-122"/>
                </a:rPr>
                <a:t>C</a:t>
              </a:r>
              <a:endParaRPr lang="zh-CN" altLang="en-US" sz="2800" u="none" strike="noStrike" kern="1200" cap="none" spc="300" baseline="0">
                <a:solidFill>
                  <a:srgbClr val="FFFFFF"/>
                </a:solidFill>
                <a:latin typeface="Segoe Print" panose="02000600000000000000" charset="0"/>
                <a:ea typeface="黑体" panose="02010609060101010101" charset="-122"/>
                <a:cs typeface="黑体" panose="02010609060101010101" charset="-122"/>
              </a:endParaRPr>
            </a:p>
          </p:txBody>
        </p:sp>
        <p:sp>
          <p:nvSpPr>
            <p:cNvPr id="571" name="矩形"/>
            <p:cNvSpPr/>
            <p:nvPr/>
          </p:nvSpPr>
          <p:spPr>
            <a:xfrm>
              <a:off x="1938042" y="4195379"/>
              <a:ext cx="221176" cy="288387"/>
            </a:xfrm>
            <a:prstGeom prst="rect">
              <a:avLst/>
            </a:prstGeom>
            <a:noFill/>
            <a:ln w="9525" cap="flat" cmpd="sng">
              <a:noFill/>
              <a:prstDash val="solid"/>
              <a:miter/>
            </a:ln>
          </p:spPr>
          <p:txBody>
            <a:bodyPr vert="horz" wrap="square" lIns="91440" tIns="45720" rIns="91440" bIns="0" anchor="t" anchorCtr="0">
              <a:noAutofit/>
            </a:bodyPr>
            <a:lstStyle/>
            <a:p>
              <a:pPr marL="0" indent="0" algn="ctr">
                <a:lnSpc>
                  <a:spcPct val="80000"/>
                </a:lnSpc>
                <a:spcBef>
                  <a:spcPts val="0"/>
                </a:spcBef>
                <a:spcAft>
                  <a:spcPts val="0"/>
                </a:spcAft>
                <a:buNone/>
              </a:pPr>
              <a:r>
                <a:rPr lang="en-US" altLang="zh-CN" sz="2800" u="none" strike="noStrike" kern="1200" cap="none" spc="300" baseline="0">
                  <a:solidFill>
                    <a:srgbClr val="FFFFFF"/>
                  </a:solidFill>
                  <a:latin typeface="Segoe Print" panose="02000600000000000000" charset="0"/>
                  <a:ea typeface="黑体" panose="02010609060101010101" charset="-122"/>
                  <a:cs typeface="黑体" panose="02010609060101010101" charset="-122"/>
                </a:rPr>
                <a:t>D</a:t>
              </a:r>
              <a:endParaRPr lang="zh-CN" altLang="en-US" sz="2800" u="none" strike="noStrike" kern="1200" cap="none" spc="300" baseline="0">
                <a:solidFill>
                  <a:srgbClr val="FFFFFF"/>
                </a:solidFill>
                <a:latin typeface="Segoe Print" panose="02000600000000000000" charset="0"/>
                <a:ea typeface="黑体" panose="02010609060101010101" charset="-122"/>
                <a:cs typeface="黑体" panose="02010609060101010101" charset="-122"/>
                <a:sym typeface="微软雅黑" panose="020B0503020204020204" charset="-122"/>
              </a:endParaRPr>
            </a:p>
          </p:txBody>
        </p:sp>
        <p:sp>
          <p:nvSpPr>
            <p:cNvPr id="572" name="矩形"/>
            <p:cNvSpPr/>
            <p:nvPr/>
          </p:nvSpPr>
          <p:spPr>
            <a:xfrm>
              <a:off x="1074163" y="5064430"/>
              <a:ext cx="221177" cy="288385"/>
            </a:xfrm>
            <a:prstGeom prst="rect">
              <a:avLst/>
            </a:prstGeom>
            <a:noFill/>
            <a:ln w="9525" cap="flat" cmpd="sng">
              <a:noFill/>
              <a:prstDash val="solid"/>
              <a:miter/>
            </a:ln>
          </p:spPr>
          <p:txBody>
            <a:bodyPr vert="horz" wrap="square" lIns="91440" tIns="45720" rIns="91440" bIns="0" anchor="t" anchorCtr="0">
              <a:noAutofit/>
            </a:bodyPr>
            <a:lstStyle/>
            <a:p>
              <a:pPr marL="0" indent="0" algn="ctr">
                <a:lnSpc>
                  <a:spcPct val="80000"/>
                </a:lnSpc>
                <a:spcBef>
                  <a:spcPts val="0"/>
                </a:spcBef>
                <a:spcAft>
                  <a:spcPts val="0"/>
                </a:spcAft>
                <a:buNone/>
              </a:pPr>
              <a:r>
                <a:rPr lang="en-US" altLang="zh-CN" sz="2600" u="none" strike="noStrike" kern="1200" cap="none" spc="300" baseline="0">
                  <a:solidFill>
                    <a:srgbClr val="FFFFFF"/>
                  </a:solidFill>
                  <a:latin typeface="Segoe Print" panose="02000600000000000000" charset="0"/>
                  <a:ea typeface="黑体" panose="02010609060101010101" charset="-122"/>
                  <a:cs typeface="黑体" panose="02010609060101010101" charset="-122"/>
                </a:rPr>
                <a:t>B</a:t>
              </a:r>
              <a:endParaRPr lang="zh-CN" altLang="en-US" sz="2600" u="none" strike="noStrike" kern="1200" cap="none" spc="300" baseline="0">
                <a:solidFill>
                  <a:srgbClr val="FFFFFF"/>
                </a:solidFill>
                <a:latin typeface="Segoe Print" panose="02000600000000000000" charset="0"/>
                <a:ea typeface="黑体" panose="02010609060101010101" charset="-122"/>
                <a:cs typeface="黑体" panose="02010609060101010101" charset="-122"/>
                <a:sym typeface="微软雅黑" panose="020B0503020204020204" charset="-122"/>
              </a:endParaRPr>
            </a:p>
          </p:txBody>
        </p:sp>
        <p:sp>
          <p:nvSpPr>
            <p:cNvPr id="573" name="矩形"/>
            <p:cNvSpPr/>
            <p:nvPr/>
          </p:nvSpPr>
          <p:spPr>
            <a:xfrm>
              <a:off x="1911568" y="5064430"/>
              <a:ext cx="221177" cy="288385"/>
            </a:xfrm>
            <a:prstGeom prst="rect">
              <a:avLst/>
            </a:prstGeom>
            <a:noFill/>
            <a:ln w="9525" cap="flat" cmpd="sng">
              <a:noFill/>
              <a:prstDash val="solid"/>
              <a:miter/>
            </a:ln>
          </p:spPr>
          <p:txBody>
            <a:bodyPr vert="horz" wrap="square" lIns="91440" tIns="45720" rIns="91440" bIns="0" anchor="t" anchorCtr="0">
              <a:noAutofit/>
            </a:bodyPr>
            <a:lstStyle/>
            <a:p>
              <a:pPr marL="0" indent="0" algn="ctr">
                <a:lnSpc>
                  <a:spcPct val="80000"/>
                </a:lnSpc>
                <a:spcBef>
                  <a:spcPts val="0"/>
                </a:spcBef>
                <a:spcAft>
                  <a:spcPts val="0"/>
                </a:spcAft>
                <a:buNone/>
              </a:pPr>
              <a:r>
                <a:rPr lang="en-US" altLang="zh-CN" sz="2800" u="none" strike="noStrike" kern="1200" cap="none" spc="300" baseline="0">
                  <a:solidFill>
                    <a:srgbClr val="FFFFFF"/>
                  </a:solidFill>
                  <a:latin typeface="Segoe Print" panose="02000600000000000000" charset="0"/>
                  <a:ea typeface="黑体" panose="02010609060101010101" charset="-122"/>
                  <a:cs typeface="黑体" panose="02010609060101010101" charset="-122"/>
                </a:rPr>
                <a:t>A</a:t>
              </a:r>
              <a:endParaRPr lang="zh-CN" altLang="en-US" sz="2800" u="none" strike="noStrike" kern="1200" cap="none" spc="300" baseline="0">
                <a:solidFill>
                  <a:srgbClr val="FFFFFF"/>
                </a:solidFill>
                <a:latin typeface="Segoe Print" panose="02000600000000000000" charset="0"/>
                <a:ea typeface="黑体" panose="02010609060101010101" charset="-122"/>
                <a:cs typeface="黑体" panose="02010609060101010101" charset="-122"/>
                <a:sym typeface="微软雅黑" panose="020B0503020204020204" charset="-122"/>
              </a:endParaRPr>
            </a:p>
          </p:txBody>
        </p:sp>
        <p:sp>
          <p:nvSpPr>
            <p:cNvPr id="574" name="矩形"/>
            <p:cNvSpPr/>
            <p:nvPr/>
          </p:nvSpPr>
          <p:spPr>
            <a:xfrm>
              <a:off x="-708623" y="5125871"/>
              <a:ext cx="1532467" cy="227669"/>
            </a:xfrm>
            <a:prstGeom prst="rect">
              <a:avLst/>
            </a:prstGeom>
            <a:noFill/>
            <a:ln w="9525" cap="flat" cmpd="sng">
              <a:noFill/>
              <a:prstDash val="solid"/>
              <a:miter/>
            </a:ln>
          </p:spPr>
          <p:txBody>
            <a:bodyPr vert="horz" wrap="square" lIns="91440" tIns="45720" rIns="91440" bIns="0" anchor="ctr" anchorCtr="0">
              <a:noAutofit/>
            </a:bodyPr>
            <a:lstStyle/>
            <a:p>
              <a:pPr marL="0" indent="0" algn="r">
                <a:lnSpc>
                  <a:spcPct val="100000"/>
                </a:lnSpc>
                <a:spcBef>
                  <a:spcPts val="0"/>
                </a:spcBef>
                <a:spcAft>
                  <a:spcPts val="0"/>
                </a:spcAft>
                <a:buNone/>
              </a:pPr>
              <a:r>
                <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rPr>
                <a:t>提案</a:t>
              </a:r>
              <a:endPar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sym typeface="微软雅黑" panose="020B0503020204020204" charset="-122"/>
              </a:endParaRPr>
            </a:p>
          </p:txBody>
        </p:sp>
        <p:sp>
          <p:nvSpPr>
            <p:cNvPr id="575" name="矩形"/>
            <p:cNvSpPr/>
            <p:nvPr/>
          </p:nvSpPr>
          <p:spPr>
            <a:xfrm>
              <a:off x="-659772" y="3907630"/>
              <a:ext cx="1532466" cy="227672"/>
            </a:xfrm>
            <a:prstGeom prst="rect">
              <a:avLst/>
            </a:prstGeom>
            <a:noFill/>
            <a:ln w="9525" cap="flat" cmpd="sng">
              <a:noFill/>
              <a:prstDash val="solid"/>
              <a:miter/>
            </a:ln>
          </p:spPr>
          <p:txBody>
            <a:bodyPr vert="horz" wrap="square" lIns="91440" tIns="45720" rIns="91440" bIns="0" anchor="ctr" anchorCtr="0">
              <a:noAutofit/>
            </a:bodyPr>
            <a:lstStyle/>
            <a:p>
              <a:pPr marL="0" indent="0" algn="r">
                <a:lnSpc>
                  <a:spcPct val="100000"/>
                </a:lnSpc>
                <a:spcBef>
                  <a:spcPts val="0"/>
                </a:spcBef>
                <a:spcAft>
                  <a:spcPts val="0"/>
                </a:spcAft>
                <a:buNone/>
              </a:pPr>
              <a:r>
                <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rPr>
                <a:t>实施</a:t>
              </a:r>
              <a:endPar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sym typeface="微软雅黑" panose="020B0503020204020204" charset="-122"/>
              </a:endParaRPr>
            </a:p>
          </p:txBody>
        </p:sp>
        <p:sp>
          <p:nvSpPr>
            <p:cNvPr id="576" name="矩形"/>
            <p:cNvSpPr/>
            <p:nvPr/>
          </p:nvSpPr>
          <p:spPr>
            <a:xfrm>
              <a:off x="1491188" y="3907704"/>
              <a:ext cx="1532465" cy="227672"/>
            </a:xfrm>
            <a:prstGeom prst="rect">
              <a:avLst/>
            </a:prstGeom>
            <a:noFill/>
            <a:ln w="9525" cap="flat" cmpd="sng">
              <a:noFill/>
              <a:prstDash val="solid"/>
              <a:miter/>
            </a:ln>
          </p:spPr>
          <p:txBody>
            <a:bodyPr vert="horz" wrap="square" lIns="91440" tIns="45720" rIns="91440" bIns="0" anchor="ctr" anchorCtr="0">
              <a:noAutofit/>
            </a:bodyPr>
            <a:lstStyle/>
            <a:p>
              <a:pPr marL="0" indent="0" algn="r">
                <a:lnSpc>
                  <a:spcPct val="100000"/>
                </a:lnSpc>
                <a:spcBef>
                  <a:spcPts val="0"/>
                </a:spcBef>
                <a:spcAft>
                  <a:spcPts val="0"/>
                </a:spcAft>
                <a:buNone/>
              </a:pPr>
              <a:r>
                <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rPr>
                <a:t>检视</a:t>
              </a:r>
              <a:endParaRPr lang="zh-CN" altLang="en-US" sz="1555" b="1" u="none" strike="noStrike" kern="1200" cap="none" spc="300" baseline="0">
                <a:solidFill>
                  <a:srgbClr val="404040"/>
                </a:solidFill>
                <a:latin typeface="Segoe Print" panose="02000600000000000000" charset="0"/>
                <a:ea typeface="Segoe Print" panose="02000600000000000000" charset="0"/>
                <a:cs typeface="黑体" panose="02010609060101010101" charset="-122"/>
                <a:sym typeface="微软雅黑" panose="020B0503020204020204" charset="-122"/>
              </a:endParaRPr>
            </a:p>
          </p:txBody>
        </p:sp>
      </p:grpSp>
      <p:sp>
        <p:nvSpPr>
          <p:cNvPr id="578" name="矩形"/>
          <p:cNvSpPr/>
          <p:nvPr/>
        </p:nvSpPr>
        <p:spPr>
          <a:xfrm>
            <a:off x="539940" y="1483496"/>
            <a:ext cx="5481544" cy="365758"/>
          </a:xfrm>
          <a:prstGeom prst="rect">
            <a:avLst/>
          </a:prstGeom>
          <a:noFill/>
          <a:ln w="9525" cap="flat" cmpd="sng">
            <a:noFill/>
            <a:prstDash val="solid"/>
            <a:miter/>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0" name="矩形"/>
          <p:cNvSpPr/>
          <p:nvPr/>
        </p:nvSpPr>
        <p:spPr>
          <a:xfrm>
            <a:off x="539550" y="2815034"/>
            <a:ext cx="2128242" cy="365759"/>
          </a:xfrm>
          <a:prstGeom prst="rect">
            <a:avLst/>
          </a:prstGeom>
          <a:solidFill>
            <a:srgbClr val="92D050"/>
          </a:solidFill>
          <a:ln w="9525"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zh-CN" altLang="en-US" sz="1800" u="none" strike="noStrike" kern="1200" cap="none" spc="0" baseline="0">
                <a:latin typeface="微软雅黑" panose="020B0503020204020204" charset="-122"/>
                <a:ea typeface="微软雅黑" panose="020B0503020204020204" charset="-122"/>
                <a:cs typeface="微软雅黑" panose="020B0503020204020204" charset="-122"/>
              </a:rPr>
              <a:t>四步法</a:t>
            </a:r>
          </a:p>
        </p:txBody>
      </p:sp>
      <p:graphicFrame>
        <p:nvGraphicFramePr>
          <p:cNvPr id="581" name="表格"/>
          <p:cNvGraphicFramePr>
            <a:graphicFrameLocks noGrp="1"/>
          </p:cNvGraphicFramePr>
          <p:nvPr/>
        </p:nvGraphicFramePr>
        <p:xfrm>
          <a:off x="3664141" y="1696854"/>
          <a:ext cx="8260461" cy="4444873"/>
        </p:xfrm>
        <a:graphic>
          <a:graphicData uri="http://schemas.openxmlformats.org/drawingml/2006/table">
            <a:tbl>
              <a:tblPr bandRow="1">
                <a:noFill/>
              </a:tblPr>
              <a:tblGrid>
                <a:gridCol w="620014">
                  <a:extLst>
                    <a:ext uri="{9D8B030D-6E8A-4147-A177-3AD203B41FA5}">
                      <a16:colId xmlns:a16="http://schemas.microsoft.com/office/drawing/2014/main" val="20000"/>
                    </a:ext>
                  </a:extLst>
                </a:gridCol>
                <a:gridCol w="1355217">
                  <a:extLst>
                    <a:ext uri="{9D8B030D-6E8A-4147-A177-3AD203B41FA5}">
                      <a16:colId xmlns:a16="http://schemas.microsoft.com/office/drawing/2014/main" val="20001"/>
                    </a:ext>
                  </a:extLst>
                </a:gridCol>
                <a:gridCol w="1203452">
                  <a:extLst>
                    <a:ext uri="{9D8B030D-6E8A-4147-A177-3AD203B41FA5}">
                      <a16:colId xmlns:a16="http://schemas.microsoft.com/office/drawing/2014/main" val="20002"/>
                    </a:ext>
                  </a:extLst>
                </a:gridCol>
                <a:gridCol w="1233805">
                  <a:extLst>
                    <a:ext uri="{9D8B030D-6E8A-4147-A177-3AD203B41FA5}">
                      <a16:colId xmlns:a16="http://schemas.microsoft.com/office/drawing/2014/main" val="20003"/>
                    </a:ext>
                  </a:extLst>
                </a:gridCol>
                <a:gridCol w="2188464">
                  <a:extLst>
                    <a:ext uri="{9D8B030D-6E8A-4147-A177-3AD203B41FA5}">
                      <a16:colId xmlns:a16="http://schemas.microsoft.com/office/drawing/2014/main" val="20004"/>
                    </a:ext>
                  </a:extLst>
                </a:gridCol>
                <a:gridCol w="1659509">
                  <a:extLst>
                    <a:ext uri="{9D8B030D-6E8A-4147-A177-3AD203B41FA5}">
                      <a16:colId xmlns:a16="http://schemas.microsoft.com/office/drawing/2014/main" val="20005"/>
                    </a:ext>
                  </a:extLst>
                </a:gridCol>
              </a:tblGrid>
              <a:tr h="289560">
                <a:tc gridSpan="2">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rPr>
                        <a:t>客群</a:t>
                      </a:r>
                    </a:p>
                  </a:txBody>
                  <a:tcPr marL="68580" marR="6858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49E39"/>
                    </a:solidFill>
                  </a:tcPr>
                </a:tc>
                <a:tc hMerge="1">
                  <a:txBody>
                    <a:bodyPr/>
                    <a:lstStyle/>
                    <a:p>
                      <a:endParaRPr lang="zh-CN"/>
                    </a:p>
                  </a:txBody>
                  <a:tcPr marL="68580" marR="6858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49E39"/>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rPr>
                        <a:t>客群特征</a:t>
                      </a:r>
                    </a:p>
                  </a:txBody>
                  <a:tcPr marL="68580" marR="68580" marT="46990" marB="4699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49E39"/>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rPr>
                        <a:t>主要经营目标</a:t>
                      </a:r>
                    </a:p>
                  </a:txBody>
                  <a:tcPr marL="68580" marR="68580" marT="46990" marB="4699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49E39"/>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rPr>
                        <a:t>经营策略</a:t>
                      </a:r>
                    </a:p>
                  </a:txBody>
                  <a:tcPr marL="68580" marR="68580" marT="46990" marB="4699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49E39"/>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bg1"/>
                          </a:solidFill>
                          <a:latin typeface="微软雅黑" panose="020B0503020204020204" charset="-122"/>
                          <a:ea typeface="微软雅黑" panose="020B0503020204020204" charset="-122"/>
                          <a:cs typeface="微软雅黑" panose="020B0503020204020204" charset="-122"/>
                        </a:rPr>
                        <a:t>重点产品</a:t>
                      </a:r>
                    </a:p>
                  </a:txBody>
                  <a:tcPr marL="68580" marR="68580" marT="46990" marB="4699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549E39"/>
                    </a:solidFill>
                  </a:tcPr>
                </a:tc>
                <a:extLst>
                  <a:ext uri="{0D108BD9-81ED-4DB2-BD59-A6C34878D82A}">
                    <a16:rowId xmlns:a16="http://schemas.microsoft.com/office/drawing/2014/main" val="10000"/>
                  </a:ext>
                </a:extLst>
              </a:tr>
              <a:tr h="692531">
                <a:tc rowSpan="4">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价值矩阵</a:t>
                      </a: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核心客户</a:t>
                      </a:r>
                      <a:endParaRPr lang="en-US" altLang="zh-CN"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（A区）</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fontAlgn="auto">
                        <a:lnSpc>
                          <a:spcPct val="100000"/>
                        </a:lnSpc>
                        <a:spcBef>
                          <a:spcPts val="0"/>
                        </a:spcBef>
                        <a:spcAft>
                          <a:spcPts val="0"/>
                        </a:spcAft>
                        <a:buNone/>
                      </a:pPr>
                      <a:r>
                        <a:rPr lang="en-US" altLang="zh-CN"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AUM高、中收贡献高</a:t>
                      </a:r>
                      <a:endPar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客户MGM</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定期开展专业的账户检视，积极响应客户需求，不断提升客户满意度，吸引客户MGM。</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保险、理财、资管钩子产品</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1DFCE"/>
                    </a:solidFill>
                  </a:tcPr>
                </a:tc>
                <a:extLst>
                  <a:ext uri="{0D108BD9-81ED-4DB2-BD59-A6C34878D82A}">
                    <a16:rowId xmlns:a16="http://schemas.microsoft.com/office/drawing/2014/main" val="10001"/>
                  </a:ext>
                </a:extLst>
              </a:tr>
              <a:tr h="671957">
                <a:tc vMerge="1">
                  <a:txBody>
                    <a:bodyPr/>
                    <a:lstStyle/>
                    <a:p>
                      <a:endParaRPr lang="zh-CN"/>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重点客户</a:t>
                      </a:r>
                      <a:endParaRPr lang="en-US" altLang="zh-CN"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（B区、D区）</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l" fontAlgn="auto">
                        <a:lnSpc>
                          <a:spcPct val="100000"/>
                        </a:lnSpc>
                        <a:spcBef>
                          <a:spcPts val="0"/>
                        </a:spcBef>
                        <a:spcAft>
                          <a:spcPts val="0"/>
                        </a:spcAft>
                        <a:buNone/>
                      </a:pPr>
                      <a:r>
                        <a:rPr lang="en-US" altLang="zh-CN"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AUM高、中收贡献不足</a:t>
                      </a:r>
                      <a:endPar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ctr"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中收创造</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通过专业的资产配置方式开展销售，逐步提升客户对我行的价值贡献度。</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保险等高中收产品</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extLst>
                  <a:ext uri="{0D108BD9-81ED-4DB2-BD59-A6C34878D82A}">
                    <a16:rowId xmlns:a16="http://schemas.microsoft.com/office/drawing/2014/main" val="10002"/>
                  </a:ext>
                </a:extLst>
              </a:tr>
              <a:tr h="655320">
                <a:tc vMerge="1">
                  <a:txBody>
                    <a:bodyPr/>
                    <a:lstStyle/>
                    <a:p>
                      <a:endParaRPr lang="zh-CN"/>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重点客户</a:t>
                      </a:r>
                      <a:endParaRPr lang="en-US" altLang="zh-CN"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（C区、E区）</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fontAlgn="auto">
                        <a:lnSpc>
                          <a:spcPct val="100000"/>
                        </a:lnSpc>
                        <a:spcBef>
                          <a:spcPts val="0"/>
                        </a:spcBef>
                        <a:spcAft>
                          <a:spcPts val="0"/>
                        </a:spcAft>
                        <a:buNone/>
                      </a:pPr>
                      <a:r>
                        <a:rPr lang="en-US" altLang="zh-CN"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AUM不高、中收贡献高</a:t>
                      </a:r>
                      <a:endPar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fontAlgn="auto">
                        <a:lnSpc>
                          <a:spcPct val="100000"/>
                        </a:lnSpc>
                        <a:spcBef>
                          <a:spcPts val="0"/>
                        </a:spcBef>
                        <a:spcAft>
                          <a:spcPts val="0"/>
                        </a:spcAft>
                        <a:buNone/>
                      </a:pPr>
                      <a:r>
                        <a:rPr lang="en-US" altLang="zh-CN"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AUM提升</a:t>
                      </a:r>
                      <a:endPar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关注客户行外资金情况，提升客户在我行的“钱包份额”。</a:t>
                      </a:r>
                      <a:endParaRPr lang="en-US" altLang="zh-CN"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p>
                      <a:pPr marL="0" indent="0" algn="l" fontAlgn="auto">
                        <a:lnSpc>
                          <a:spcPct val="100000"/>
                        </a:lnSpc>
                        <a:spcBef>
                          <a:spcPts val="0"/>
                        </a:spcBef>
                        <a:spcAft>
                          <a:spcPts val="0"/>
                        </a:spcAft>
                        <a:buNone/>
                      </a:pPr>
                      <a:endPar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存款、理财、大额存单、资管钩子产品</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extLst>
                  <a:ext uri="{0D108BD9-81ED-4DB2-BD59-A6C34878D82A}">
                    <a16:rowId xmlns:a16="http://schemas.microsoft.com/office/drawing/2014/main" val="10003"/>
                  </a:ext>
                </a:extLst>
              </a:tr>
              <a:tr h="979805">
                <a:tc vMerge="1">
                  <a:txBody>
                    <a:bodyPr/>
                    <a:lstStyle/>
                    <a:p>
                      <a:endParaRPr lang="zh-CN"/>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fontAlgn="auto">
                        <a:lnSpc>
                          <a:spcPct val="100000"/>
                        </a:lnSpc>
                        <a:spcBef>
                          <a:spcPts val="0"/>
                        </a:spcBef>
                        <a:spcAft>
                          <a:spcPts val="0"/>
                        </a:spcAft>
                        <a:buNone/>
                      </a:pPr>
                      <a:r>
                        <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潜力客户</a:t>
                      </a:r>
                      <a:endParaRPr lang="en-US" altLang="zh-CN"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p>
                      <a:pPr marL="0" indent="0" algn="ctr" fontAlgn="auto">
                        <a:lnSpc>
                          <a:spcPct val="100000"/>
                        </a:lnSpc>
                        <a:spcBef>
                          <a:spcPts val="0"/>
                        </a:spcBef>
                        <a:spcAft>
                          <a:spcPts val="0"/>
                        </a:spcAft>
                        <a:buNone/>
                      </a:pPr>
                      <a:r>
                        <a:rPr lang="en-US" altLang="zh-CN"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(F区、G区)</a:t>
                      </a:r>
                      <a:endPar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l" fontAlgn="auto">
                        <a:lnSpc>
                          <a:spcPct val="100000"/>
                        </a:lnSpc>
                        <a:spcBef>
                          <a:spcPts val="0"/>
                        </a:spcBef>
                        <a:spcAft>
                          <a:spcPts val="0"/>
                        </a:spcAft>
                        <a:buNone/>
                      </a:pPr>
                      <a:r>
                        <a:rPr lang="en-US" altLang="zh-CN"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AUM不高、中收贡献不高</a:t>
                      </a:r>
                      <a:endPar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ctr"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持续关注、长期培养</a:t>
                      </a: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对于未来潜力价值高的客户，开展资产配置式服务，吸引行外资金；价值有限客户，通过日常维护方式保持联络，做好服务。</a:t>
                      </a: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tc>
                  <a:txBody>
                    <a:bodyPr/>
                    <a:lstStyle/>
                    <a:p>
                      <a:pPr marL="0" indent="0" algn="l" fontAlgn="auto">
                        <a:lnSpc>
                          <a:spcPct val="100000"/>
                        </a:lnSpc>
                        <a:spcBef>
                          <a:spcPts val="0"/>
                        </a:spcBef>
                        <a:spcAft>
                          <a:spcPts val="0"/>
                        </a:spcAft>
                        <a:buNone/>
                      </a:pPr>
                      <a:r>
                        <a:rPr lang="zh-CN" altLang="en-US" sz="1200"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理财、大额存单</a:t>
                      </a: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E9F0E8"/>
                    </a:solidFill>
                  </a:tcPr>
                </a:tc>
                <a:extLst>
                  <a:ext uri="{0D108BD9-81ED-4DB2-BD59-A6C34878D82A}">
                    <a16:rowId xmlns:a16="http://schemas.microsoft.com/office/drawing/2014/main" val="10004"/>
                  </a:ext>
                </a:extLst>
              </a:tr>
              <a:tr h="1155700">
                <a:tc>
                  <a:txBody>
                    <a:bodyPr/>
                    <a:lstStyle/>
                    <a:p>
                      <a:pPr marL="0" indent="0" algn="ctr">
                        <a:lnSpc>
                          <a:spcPct val="100000"/>
                        </a:lnSpc>
                        <a:spcBef>
                          <a:spcPts val="0"/>
                        </a:spcBef>
                        <a:spcAft>
                          <a:spcPts val="0"/>
                        </a:spcAft>
                        <a:buNone/>
                      </a:pPr>
                      <a:r>
                        <a:rPr lang="zh-CN" altLang="en-US" sz="1200" b="1"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rPr>
                        <a:t>客户生命周期</a:t>
                      </a:r>
                      <a:endParaRPr lang="en-US" altLang="zh-CN" sz="1200" b="1"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endParaRPr>
                    </a:p>
                    <a:p>
                      <a:pPr marL="0" indent="0" algn="ctr" fontAlgn="auto">
                        <a:lnSpc>
                          <a:spcPct val="100000"/>
                        </a:lnSpc>
                        <a:spcBef>
                          <a:spcPts val="0"/>
                        </a:spcBef>
                        <a:spcAft>
                          <a:spcPts val="0"/>
                        </a:spcAft>
                        <a:buNone/>
                      </a:pPr>
                      <a:endParaRPr lang="zh-CN" altLang="en-US" sz="12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ctr">
                        <a:lnSpc>
                          <a:spcPct val="100000"/>
                        </a:lnSpc>
                        <a:spcBef>
                          <a:spcPts val="0"/>
                        </a:spcBef>
                        <a:spcAft>
                          <a:spcPts val="0"/>
                        </a:spcAft>
                        <a:buNone/>
                      </a:pPr>
                      <a:r>
                        <a:rPr lang="zh-CN" altLang="en-US" sz="1200" b="1"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rPr>
                        <a:t>潜客</a:t>
                      </a:r>
                      <a:endParaRPr lang="en-US" altLang="zh-CN" sz="1200" b="1"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endParaRPr>
                    </a:p>
                    <a:p>
                      <a:pPr marL="0" indent="0" algn="ctr">
                        <a:lnSpc>
                          <a:spcPct val="100000"/>
                        </a:lnSpc>
                        <a:spcBef>
                          <a:spcPts val="0"/>
                        </a:spcBef>
                        <a:spcAft>
                          <a:spcPts val="0"/>
                        </a:spcAft>
                        <a:buNone/>
                      </a:pPr>
                      <a:endParaRPr lang="zh-CN" altLang="en-US" sz="1200" b="1"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a:lnSpc>
                          <a:spcPct val="100000"/>
                        </a:lnSpc>
                        <a:spcBef>
                          <a:spcPts val="0"/>
                        </a:spcBef>
                        <a:spcAft>
                          <a:spcPts val="0"/>
                        </a:spcAft>
                        <a:buNone/>
                      </a:pPr>
                      <a:r>
                        <a:rPr lang="en-US" altLang="zh-CN" sz="1200" b="0"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rPr>
                        <a:t>AUM40-50万元的临界富嘉客户</a:t>
                      </a:r>
                      <a:endParaRPr lang="zh-CN" altLang="en-US" sz="1200" b="0"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a:lnSpc>
                          <a:spcPct val="100000"/>
                        </a:lnSpc>
                        <a:spcBef>
                          <a:spcPts val="0"/>
                        </a:spcBef>
                        <a:spcAft>
                          <a:spcPts val="0"/>
                        </a:spcAft>
                        <a:buNone/>
                      </a:pPr>
                      <a:r>
                        <a:rPr lang="zh-CN" altLang="en-US" sz="1200" b="0"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rPr>
                        <a:t>客户提升、</a:t>
                      </a:r>
                      <a:r>
                        <a:rPr lang="en-US" altLang="zh-CN" sz="120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rPr>
                        <a:t>AUM提升</a:t>
                      </a:r>
                      <a:endParaRPr lang="zh-CN" altLang="en-US" sz="1200" b="0"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endParaRP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just" fontAlgn="auto">
                        <a:lnSpc>
                          <a:spcPct val="100000"/>
                        </a:lnSpc>
                        <a:spcBef>
                          <a:spcPts val="0"/>
                        </a:spcBef>
                        <a:spcAft>
                          <a:spcPts val="0"/>
                        </a:spcAft>
                        <a:buNone/>
                      </a:pPr>
                      <a:r>
                        <a:rPr lang="zh-CN" altLang="en-US" sz="1200" b="0" i="0" u="none" strike="noStrike" kern="100" cap="none" spc="0" baseline="0">
                          <a:solidFill>
                            <a:srgbClr val="000000"/>
                          </a:solidFill>
                          <a:latin typeface="微软雅黑" panose="020B0503020204020204" charset="-122"/>
                          <a:ea typeface="微软雅黑" panose="020B0503020204020204" charset="-122"/>
                          <a:cs typeface="微软雅黑" panose="020B0503020204020204" charset="-122"/>
                        </a:rPr>
                        <a:t>加强联系，运用服务、活动等，拉近与客户的关系，通过钩子产品吸引客户行外资金</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tc>
                  <a:txBody>
                    <a:bodyPr/>
                    <a:lstStyle/>
                    <a:p>
                      <a:pPr marL="0" indent="0" algn="l">
                        <a:lnSpc>
                          <a:spcPct val="100000"/>
                        </a:lnSpc>
                        <a:spcBef>
                          <a:spcPts val="0"/>
                        </a:spcBef>
                        <a:spcAft>
                          <a:spcPts val="0"/>
                        </a:spcAft>
                        <a:buNone/>
                      </a:pPr>
                      <a:r>
                        <a:rPr lang="zh-CN" altLang="en-US" sz="1200" b="0" i="0" u="none" strike="noStrike" kern="0" cap="none" spc="0" baseline="0">
                          <a:solidFill>
                            <a:srgbClr val="000000"/>
                          </a:solidFill>
                          <a:latin typeface="微软雅黑" panose="020B0503020204020204" charset="-122"/>
                          <a:ea typeface="微软雅黑" panose="020B0503020204020204" charset="-122"/>
                          <a:cs typeface="微软雅黑" panose="020B0503020204020204" charset="-122"/>
                        </a:rPr>
                        <a:t>理财、大额存单、资管钩子产品</a:t>
                      </a:r>
                    </a:p>
                  </a:txBody>
                  <a:tcPr marL="68580" marR="68580" marT="46990" marB="46990" anchor="ctr">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D1DFCE"/>
                    </a:solidFill>
                  </a:tcPr>
                </a:tc>
                <a:extLst>
                  <a:ext uri="{0D108BD9-81ED-4DB2-BD59-A6C34878D82A}">
                    <a16:rowId xmlns:a16="http://schemas.microsoft.com/office/drawing/2014/main" val="10005"/>
                  </a:ext>
                </a:extLst>
              </a:tr>
            </a:tbl>
          </a:graphicData>
        </a:graphic>
      </p:graphicFrame>
      <p:sp>
        <p:nvSpPr>
          <p:cNvPr id="582" name="矩形"/>
          <p:cNvSpPr/>
          <p:nvPr/>
        </p:nvSpPr>
        <p:spPr>
          <a:xfrm>
            <a:off x="2215969" y="3835400"/>
            <a:ext cx="869762" cy="421561"/>
          </a:xfrm>
          <a:prstGeom prst="rect">
            <a:avLst/>
          </a:prstGeom>
          <a:noFill/>
          <a:ln w="19050" cap="flat" cmpd="sng">
            <a:solidFill>
              <a:srgbClr val="C00000"/>
            </a:solidFill>
            <a:prstDash val="solid"/>
            <a:round/>
            <a:headEnd type="none" w="med" len="med"/>
            <a:tailEnd type="none" w="med" len="med"/>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3" name="编号占位符"/>
          <p:cNvSpPr txBox="1"/>
          <p:nvPr/>
        </p:nvSpPr>
        <p:spPr>
          <a:xfrm>
            <a:off x="8610838" y="6356349"/>
            <a:ext cx="2743272" cy="365123"/>
          </a:xfrm>
          <a:prstGeom prst="rect">
            <a:avLst/>
          </a:prstGeom>
          <a:noFill/>
          <a:ln w="9525" cap="flat" cmpd="sng">
            <a:noFill/>
            <a:prstDash val="solid"/>
            <a:miter/>
          </a:ln>
        </p:spPr>
        <p:txBody>
          <a:bodyPr vert="horz" wrap="square" lIns="91440" tIns="45720" rIns="91440" bIns="45720" anchor="ctr" anchorCtr="0">
            <a:noAutofit/>
          </a:bodyPr>
          <a:lstStyle/>
          <a:p>
            <a:pPr marL="0" indent="0" algn="r">
              <a:lnSpc>
                <a:spcPct val="100000"/>
              </a:lnSpc>
              <a:spcBef>
                <a:spcPts val="0"/>
              </a:spcBef>
              <a:spcAft>
                <a:spcPts val="0"/>
              </a:spcAft>
              <a:buNone/>
            </a:pPr>
            <a:fld id="{CAD2D6BD-DE1B-4B5F-8B41-2702339687B9}" type="slidenum">
              <a:rPr lang="en-US" altLang="zh-CN" sz="1200" u="none" strike="noStrike" kern="1200" cap="none" spc="0" baseline="0">
                <a:solidFill>
                  <a:srgbClr val="898989"/>
                </a:solidFill>
                <a:latin typeface="Calibri" panose="020F0502020204030204" charset="0"/>
                <a:ea typeface="微软雅黑" panose="020B0503020204020204" charset="-122"/>
                <a:cs typeface="微软雅黑" panose="020B0503020204020204" charset="-122"/>
              </a:rPr>
              <a:t>12</a:t>
            </a:fld>
            <a:endParaRPr lang="zh-CN" altLang="en-US" sz="1200" u="none" strike="noStrike" kern="1200" cap="none" spc="0" baseline="0">
              <a:solidFill>
                <a:srgbClr val="898989"/>
              </a:solidFill>
              <a:latin typeface="Calibri" panose="020F0502020204030204" charset="0"/>
              <a:ea typeface="微软雅黑" panose="020B0503020204020204" charset="-122"/>
              <a:cs typeface="微软雅黑" panose="020B0503020204020204" charset="-122"/>
            </a:endParaRPr>
          </a:p>
        </p:txBody>
      </p:sp>
      <p:sp>
        <p:nvSpPr>
          <p:cNvPr id="584" name="矩形"/>
          <p:cNvSpPr/>
          <p:nvPr/>
        </p:nvSpPr>
        <p:spPr>
          <a:xfrm>
            <a:off x="2324019" y="5149950"/>
            <a:ext cx="802465" cy="421561"/>
          </a:xfrm>
          <a:prstGeom prst="rect">
            <a:avLst/>
          </a:prstGeom>
          <a:noFill/>
          <a:ln w="19050" cap="flat" cmpd="sng">
            <a:solidFill>
              <a:srgbClr val="C00000"/>
            </a:solidFill>
            <a:prstDash val="solid"/>
            <a:round/>
            <a:headEnd type="none" w="med" len="med"/>
            <a:tailEnd type="none" w="med" len="med"/>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5" name="文本框 959"/>
          <p:cNvSpPr txBox="1"/>
          <p:nvPr/>
        </p:nvSpPr>
        <p:spPr>
          <a:xfrm>
            <a:off x="3128801" y="3326940"/>
            <a:ext cx="651105" cy="518159"/>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rPr>
              <a:t>存量客户</a:t>
            </a:r>
          </a:p>
        </p:txBody>
      </p:sp>
      <p:sp>
        <p:nvSpPr>
          <p:cNvPr id="586" name="文本框 962"/>
          <p:cNvSpPr txBox="1"/>
          <p:nvPr/>
        </p:nvSpPr>
        <p:spPr>
          <a:xfrm>
            <a:off x="3128901" y="5530490"/>
            <a:ext cx="662693" cy="518159"/>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zh-CN" altLang="en-US" sz="1400" b="1" u="none" strike="noStrike" kern="1200" cap="none" spc="0" baseline="0">
                <a:solidFill>
                  <a:srgbClr val="C00000"/>
                </a:solidFill>
                <a:latin typeface="微软雅黑" panose="020B0503020204020204" charset="-122"/>
                <a:ea typeface="微软雅黑" panose="020B0503020204020204" charset="-122"/>
                <a:cs typeface="微软雅黑" panose="020B0503020204020204" charset="-122"/>
              </a:rPr>
              <a:t>潜力客户</a:t>
            </a:r>
          </a:p>
        </p:txBody>
      </p:sp>
      <p:sp>
        <p:nvSpPr>
          <p:cNvPr id="587" name="右箭头"/>
          <p:cNvSpPr/>
          <p:nvPr/>
        </p:nvSpPr>
        <p:spPr>
          <a:xfrm>
            <a:off x="3127951" y="5196994"/>
            <a:ext cx="539319" cy="256354"/>
          </a:xfrm>
          <a:prstGeom prst="rightArrow">
            <a:avLst>
              <a:gd name="adj1" fmla="val 50000"/>
              <a:gd name="adj2" fmla="val 49970"/>
            </a:avLst>
          </a:prstGeom>
          <a:solidFill>
            <a:srgbClr val="C00000"/>
          </a:solidFill>
          <a:ln w="12700" cap="flat" cmpd="sng">
            <a:solidFill>
              <a:srgbClr val="C00000"/>
            </a:solidFill>
            <a:prstDash val="solid"/>
            <a:round/>
            <a:headEnd type="none" w="med" len="med"/>
            <a:tailEnd type="none" w="med" len="med"/>
          </a:ln>
        </p:spPr>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8" name="矩形 1036"/>
          <p:cNvSpPr/>
          <p:nvPr/>
        </p:nvSpPr>
        <p:spPr>
          <a:xfrm>
            <a:off x="3664141" y="2071433"/>
            <a:ext cx="8334136" cy="2885983"/>
          </a:xfrm>
          <a:prstGeom prst="rect">
            <a:avLst/>
          </a:prstGeom>
          <a:noFill/>
          <a:ln w="19050" cap="flat" cmpd="sng">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9" name="矩形 1037"/>
          <p:cNvSpPr/>
          <p:nvPr/>
        </p:nvSpPr>
        <p:spPr>
          <a:xfrm>
            <a:off x="3664241" y="5150531"/>
            <a:ext cx="8334136" cy="880504"/>
          </a:xfrm>
          <a:prstGeom prst="rect">
            <a:avLst/>
          </a:prstGeom>
          <a:noFill/>
          <a:ln w="19050" cap="flat" cmpd="sng">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chorCtr="0">
            <a:noAutofit/>
          </a:bodyPr>
          <a:lstStyle/>
          <a:p>
            <a:pPr marL="0" indent="0" algn="ctr">
              <a:lnSpc>
                <a:spcPct val="100000"/>
              </a:lnSpc>
              <a:spcBef>
                <a:spcPts val="0"/>
              </a:spcBef>
              <a:spcAft>
                <a:spcPts val="0"/>
              </a:spcAft>
              <a:buNone/>
            </a:pPr>
            <a:endParaRPr lang="zh-CN" altLang="en-US" sz="1800" u="none" strike="noStrike" kern="1200" cap="none" spc="0" baseline="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p:cNvSpPr>
            <a:spLocks noGrp="1"/>
          </p:cNvSpPr>
          <p:nvPr>
            <p:ph type="sldNum" idx="12"/>
          </p:nvPr>
        </p:nvSpPr>
        <p:spPr/>
        <p:txBody>
          <a:bodyPr/>
          <a:lstStyle/>
          <a:p>
            <a:pPr marL="0" indent="0"/>
            <a:fld id="{CAD2D6BD-DE1B-4B5F-8B41-2702339687B9}" type="slidenum">
              <a:rPr lang="en-US" altLang="zh-CN"/>
              <a:t>12</a:t>
            </a:fld>
            <a:endParaRPr lang="zh-CN" altLang="en-US"/>
          </a:p>
        </p:txBody>
      </p:sp>
      <p:sp>
        <p:nvSpPr>
          <p:cNvPr id="278" name="文本框 893"/>
          <p:cNvSpPr txBox="1"/>
          <p:nvPr/>
        </p:nvSpPr>
        <p:spPr>
          <a:xfrm>
            <a:off x="601741" y="323690"/>
            <a:ext cx="8124667" cy="645160"/>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zh-CN" altLang="en-US" sz="36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存量客户营销策略</a:t>
            </a:r>
            <a:r>
              <a:rPr lang="en-US" altLang="zh-CN" sz="3600" b="1" u="none" strike="noStrike" kern="1200" cap="none" spc="0" baseline="0">
                <a:solidFill>
                  <a:schemeClr val="tx1"/>
                </a:solidFill>
                <a:latin typeface="微软雅黑" panose="020B0503020204020204" charset="-122"/>
                <a:ea typeface="微软雅黑" panose="020B0503020204020204" charset="-122"/>
                <a:cs typeface="微软雅黑" panose="020B0503020204020204" charset="-122"/>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7" cstate="screen">
            <a:grayscl/>
            <a:extLst>
              <a:ext uri="{BEBA8EAE-BF5A-486C-A8C5-ECC9F3942E4B}">
                <a14:imgProps xmlns:a14="http://schemas.microsoft.com/office/drawing/2010/main">
                  <a14:imgLayer r:embed="rId8">
                    <a14:imgEffect>
                      <a14:saturation sat="0"/>
                    </a14:imgEffect>
                    <a14:imgEffect>
                      <a14:sharpenSoften amount="-50000"/>
                    </a14:imgEffect>
                  </a14:imgLayer>
                </a14:imgProps>
              </a:ext>
            </a:extLst>
          </a:blip>
          <a:srcRect/>
          <a:stretch>
            <a:fillRect/>
          </a:stretch>
        </p:blipFill>
        <p:spPr>
          <a:xfrm flipV="1">
            <a:off x="0" y="-87630"/>
            <a:ext cx="12192000" cy="6944995"/>
          </a:xfrm>
          <a:prstGeom prst="rect">
            <a:avLst/>
          </a:prstGeom>
        </p:spPr>
      </p:pic>
      <p:sp>
        <p:nvSpPr>
          <p:cNvPr id="7" name="矩形 6"/>
          <p:cNvSpPr/>
          <p:nvPr/>
        </p:nvSpPr>
        <p:spPr>
          <a:xfrm>
            <a:off x="-1" y="1147946"/>
            <a:ext cx="12192001" cy="15621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prstClr val="white"/>
              </a:solidFill>
              <a:latin typeface="Agency FB" panose="020B0503020202020204" pitchFamily="34" charset="0"/>
            </a:endParaRPr>
          </a:p>
        </p:txBody>
      </p:sp>
      <p:sp>
        <p:nvSpPr>
          <p:cNvPr id="20" name="椭圆 19"/>
          <p:cNvSpPr/>
          <p:nvPr>
            <p:custDataLst>
              <p:tags r:id="rId1"/>
            </p:custDataLst>
          </p:nvPr>
        </p:nvSpPr>
        <p:spPr>
          <a:xfrm>
            <a:off x="4980793" y="3608342"/>
            <a:ext cx="428625" cy="42862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gency FB" panose="020B0503020202020204" pitchFamily="34" charset="0"/>
              </a:rPr>
              <a:t>1</a:t>
            </a:r>
            <a:endParaRPr lang="zh-CN" altLang="en-US" sz="2800" dirty="0">
              <a:solidFill>
                <a:prstClr val="white"/>
              </a:solidFill>
              <a:latin typeface="Agency FB" panose="020B0503020202020204" pitchFamily="34" charset="0"/>
            </a:endParaRPr>
          </a:p>
        </p:txBody>
      </p:sp>
      <p:sp>
        <p:nvSpPr>
          <p:cNvPr id="25" name="椭圆 24"/>
          <p:cNvSpPr/>
          <p:nvPr>
            <p:custDataLst>
              <p:tags r:id="rId2"/>
            </p:custDataLst>
          </p:nvPr>
        </p:nvSpPr>
        <p:spPr>
          <a:xfrm>
            <a:off x="4980793" y="4674610"/>
            <a:ext cx="428625" cy="42862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gency FB" panose="020B0503020202020204" pitchFamily="34" charset="0"/>
              </a:rPr>
              <a:t>2</a:t>
            </a:r>
            <a:endParaRPr lang="zh-CN" altLang="en-US" sz="2800" dirty="0">
              <a:solidFill>
                <a:prstClr val="white"/>
              </a:solidFill>
              <a:latin typeface="Agency FB" panose="020B0503020202020204" pitchFamily="34" charset="0"/>
            </a:endParaRPr>
          </a:p>
        </p:txBody>
      </p:sp>
      <p:sp>
        <p:nvSpPr>
          <p:cNvPr id="33" name="矩形 32"/>
          <p:cNvSpPr/>
          <p:nvPr>
            <p:custDataLst>
              <p:tags r:id="rId3"/>
            </p:custDataLst>
          </p:nvPr>
        </p:nvSpPr>
        <p:spPr>
          <a:xfrm>
            <a:off x="5665470" y="3736612"/>
            <a:ext cx="5688965" cy="296545"/>
          </a:xfrm>
          <a:prstGeom prst="rect">
            <a:avLst/>
          </a:prstGeom>
        </p:spPr>
        <p:txBody>
          <a:bodyPr wrap="square">
            <a:spAutoFit/>
          </a:bodyPr>
          <a:lstStyle/>
          <a:p>
            <a:pPr>
              <a:lnSpc>
                <a:spcPts val="1600"/>
              </a:lnSpc>
            </a:pPr>
            <a:r>
              <a:rPr lang="zh-CN" altLang="en-US" sz="2000" b="1" dirty="0">
                <a:solidFill>
                  <a:schemeClr val="bg1"/>
                </a:solidFill>
                <a:latin typeface="Agency FB" panose="020B0503020202020204" pitchFamily="34" charset="0"/>
                <a:sym typeface="+mn-ea"/>
              </a:rPr>
              <a:t>行外吸金核心战略和实战话术</a:t>
            </a:r>
          </a:p>
        </p:txBody>
      </p:sp>
      <p:sp>
        <p:nvSpPr>
          <p:cNvPr id="10" name="矩形 9"/>
          <p:cNvSpPr/>
          <p:nvPr>
            <p:custDataLst>
              <p:tags r:id="rId4"/>
            </p:custDataLst>
          </p:nvPr>
        </p:nvSpPr>
        <p:spPr>
          <a:xfrm>
            <a:off x="5728970" y="4806587"/>
            <a:ext cx="5688965" cy="296545"/>
          </a:xfrm>
          <a:prstGeom prst="rect">
            <a:avLst/>
          </a:prstGeom>
        </p:spPr>
        <p:txBody>
          <a:bodyPr wrap="square">
            <a:spAutoFit/>
          </a:bodyPr>
          <a:lstStyle/>
          <a:p>
            <a:pPr>
              <a:lnSpc>
                <a:spcPts val="1600"/>
              </a:lnSpc>
            </a:pPr>
            <a:r>
              <a:rPr lang="zh-CN" altLang="en-US" sz="2000" b="1" dirty="0">
                <a:solidFill>
                  <a:srgbClr val="FF0000"/>
                </a:solidFill>
                <a:latin typeface="Agency FB" panose="020B0503020202020204" pitchFamily="34" charset="0"/>
                <a:sym typeface="+mn-ea"/>
              </a:rPr>
              <a:t>保险营销策略和实战营销技巧</a:t>
            </a:r>
          </a:p>
        </p:txBody>
      </p:sp>
      <p:sp>
        <p:nvSpPr>
          <p:cNvPr id="4" name="文本框 3">
            <a:extLst>
              <a:ext uri="{FF2B5EF4-FFF2-40B4-BE49-F238E27FC236}">
                <a16:creationId xmlns:a16="http://schemas.microsoft.com/office/drawing/2014/main" id="{83C02F26-9975-109D-6C85-423B67E164E4}"/>
              </a:ext>
            </a:extLst>
          </p:cNvPr>
          <p:cNvSpPr txBox="1"/>
          <p:nvPr/>
        </p:nvSpPr>
        <p:spPr>
          <a:xfrm>
            <a:off x="117475" y="1290955"/>
            <a:ext cx="11911965" cy="906915"/>
          </a:xfrm>
          <a:prstGeom prst="rect">
            <a:avLst/>
          </a:prstGeom>
          <a:noFill/>
        </p:spPr>
        <p:txBody>
          <a:bodyPr wrap="square" rtlCol="0" anchor="t">
            <a:spAutoFit/>
          </a:bodyPr>
          <a:lstStyle/>
          <a:p>
            <a:pPr>
              <a:lnSpc>
                <a:spcPct val="150000"/>
              </a:lnSpc>
            </a:pP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行外吸金与保险营销双轮驱动实战培训 </a:t>
            </a:r>
            <a:endParaRPr lang="en-US" altLang="zh-CN" sz="4000" b="1" dirty="0">
              <a:ln w="19050">
                <a:solidFill>
                  <a:schemeClr val="bg1"/>
                </a:solidFill>
              </a:ln>
              <a:solidFill>
                <a:schemeClr val="accent4">
                  <a:lumMod val="50000"/>
                </a:schemeClr>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cs typeface="OPPOSans B" panose="00020600040101010101" pitchFamily="18"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rect 986"/>
          <p:cNvSpPr/>
          <p:nvPr/>
        </p:nvSpPr>
        <p:spPr>
          <a:xfrm>
            <a:off x="855345" y="1423670"/>
            <a:ext cx="10598150" cy="4707890"/>
          </a:xfrm>
          <a:prstGeom prst="rect">
            <a:avLst/>
          </a:prstGeom>
          <a:solidFill>
            <a:srgbClr val="D9D9D9">
              <a:alpha val="100000"/>
            </a:srgbClr>
          </a:solidFill>
          <a:ln w="0" cap="flat">
            <a:noFill/>
            <a:prstDash val="solid"/>
            <a:miter lim="0"/>
          </a:ln>
        </p:spPr>
        <p:txBody>
          <a:bodyPr rtlCol="0"/>
          <a:lstStyle/>
          <a:p>
            <a:pPr algn="l"/>
            <a:r>
              <a:rPr lang="en-US" altLang="zh-CN"/>
              <a:t>       </a:t>
            </a:r>
          </a:p>
        </p:txBody>
      </p:sp>
      <p:sp>
        <p:nvSpPr>
          <p:cNvPr id="2" name="文本框 1"/>
          <p:cNvSpPr txBox="1"/>
          <p:nvPr/>
        </p:nvSpPr>
        <p:spPr>
          <a:xfrm>
            <a:off x="774700" y="362585"/>
            <a:ext cx="9495155" cy="521970"/>
          </a:xfrm>
          <a:prstGeom prst="rect">
            <a:avLst/>
          </a:prstGeom>
          <a:solidFill>
            <a:srgbClr val="C00000"/>
          </a:solidFill>
        </p:spPr>
        <p:txBody>
          <a:bodyPr wrap="square" rtlCol="0">
            <a:spAutoFit/>
          </a:bodyPr>
          <a:lstStyle/>
          <a:p>
            <a:r>
              <a:rPr lang="zh-CN" altLang="en-US" sz="2800">
                <a:solidFill>
                  <a:schemeClr val="bg1"/>
                </a:solidFill>
              </a:rPr>
              <a:t>保险（分红保险）的底层逻辑和营销策略</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l="1448" t="6406" r="1495" b="7899"/>
          <a:stretch>
            <a:fillRect/>
          </a:stretch>
        </p:blipFill>
        <p:spPr>
          <a:xfrm>
            <a:off x="1125220" y="443865"/>
            <a:ext cx="9560560" cy="5970270"/>
          </a:xfrm>
          <a:prstGeom prst="rect">
            <a:avLst/>
          </a:prstGeom>
        </p:spPr>
      </p:pic>
      <p:sp>
        <p:nvSpPr>
          <p:cNvPr id="3" name="矩形 2"/>
          <p:cNvSpPr/>
          <p:nvPr/>
        </p:nvSpPr>
        <p:spPr>
          <a:xfrm>
            <a:off x="4807585" y="5151755"/>
            <a:ext cx="2402205" cy="4641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chemeClr val="bg1"/>
                </a:solidFill>
              </a:ln>
            </a:endParaRPr>
          </a:p>
        </p:txBody>
      </p:sp>
      <p:sp>
        <p:nvSpPr>
          <p:cNvPr id="4" name="矩形 3"/>
          <p:cNvSpPr/>
          <p:nvPr/>
        </p:nvSpPr>
        <p:spPr>
          <a:xfrm>
            <a:off x="4934585" y="4338955"/>
            <a:ext cx="2402205" cy="4641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chemeClr val="bg1"/>
                </a:solidFill>
              </a:ln>
            </a:endParaRPr>
          </a:p>
        </p:txBody>
      </p:sp>
      <p:sp>
        <p:nvSpPr>
          <p:cNvPr id="5" name="矩形 4"/>
          <p:cNvSpPr/>
          <p:nvPr/>
        </p:nvSpPr>
        <p:spPr>
          <a:xfrm>
            <a:off x="4934585" y="3619500"/>
            <a:ext cx="2275205" cy="4641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chemeClr val="bg1"/>
                </a:solidFill>
              </a:ln>
            </a:endParaRPr>
          </a:p>
        </p:txBody>
      </p:sp>
      <p:sp>
        <p:nvSpPr>
          <p:cNvPr id="6" name="矩形 5"/>
          <p:cNvSpPr/>
          <p:nvPr/>
        </p:nvSpPr>
        <p:spPr>
          <a:xfrm>
            <a:off x="5050155" y="2853055"/>
            <a:ext cx="1903095" cy="4641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chemeClr val="bg1"/>
                </a:solidFill>
              </a:ln>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539750" y="313690"/>
            <a:ext cx="10972800" cy="609600"/>
          </a:xfrm>
        </p:spPr>
        <p:txBody>
          <a:bodyPr/>
          <a:lstStyle/>
          <a:p>
            <a:r>
              <a:rPr lang="zh-CN" altLang="en-US" sz="2800" b="1"/>
              <a:t>行业资金运用规模突破36万亿</a:t>
            </a:r>
          </a:p>
        </p:txBody>
      </p:sp>
      <p:sp>
        <p:nvSpPr>
          <p:cNvPr id="3" name="装饰  1"/>
          <p:cNvSpPr>
            <a:spLocks noGrp="1"/>
          </p:cNvSpPr>
          <p:nvPr>
            <p:ph type="body" idx="16392"/>
            <p:custDataLst>
              <p:tags r:id="rId3"/>
            </p:custDataLst>
          </p:nvPr>
        </p:nvSpPr>
        <p:spPr>
          <a:xfrm>
            <a:off x="1089660" y="862330"/>
            <a:ext cx="3454400" cy="2174240"/>
          </a:xfrm>
        </p:spPr>
        <p:txBody>
          <a:bodyPr/>
          <a:lstStyle/>
          <a:p>
            <a:r>
              <a:rPr lang="zh-CN" altLang="en-US"/>
              <a:t> </a:t>
            </a:r>
          </a:p>
        </p:txBody>
      </p:sp>
      <p:sp>
        <p:nvSpPr>
          <p:cNvPr id="5" name="文本占位符 4"/>
          <p:cNvSpPr>
            <a:spLocks noGrp="1"/>
          </p:cNvSpPr>
          <p:nvPr>
            <p:ph type="body" idx="16386"/>
            <p:custDataLst>
              <p:tags r:id="rId4"/>
            </p:custDataLst>
          </p:nvPr>
        </p:nvSpPr>
        <p:spPr>
          <a:xfrm>
            <a:off x="1394460" y="972820"/>
            <a:ext cx="2844800" cy="406400"/>
          </a:xfrm>
        </p:spPr>
        <p:txBody>
          <a:bodyPr/>
          <a:lstStyle/>
          <a:p>
            <a:r>
              <a:rPr lang="zh-CN" altLang="en-US"/>
              <a:t>规模与增长情况</a:t>
            </a:r>
          </a:p>
        </p:txBody>
      </p:sp>
      <p:sp>
        <p:nvSpPr>
          <p:cNvPr id="6" name="文本占位符 5"/>
          <p:cNvSpPr>
            <a:spLocks noGrp="1"/>
          </p:cNvSpPr>
          <p:nvPr>
            <p:ph type="body" idx="16387"/>
            <p:custDataLst>
              <p:tags r:id="rId5"/>
            </p:custDataLst>
          </p:nvPr>
        </p:nvSpPr>
        <p:spPr>
          <a:xfrm>
            <a:off x="1394460" y="1584960"/>
            <a:ext cx="2844800" cy="1239520"/>
          </a:xfrm>
        </p:spPr>
        <p:txBody>
          <a:bodyPr/>
          <a:lstStyle/>
          <a:p>
            <a:r>
              <a:rPr lang="zh-CN" altLang="en-US"/>
              <a:t>截至2025年6月末，保险业资金运用余额达36.23万亿，较年初增长8.9%，上半年净增量2.98万亿。</a:t>
            </a:r>
          </a:p>
        </p:txBody>
      </p:sp>
      <p:sp>
        <p:nvSpPr>
          <p:cNvPr id="7" name="装饰  5"/>
          <p:cNvSpPr>
            <a:spLocks noGrp="1"/>
          </p:cNvSpPr>
          <p:nvPr>
            <p:ph type="body" idx="16394"/>
            <p:custDataLst>
              <p:tags r:id="rId6"/>
            </p:custDataLst>
          </p:nvPr>
        </p:nvSpPr>
        <p:spPr>
          <a:xfrm>
            <a:off x="4848860" y="862330"/>
            <a:ext cx="3454400" cy="2174240"/>
          </a:xfrm>
        </p:spPr>
        <p:txBody>
          <a:bodyPr/>
          <a:lstStyle/>
          <a:p>
            <a:r>
              <a:rPr lang="zh-CN" altLang="en-US"/>
              <a:t> </a:t>
            </a:r>
          </a:p>
        </p:txBody>
      </p:sp>
      <p:sp>
        <p:nvSpPr>
          <p:cNvPr id="9" name="文本占位符 8"/>
          <p:cNvSpPr>
            <a:spLocks noGrp="1"/>
          </p:cNvSpPr>
          <p:nvPr>
            <p:ph type="body" idx="16388"/>
            <p:custDataLst>
              <p:tags r:id="rId7"/>
            </p:custDataLst>
          </p:nvPr>
        </p:nvSpPr>
        <p:spPr>
          <a:xfrm>
            <a:off x="5153660" y="1087120"/>
            <a:ext cx="2844800" cy="406400"/>
          </a:xfrm>
        </p:spPr>
        <p:txBody>
          <a:bodyPr/>
          <a:lstStyle/>
          <a:p>
            <a:r>
              <a:rPr lang="zh-CN" altLang="en-US"/>
              <a:t>增长驱动因素</a:t>
            </a:r>
          </a:p>
        </p:txBody>
      </p:sp>
      <p:sp>
        <p:nvSpPr>
          <p:cNvPr id="10" name="文本占位符 9"/>
          <p:cNvSpPr>
            <a:spLocks noGrp="1"/>
          </p:cNvSpPr>
          <p:nvPr>
            <p:ph type="body" idx="16389"/>
            <p:custDataLst>
              <p:tags r:id="rId8"/>
            </p:custDataLst>
          </p:nvPr>
        </p:nvSpPr>
        <p:spPr>
          <a:xfrm>
            <a:off x="5153660" y="1657350"/>
            <a:ext cx="2844800" cy="1077595"/>
          </a:xfrm>
        </p:spPr>
        <p:txBody>
          <a:bodyPr/>
          <a:lstStyle/>
          <a:p>
            <a:r>
              <a:rPr lang="zh-CN" altLang="en-US"/>
              <a:t>增长主要受负债端保费规模持续增长和资产端公允价值上升两方面因素驱动。</a:t>
            </a:r>
          </a:p>
        </p:txBody>
      </p:sp>
      <p:sp>
        <p:nvSpPr>
          <p:cNvPr id="11" name="装饰  9"/>
          <p:cNvSpPr>
            <a:spLocks noGrp="1"/>
          </p:cNvSpPr>
          <p:nvPr>
            <p:ph type="body" idx="16396"/>
            <p:custDataLst>
              <p:tags r:id="rId9"/>
            </p:custDataLst>
          </p:nvPr>
        </p:nvSpPr>
        <p:spPr>
          <a:xfrm>
            <a:off x="8608060" y="862330"/>
            <a:ext cx="3454400" cy="2173605"/>
          </a:xfrm>
        </p:spPr>
        <p:txBody>
          <a:bodyPr/>
          <a:lstStyle/>
          <a:p>
            <a:r>
              <a:rPr lang="zh-CN" altLang="en-US"/>
              <a:t> </a:t>
            </a:r>
          </a:p>
        </p:txBody>
      </p:sp>
      <p:sp>
        <p:nvSpPr>
          <p:cNvPr id="13" name="文本占位符 12"/>
          <p:cNvSpPr>
            <a:spLocks noGrp="1"/>
          </p:cNvSpPr>
          <p:nvPr>
            <p:ph type="body" idx="16390"/>
            <p:custDataLst>
              <p:tags r:id="rId10"/>
            </p:custDataLst>
          </p:nvPr>
        </p:nvSpPr>
        <p:spPr>
          <a:xfrm>
            <a:off x="8912860" y="972820"/>
            <a:ext cx="2844800" cy="406400"/>
          </a:xfrm>
        </p:spPr>
        <p:txBody>
          <a:bodyPr/>
          <a:lstStyle/>
          <a:p>
            <a:r>
              <a:rPr lang="zh-CN" altLang="en-US"/>
              <a:t>行业结构与市场地位</a:t>
            </a:r>
          </a:p>
        </p:txBody>
      </p:sp>
      <p:sp>
        <p:nvSpPr>
          <p:cNvPr id="14" name="文本占位符 13"/>
          <p:cNvSpPr>
            <a:spLocks noGrp="1"/>
          </p:cNvSpPr>
          <p:nvPr>
            <p:ph type="body" idx="16391"/>
            <p:custDataLst>
              <p:tags r:id="rId11"/>
            </p:custDataLst>
          </p:nvPr>
        </p:nvSpPr>
        <p:spPr>
          <a:xfrm>
            <a:off x="8912860" y="1493520"/>
            <a:ext cx="2844800" cy="1292225"/>
          </a:xfrm>
        </p:spPr>
        <p:txBody>
          <a:bodyPr/>
          <a:lstStyle/>
          <a:p>
            <a:r>
              <a:rPr lang="zh-CN" altLang="en-US"/>
              <a:t>人身险公司资金运用余额32.60万亿（占比90.0%）；在全市场163.06万亿AUM中占比22.2%，超越公募基金。</a:t>
            </a:r>
          </a:p>
        </p:txBody>
      </p:sp>
      <p:pic>
        <p:nvPicPr>
          <p:cNvPr id="15" name="图片 14"/>
          <p:cNvPicPr>
            <a:picLocks noChangeAspect="1"/>
          </p:cNvPicPr>
          <p:nvPr/>
        </p:nvPicPr>
        <p:blipFill>
          <a:blip r:embed="rId13"/>
          <a:stretch>
            <a:fillRect/>
          </a:stretch>
        </p:blipFill>
        <p:spPr>
          <a:xfrm>
            <a:off x="1089660" y="3181985"/>
            <a:ext cx="10668000" cy="3455670"/>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0285" y="457835"/>
            <a:ext cx="3227070" cy="652145"/>
          </a:xfrm>
        </p:spPr>
        <p:txBody>
          <a:bodyPr/>
          <a:lstStyle/>
          <a:p>
            <a:r>
              <a:rPr lang="zh-CN" altLang="en-US" dirty="0">
                <a:effectLst/>
              </a:rPr>
              <a:t>产品与需求匹配</a:t>
            </a:r>
          </a:p>
        </p:txBody>
      </p:sp>
      <p:sp>
        <p:nvSpPr>
          <p:cNvPr id="7" name="圆角矩形 6"/>
          <p:cNvSpPr/>
          <p:nvPr/>
        </p:nvSpPr>
        <p:spPr>
          <a:xfrm>
            <a:off x="2612390" y="1169670"/>
            <a:ext cx="2627630" cy="718820"/>
          </a:xfrm>
          <a:prstGeom prst="roundRect">
            <a:avLst/>
          </a:prstGeom>
          <a:solidFill>
            <a:schemeClr val="accent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FFFF00"/>
                </a:solidFill>
                <a:latin typeface="微软雅黑" panose="020B0503020204020204" charset="-122"/>
                <a:ea typeface="微软雅黑" panose="020B0503020204020204" charset="-122"/>
                <a:cs typeface="微软雅黑" panose="020B0503020204020204" charset="-122"/>
              </a:rPr>
              <a:t>1.75%</a:t>
            </a:r>
            <a:r>
              <a:rPr lang="zh-CN" altLang="en-US" sz="2800" b="1">
                <a:solidFill>
                  <a:srgbClr val="FFFF00"/>
                </a:solidFill>
                <a:latin typeface="微软雅黑" panose="020B0503020204020204" charset="-122"/>
                <a:ea typeface="微软雅黑" panose="020B0503020204020204" charset="-122"/>
                <a:cs typeface="微软雅黑" panose="020B0503020204020204" charset="-122"/>
              </a:rPr>
              <a:t>保底</a:t>
            </a:r>
          </a:p>
        </p:txBody>
      </p:sp>
      <p:sp>
        <p:nvSpPr>
          <p:cNvPr id="8" name="圆角矩形 7"/>
          <p:cNvSpPr/>
          <p:nvPr/>
        </p:nvSpPr>
        <p:spPr>
          <a:xfrm>
            <a:off x="2612390" y="2653665"/>
            <a:ext cx="2627630" cy="739775"/>
          </a:xfrm>
          <a:prstGeom prst="roundRect">
            <a:avLst/>
          </a:prstGeom>
          <a:solidFill>
            <a:schemeClr val="accent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b="1">
                <a:solidFill>
                  <a:srgbClr val="FFFF00"/>
                </a:solidFill>
                <a:latin typeface="微软雅黑" panose="020B0503020204020204" charset="-122"/>
                <a:ea typeface="微软雅黑" panose="020B0503020204020204" charset="-122"/>
                <a:cs typeface="微软雅黑" panose="020B0503020204020204" charset="-122"/>
              </a:rPr>
              <a:t>分红</a:t>
            </a:r>
          </a:p>
        </p:txBody>
      </p:sp>
      <p:sp>
        <p:nvSpPr>
          <p:cNvPr id="10" name="圆角矩形 9"/>
          <p:cNvSpPr/>
          <p:nvPr/>
        </p:nvSpPr>
        <p:spPr>
          <a:xfrm>
            <a:off x="7397750" y="943610"/>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800">
                <a:latin typeface="微软雅黑" panose="020B0503020204020204" charset="-122"/>
                <a:ea typeface="微软雅黑" panose="020B0503020204020204" charset="-122"/>
                <a:cs typeface="微软雅黑" panose="020B0503020204020204" charset="-122"/>
              </a:rPr>
              <a:t>利率</a:t>
            </a:r>
            <a:r>
              <a:rPr lang="en-US" altLang="zh-CN" sz="2800">
                <a:latin typeface="微软雅黑" panose="020B0503020204020204" charset="-122"/>
                <a:ea typeface="微软雅黑" panose="020B0503020204020204" charset="-122"/>
                <a:cs typeface="微软雅黑" panose="020B0503020204020204" charset="-122"/>
              </a:rPr>
              <a:t>下行损失</a:t>
            </a:r>
          </a:p>
        </p:txBody>
      </p:sp>
      <p:sp>
        <p:nvSpPr>
          <p:cNvPr id="11" name="圆角矩形 10"/>
          <p:cNvSpPr/>
          <p:nvPr/>
        </p:nvSpPr>
        <p:spPr>
          <a:xfrm>
            <a:off x="7397750" y="1593850"/>
            <a:ext cx="3142615" cy="49339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800">
                <a:latin typeface="微软雅黑" panose="020B0503020204020204" charset="-122"/>
                <a:ea typeface="微软雅黑" panose="020B0503020204020204" charset="-122"/>
                <a:cs typeface="微软雅黑" panose="020B0503020204020204" charset="-122"/>
              </a:rPr>
              <a:t>产品暴雷风险</a:t>
            </a:r>
          </a:p>
        </p:txBody>
      </p:sp>
      <p:sp>
        <p:nvSpPr>
          <p:cNvPr id="18" name="加号 17"/>
          <p:cNvSpPr/>
          <p:nvPr/>
        </p:nvSpPr>
        <p:spPr>
          <a:xfrm>
            <a:off x="3486785" y="1911985"/>
            <a:ext cx="755015" cy="681990"/>
          </a:xfrm>
          <a:prstGeom prst="mathPlus">
            <a:avLst/>
          </a:prstGeom>
          <a:solidFill>
            <a:schemeClr val="tx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2" name="文本框 21"/>
          <p:cNvSpPr txBox="1"/>
          <p:nvPr/>
        </p:nvSpPr>
        <p:spPr>
          <a:xfrm>
            <a:off x="7315200" y="239395"/>
            <a:ext cx="3612515" cy="521970"/>
          </a:xfrm>
          <a:prstGeom prst="rect">
            <a:avLst/>
          </a:prstGeom>
          <a:noFill/>
        </p:spPr>
        <p:txBody>
          <a:bodyPr wrap="square" rtlCol="0">
            <a:spAutoFit/>
          </a:bodyPr>
          <a:lstStyle/>
          <a:p>
            <a:r>
              <a:rPr lang="zh-CN" altLang="en-US" sz="2800" b="1" dirty="0">
                <a:latin typeface="+mj-ea"/>
                <a:ea typeface="+mj-ea"/>
              </a:rPr>
              <a:t>客户理财风险与需求</a:t>
            </a:r>
          </a:p>
        </p:txBody>
      </p:sp>
      <p:sp>
        <p:nvSpPr>
          <p:cNvPr id="23" name="圆角矩形 22"/>
          <p:cNvSpPr/>
          <p:nvPr/>
        </p:nvSpPr>
        <p:spPr>
          <a:xfrm>
            <a:off x="2612390" y="4230370"/>
            <a:ext cx="2627630" cy="739775"/>
          </a:xfrm>
          <a:prstGeom prst="roundRect">
            <a:avLst/>
          </a:prstGeom>
          <a:solidFill>
            <a:schemeClr val="accent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charset="-122"/>
                <a:ea typeface="微软雅黑" panose="020B0503020204020204" charset="-122"/>
                <a:cs typeface="微软雅黑" panose="020B0503020204020204" charset="-122"/>
              </a:rPr>
              <a:t>20-80%</a:t>
            </a:r>
            <a:r>
              <a:rPr lang="zh-CN" altLang="en-US" sz="2400">
                <a:latin typeface="微软雅黑" panose="020B0503020204020204" charset="-122"/>
                <a:ea typeface="微软雅黑" panose="020B0503020204020204" charset="-122"/>
                <a:cs typeface="微软雅黑" panose="020B0503020204020204" charset="-122"/>
              </a:rPr>
              <a:t>灵活度</a:t>
            </a:r>
          </a:p>
        </p:txBody>
      </p:sp>
      <p:sp>
        <p:nvSpPr>
          <p:cNvPr id="24" name="加号 23"/>
          <p:cNvSpPr/>
          <p:nvPr/>
        </p:nvSpPr>
        <p:spPr>
          <a:xfrm>
            <a:off x="3486785" y="3488690"/>
            <a:ext cx="755015" cy="681990"/>
          </a:xfrm>
          <a:prstGeom prst="mathPlus">
            <a:avLst/>
          </a:prstGeom>
          <a:solidFill>
            <a:schemeClr val="tx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8" name="圆角矩形 27"/>
          <p:cNvSpPr/>
          <p:nvPr/>
        </p:nvSpPr>
        <p:spPr>
          <a:xfrm>
            <a:off x="7397750" y="2501265"/>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800">
                <a:latin typeface="微软雅黑" panose="020B0503020204020204" charset="-122"/>
                <a:ea typeface="微软雅黑" panose="020B0503020204020204" charset="-122"/>
                <a:cs typeface="微软雅黑" panose="020B0503020204020204" charset="-122"/>
              </a:rPr>
              <a:t>收益上行</a:t>
            </a:r>
            <a:r>
              <a:rPr lang="en-US" altLang="zh-CN" sz="2800">
                <a:latin typeface="微软雅黑" panose="020B0503020204020204" charset="-122"/>
                <a:ea typeface="微软雅黑" panose="020B0503020204020204" charset="-122"/>
                <a:cs typeface="微软雅黑" panose="020B0503020204020204" charset="-122"/>
              </a:rPr>
              <a:t>损失</a:t>
            </a:r>
          </a:p>
        </p:txBody>
      </p:sp>
      <p:sp>
        <p:nvSpPr>
          <p:cNvPr id="3" name="圆角矩形 2"/>
          <p:cNvSpPr/>
          <p:nvPr/>
        </p:nvSpPr>
        <p:spPr>
          <a:xfrm>
            <a:off x="2612390" y="5770880"/>
            <a:ext cx="2627630" cy="739775"/>
          </a:xfrm>
          <a:prstGeom prst="roundRect">
            <a:avLst/>
          </a:prstGeom>
          <a:solidFill>
            <a:schemeClr val="accent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400">
                <a:latin typeface="微软雅黑" panose="020B0503020204020204" charset="-122"/>
                <a:ea typeface="微软雅黑" panose="020B0503020204020204" charset="-122"/>
                <a:cs typeface="微软雅黑" panose="020B0503020204020204" charset="-122"/>
              </a:rPr>
              <a:t>第二投保人</a:t>
            </a:r>
          </a:p>
          <a:p>
            <a:pPr algn="ctr"/>
            <a:r>
              <a:rPr lang="zh-CN" sz="2400">
                <a:latin typeface="微软雅黑" panose="020B0503020204020204" charset="-122"/>
                <a:ea typeface="微软雅黑" panose="020B0503020204020204" charset="-122"/>
                <a:cs typeface="微软雅黑" panose="020B0503020204020204" charset="-122"/>
              </a:rPr>
              <a:t>指定受益人</a:t>
            </a:r>
          </a:p>
        </p:txBody>
      </p:sp>
      <p:sp>
        <p:nvSpPr>
          <p:cNvPr id="4" name="加号 3"/>
          <p:cNvSpPr/>
          <p:nvPr/>
        </p:nvSpPr>
        <p:spPr>
          <a:xfrm>
            <a:off x="3486785" y="5029200"/>
            <a:ext cx="755015" cy="681990"/>
          </a:xfrm>
          <a:prstGeom prst="mathPlus">
            <a:avLst/>
          </a:prstGeom>
          <a:solidFill>
            <a:schemeClr val="tx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 name="圆角矩形 4"/>
          <p:cNvSpPr/>
          <p:nvPr/>
        </p:nvSpPr>
        <p:spPr>
          <a:xfrm>
            <a:off x="7397750" y="3106420"/>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sz="2800">
                <a:latin typeface="微软雅黑" panose="020B0503020204020204" charset="-122"/>
                <a:ea typeface="微软雅黑" panose="020B0503020204020204" charset="-122"/>
                <a:cs typeface="微软雅黑" panose="020B0503020204020204" charset="-122"/>
              </a:rPr>
              <a:t>股基操作不当</a:t>
            </a:r>
          </a:p>
        </p:txBody>
      </p:sp>
      <p:sp>
        <p:nvSpPr>
          <p:cNvPr id="6" name="圆角矩形 5"/>
          <p:cNvSpPr/>
          <p:nvPr/>
        </p:nvSpPr>
        <p:spPr>
          <a:xfrm>
            <a:off x="7397750" y="4137025"/>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800">
                <a:latin typeface="微软雅黑" panose="020B0503020204020204" charset="-122"/>
                <a:ea typeface="微软雅黑" panose="020B0503020204020204" charset="-122"/>
                <a:cs typeface="微软雅黑" panose="020B0503020204020204" charset="-122"/>
              </a:rPr>
              <a:t>临时用钱需求</a:t>
            </a:r>
          </a:p>
        </p:txBody>
      </p:sp>
      <p:sp>
        <p:nvSpPr>
          <p:cNvPr id="9" name="圆角矩形 8"/>
          <p:cNvSpPr/>
          <p:nvPr/>
        </p:nvSpPr>
        <p:spPr>
          <a:xfrm>
            <a:off x="7397750" y="4742180"/>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sz="2800">
                <a:latin typeface="微软雅黑" panose="020B0503020204020204" charset="-122"/>
                <a:ea typeface="微软雅黑" panose="020B0503020204020204" charset="-122"/>
                <a:cs typeface="微软雅黑" panose="020B0503020204020204" charset="-122"/>
              </a:rPr>
              <a:t>阶段财富规划</a:t>
            </a:r>
          </a:p>
        </p:txBody>
      </p:sp>
      <p:sp>
        <p:nvSpPr>
          <p:cNvPr id="12" name="圆角矩形 11"/>
          <p:cNvSpPr/>
          <p:nvPr/>
        </p:nvSpPr>
        <p:spPr>
          <a:xfrm>
            <a:off x="7397750" y="5690870"/>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800">
                <a:latin typeface="微软雅黑" panose="020B0503020204020204" charset="-122"/>
                <a:ea typeface="微软雅黑" panose="020B0503020204020204" charset="-122"/>
                <a:cs typeface="微软雅黑" panose="020B0503020204020204" charset="-122"/>
              </a:rPr>
              <a:t>生前财富传承</a:t>
            </a:r>
          </a:p>
        </p:txBody>
      </p:sp>
      <p:sp>
        <p:nvSpPr>
          <p:cNvPr id="13" name="圆角矩形 12"/>
          <p:cNvSpPr/>
          <p:nvPr/>
        </p:nvSpPr>
        <p:spPr>
          <a:xfrm>
            <a:off x="7397750" y="6296025"/>
            <a:ext cx="3142615" cy="501015"/>
          </a:xfrm>
          <a:prstGeom prst="roundRect">
            <a:avLst/>
          </a:prstGeom>
          <a:solidFill>
            <a:srgbClr val="002060"/>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sz="2800">
                <a:latin typeface="微软雅黑" panose="020B0503020204020204" charset="-122"/>
                <a:ea typeface="微软雅黑" panose="020B0503020204020204" charset="-122"/>
                <a:cs typeface="微软雅黑" panose="020B0503020204020204" charset="-122"/>
              </a:rPr>
              <a:t>身后财富传承</a:t>
            </a:r>
          </a:p>
        </p:txBody>
      </p:sp>
      <p:sp>
        <p:nvSpPr>
          <p:cNvPr id="14" name="左大括号 13"/>
          <p:cNvSpPr/>
          <p:nvPr/>
        </p:nvSpPr>
        <p:spPr>
          <a:xfrm>
            <a:off x="5881370" y="1057275"/>
            <a:ext cx="347345" cy="981075"/>
          </a:xfrm>
          <a:prstGeom prst="leftBrace">
            <a:avLst/>
          </a:prstGeom>
          <a:ln w="76200">
            <a:solidFill>
              <a:srgbClr val="00206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5" name="左大括号 14"/>
          <p:cNvSpPr/>
          <p:nvPr/>
        </p:nvSpPr>
        <p:spPr>
          <a:xfrm>
            <a:off x="5881370" y="2560955"/>
            <a:ext cx="347345" cy="981075"/>
          </a:xfrm>
          <a:prstGeom prst="leftBrace">
            <a:avLst/>
          </a:prstGeom>
          <a:ln w="76200">
            <a:solidFill>
              <a:srgbClr val="00206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6" name="左大括号 15"/>
          <p:cNvSpPr/>
          <p:nvPr/>
        </p:nvSpPr>
        <p:spPr>
          <a:xfrm>
            <a:off x="5881370" y="4137025"/>
            <a:ext cx="347345" cy="981075"/>
          </a:xfrm>
          <a:prstGeom prst="leftBrace">
            <a:avLst/>
          </a:prstGeom>
          <a:ln w="76200">
            <a:solidFill>
              <a:srgbClr val="00206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7" name="左大括号 16"/>
          <p:cNvSpPr/>
          <p:nvPr/>
        </p:nvSpPr>
        <p:spPr>
          <a:xfrm>
            <a:off x="5881370" y="5785485"/>
            <a:ext cx="347345" cy="981075"/>
          </a:xfrm>
          <a:prstGeom prst="leftBrace">
            <a:avLst/>
          </a:prstGeom>
          <a:ln w="76200">
            <a:solidFill>
              <a:srgbClr val="00206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9" name="文本框 18"/>
          <p:cNvSpPr txBox="1"/>
          <p:nvPr/>
        </p:nvSpPr>
        <p:spPr>
          <a:xfrm>
            <a:off x="1078230" y="1911985"/>
            <a:ext cx="859790" cy="3596005"/>
          </a:xfrm>
          <a:prstGeom prst="rect">
            <a:avLst/>
          </a:prstGeom>
          <a:noFill/>
        </p:spPr>
        <p:txBody>
          <a:bodyPr vert="eaVert" wrap="square" rtlCol="0">
            <a:spAutoFit/>
          </a:bodyPr>
          <a:lstStyle/>
          <a:p>
            <a:pPr algn="dist"/>
            <a:r>
              <a:rPr lang="zh-CN" altLang="en-US" sz="4400" b="1" dirty="0">
                <a:latin typeface="+mj-ea"/>
                <a:ea typeface="+mj-ea"/>
              </a:rPr>
              <a:t>产品卖点</a:t>
            </a:r>
          </a:p>
        </p:txBody>
      </p:sp>
    </p:spTree>
  </p:cSld>
  <p:clrMapOvr>
    <a:masterClrMapping/>
  </p:clrMapOvr>
  <mc:AlternateContent xmlns:mc="http://schemas.openxmlformats.org/markup-compatibility/2006" xmlns:p14="http://schemas.microsoft.com/office/powerpoint/2010/main">
    <mc:Choice Requires="p14">
      <p:transition spd="slow" p14:dur="4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zh-CN" altLang="en-US"/>
              <a:t>保险营销策略：三大核心出单平台</a:t>
            </a:r>
          </a:p>
        </p:txBody>
      </p:sp>
      <p:pic>
        <p:nvPicPr>
          <p:cNvPr id="16" name="内容占位符 15" descr="bafa6b46-af04-11f0-ab1c-d63ccbaf2d3d"/>
          <p:cNvPicPr>
            <a:picLocks noGrp="1" noChangeAspect="1"/>
          </p:cNvPicPr>
          <p:nvPr>
            <p:ph idx="16392"/>
            <p:custDataLst>
              <p:tags r:id="rId3"/>
            </p:custDataLst>
          </p:nvPr>
        </p:nvPicPr>
        <p:blipFill>
          <a:blip r:embed="rId14"/>
          <a:srcRect r="9000"/>
          <a:stretch>
            <a:fillRect/>
          </a:stretch>
        </p:blipFill>
        <p:spPr>
          <a:xfrm>
            <a:off x="609600" y="3708400"/>
            <a:ext cx="10972800" cy="2540000"/>
          </a:xfrm>
          <a:custGeom>
            <a:avLst/>
            <a:gdLst>
              <a:gd name="connisteX0" fmla="*/ 0 w 10972800"/>
              <a:gd name="connsiteY0" fmla="*/ 0 h 2540000"/>
              <a:gd name="connisteX1" fmla="*/ 10972800 w 10972800"/>
              <a:gd name="connsiteY1" fmla="*/ 0 h 2540000"/>
              <a:gd name="connisteX2" fmla="*/ 10972800 w 10972800"/>
              <a:gd name="connsiteY2" fmla="*/ 2540000 h 2540000"/>
              <a:gd name="connisteX3" fmla="*/ 0 w 10972800"/>
              <a:gd name="connsiteY3" fmla="*/ 2540000 h 2540000"/>
              <a:gd name="connisteX4" fmla="*/ 0 w 10972800"/>
              <a:gd name="connsiteY4" fmla="*/ 0 h 2540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10972800" h="2540000">
                <a:moveTo>
                  <a:pt x="0" y="0"/>
                </a:moveTo>
                <a:lnTo>
                  <a:pt x="10972800" y="0"/>
                </a:lnTo>
                <a:lnTo>
                  <a:pt x="10972800" y="2540000"/>
                </a:lnTo>
                <a:lnTo>
                  <a:pt x="0" y="2540000"/>
                </a:lnTo>
                <a:lnTo>
                  <a:pt x="0" y="0"/>
                </a:lnTo>
                <a:close/>
              </a:path>
            </a:pathLst>
          </a:custGeom>
        </p:spPr>
      </p:pic>
      <p:sp>
        <p:nvSpPr>
          <p:cNvPr id="4" name="装饰  2"/>
          <p:cNvSpPr>
            <a:spLocks noGrp="1"/>
          </p:cNvSpPr>
          <p:nvPr>
            <p:ph type="body" idx="16393"/>
            <p:custDataLst>
              <p:tags r:id="rId4"/>
            </p:custDataLst>
          </p:nvPr>
        </p:nvSpPr>
        <p:spPr/>
        <p:txBody>
          <a:bodyPr/>
          <a:lstStyle/>
          <a:p>
            <a:r>
              <a:rPr lang="zh-CN" altLang="en-US"/>
              <a:t> </a:t>
            </a:r>
          </a:p>
        </p:txBody>
      </p:sp>
      <p:sp>
        <p:nvSpPr>
          <p:cNvPr id="5" name="文本占位符 4"/>
          <p:cNvSpPr>
            <a:spLocks noGrp="1"/>
          </p:cNvSpPr>
          <p:nvPr>
            <p:ph type="body" idx="16386"/>
            <p:custDataLst>
              <p:tags r:id="rId5"/>
            </p:custDataLst>
          </p:nvPr>
        </p:nvSpPr>
        <p:spPr/>
        <p:txBody>
          <a:bodyPr>
            <a:normAutofit/>
          </a:bodyPr>
          <a:lstStyle/>
          <a:p>
            <a:r>
              <a:rPr lang="zh-CN" altLang="en-US" sz="2000" dirty="0"/>
              <a:t>散单：日常出单</a:t>
            </a:r>
          </a:p>
        </p:txBody>
      </p:sp>
      <p:sp>
        <p:nvSpPr>
          <p:cNvPr id="6" name="文本占位符 5"/>
          <p:cNvSpPr>
            <a:spLocks noGrp="1"/>
          </p:cNvSpPr>
          <p:nvPr>
            <p:ph type="body" idx="16387"/>
            <p:custDataLst>
              <p:tags r:id="rId6"/>
            </p:custDataLst>
          </p:nvPr>
        </p:nvSpPr>
        <p:spPr/>
        <p:txBody>
          <a:bodyPr/>
          <a:lstStyle/>
          <a:p>
            <a:r>
              <a:rPr lang="zh-CN" altLang="en-US" dirty="0"/>
              <a:t>人人会开口：</a:t>
            </a:r>
          </a:p>
          <a:p>
            <a:r>
              <a:rPr lang="zh-CN" altLang="en-US" dirty="0"/>
              <a:t>一讲利率下行</a:t>
            </a:r>
          </a:p>
          <a:p>
            <a:r>
              <a:rPr lang="zh-CN" altLang="en-US" dirty="0"/>
              <a:t>二讲养老规划</a:t>
            </a:r>
          </a:p>
          <a:p>
            <a:r>
              <a:rPr lang="zh-CN" altLang="en-US" dirty="0"/>
              <a:t>三讲子教婚嫁</a:t>
            </a:r>
          </a:p>
        </p:txBody>
      </p:sp>
      <p:sp>
        <p:nvSpPr>
          <p:cNvPr id="7" name="装饰  5"/>
          <p:cNvSpPr>
            <a:spLocks noGrp="1"/>
          </p:cNvSpPr>
          <p:nvPr>
            <p:ph type="body" idx="16394"/>
            <p:custDataLst>
              <p:tags r:id="rId7"/>
            </p:custDataLst>
          </p:nvPr>
        </p:nvSpPr>
        <p:spPr/>
        <p:txBody>
          <a:bodyPr/>
          <a:lstStyle/>
          <a:p>
            <a:r>
              <a:rPr lang="zh-CN" altLang="en-US"/>
              <a:t> </a:t>
            </a:r>
          </a:p>
        </p:txBody>
      </p:sp>
      <p:sp>
        <p:nvSpPr>
          <p:cNvPr id="8" name="文本占位符 7"/>
          <p:cNvSpPr>
            <a:spLocks noGrp="1"/>
          </p:cNvSpPr>
          <p:nvPr>
            <p:ph type="body" idx="16388"/>
            <p:custDataLst>
              <p:tags r:id="rId8"/>
            </p:custDataLst>
          </p:nvPr>
        </p:nvSpPr>
        <p:spPr/>
        <p:txBody>
          <a:bodyPr>
            <a:normAutofit fontScale="80000" lnSpcReduction="10000"/>
          </a:bodyPr>
          <a:lstStyle/>
          <a:p>
            <a:r>
              <a:rPr lang="zh-CN" altLang="en-US" dirty="0"/>
              <a:t>团单："财富规划"客户沙龙</a:t>
            </a:r>
          </a:p>
        </p:txBody>
      </p:sp>
      <p:sp>
        <p:nvSpPr>
          <p:cNvPr id="9" name="文本占位符 8"/>
          <p:cNvSpPr>
            <a:spLocks noGrp="1"/>
          </p:cNvSpPr>
          <p:nvPr>
            <p:ph type="body" idx="16389"/>
            <p:custDataLst>
              <p:tags r:id="rId9"/>
            </p:custDataLst>
          </p:nvPr>
        </p:nvSpPr>
        <p:spPr/>
        <p:txBody>
          <a:bodyPr/>
          <a:lstStyle/>
          <a:p>
            <a:r>
              <a:rPr lang="zh-CN" altLang="en-US"/>
              <a:t>点点有活动</a:t>
            </a:r>
          </a:p>
          <a:p>
            <a:r>
              <a:rPr lang="en-US" altLang="zh-CN"/>
              <a:t>1</a:t>
            </a:r>
            <a:r>
              <a:rPr lang="zh-CN" altLang="en-US"/>
              <a:t>、嘉年华</a:t>
            </a:r>
          </a:p>
          <a:p>
            <a:r>
              <a:rPr lang="en-US" altLang="zh-CN"/>
              <a:t>2</a:t>
            </a:r>
            <a:r>
              <a:rPr lang="zh-CN" altLang="en-US"/>
              <a:t>、精品网沙</a:t>
            </a:r>
          </a:p>
          <a:p>
            <a:r>
              <a:rPr lang="en-US" altLang="zh-CN"/>
              <a:t>3</a:t>
            </a:r>
            <a:r>
              <a:rPr lang="zh-CN" altLang="en-US"/>
              <a:t>、节日主题活动</a:t>
            </a:r>
          </a:p>
        </p:txBody>
      </p:sp>
      <p:sp>
        <p:nvSpPr>
          <p:cNvPr id="10" name="装饰  8"/>
          <p:cNvSpPr>
            <a:spLocks noGrp="1"/>
          </p:cNvSpPr>
          <p:nvPr>
            <p:ph type="body" idx="16395"/>
            <p:custDataLst>
              <p:tags r:id="rId10"/>
            </p:custDataLst>
          </p:nvPr>
        </p:nvSpPr>
        <p:spPr/>
        <p:txBody>
          <a:bodyPr/>
          <a:lstStyle/>
          <a:p>
            <a:r>
              <a:rPr lang="zh-CN" altLang="en-US"/>
              <a:t> </a:t>
            </a:r>
          </a:p>
        </p:txBody>
      </p:sp>
      <p:sp>
        <p:nvSpPr>
          <p:cNvPr id="11" name="文本占位符 10"/>
          <p:cNvSpPr>
            <a:spLocks noGrp="1"/>
          </p:cNvSpPr>
          <p:nvPr>
            <p:ph type="body" idx="16390"/>
            <p:custDataLst>
              <p:tags r:id="rId11"/>
            </p:custDataLst>
          </p:nvPr>
        </p:nvSpPr>
        <p:spPr/>
        <p:txBody>
          <a:bodyPr>
            <a:normAutofit fontScale="97500"/>
          </a:bodyPr>
          <a:lstStyle/>
          <a:p>
            <a:r>
              <a:rPr lang="zh-CN" altLang="en-US" sz="1900" dirty="0"/>
              <a:t>大单：高端沙龙</a:t>
            </a:r>
            <a:r>
              <a:rPr lang="en-US" altLang="zh-CN" sz="1900" dirty="0"/>
              <a:t>/</a:t>
            </a:r>
            <a:r>
              <a:rPr lang="zh-CN" altLang="en-US" sz="1900" dirty="0"/>
              <a:t>一对一</a:t>
            </a:r>
          </a:p>
        </p:txBody>
      </p:sp>
      <p:sp>
        <p:nvSpPr>
          <p:cNvPr id="12" name="文本占位符 11"/>
          <p:cNvSpPr>
            <a:spLocks noGrp="1"/>
          </p:cNvSpPr>
          <p:nvPr>
            <p:ph type="body" idx="16391"/>
            <p:custDataLst>
              <p:tags r:id="rId12"/>
            </p:custDataLst>
          </p:nvPr>
        </p:nvSpPr>
        <p:spPr/>
        <p:txBody>
          <a:bodyPr/>
          <a:lstStyle/>
          <a:p>
            <a:r>
              <a:rPr lang="zh-CN" altLang="en-US"/>
              <a:t>大单有突破</a:t>
            </a:r>
          </a:p>
          <a:p>
            <a:r>
              <a:rPr lang="en-US" altLang="zh-CN"/>
              <a:t>1</a:t>
            </a:r>
            <a:r>
              <a:rPr lang="zh-CN" altLang="en-US"/>
              <a:t>、分行里有高端沙龙</a:t>
            </a:r>
          </a:p>
          <a:p>
            <a:r>
              <a:rPr lang="zh-CN" altLang="en-US"/>
              <a:t>2、</a:t>
            </a:r>
            <a:r>
              <a:rPr lang="zh-CN" altLang="en-US">
                <a:sym typeface="+mn-ea"/>
              </a:rPr>
              <a:t>优质客户一客一策</a:t>
            </a:r>
            <a:endParaRPr lang="zh-CN" altLang="en-US"/>
          </a:p>
          <a:p>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1950" y="1843405"/>
            <a:ext cx="11514455" cy="4775200"/>
          </a:xfrm>
          <a:prstGeom prst="rect">
            <a:avLst/>
          </a:prstGeom>
          <a:solidFill>
            <a:schemeClr val="bg2"/>
          </a:solidFill>
        </p:spPr>
        <p:txBody>
          <a:bodyPr wrap="square">
            <a:noAutofit/>
          </a:bodyPr>
          <a:lstStyle/>
          <a:p>
            <a:r>
              <a:rPr lang="zh-CN" altLang="en-US" sz="2400" b="1" dirty="0">
                <a:solidFill>
                  <a:srgbClr val="FF0000"/>
                </a:solidFill>
              </a:rPr>
              <a:t>保险</a:t>
            </a:r>
            <a:r>
              <a:rPr lang="en-US" altLang="zh-CN" sz="2400" b="1" dirty="0">
                <a:solidFill>
                  <a:srgbClr val="FF0000"/>
                </a:solidFill>
              </a:rPr>
              <a:t>-</a:t>
            </a:r>
            <a:r>
              <a:rPr lang="zh-CN" altLang="en-US" sz="2400" b="1" dirty="0">
                <a:solidFill>
                  <a:srgbClr val="FF0000"/>
                </a:solidFill>
              </a:rPr>
              <a:t>哪些客户可以筛选？</a:t>
            </a:r>
            <a:endParaRPr lang="en-US" altLang="zh-CN" sz="2400" b="1" dirty="0">
              <a:solidFill>
                <a:srgbClr val="FF0000"/>
              </a:solidFill>
            </a:endParaRPr>
          </a:p>
          <a:p>
            <a:r>
              <a:rPr lang="en-US" altLang="zh-CN" sz="2400" b="1" dirty="0">
                <a:solidFill>
                  <a:srgbClr val="FF0000"/>
                </a:solidFill>
              </a:rPr>
              <a:t>1</a:t>
            </a:r>
            <a:r>
              <a:rPr lang="zh-CN" altLang="en-US" sz="2400" b="1" dirty="0">
                <a:solidFill>
                  <a:srgbClr val="FF0000"/>
                </a:solidFill>
              </a:rPr>
              <a:t>、有大量活期资金在卡上的客户（预计会有流失，导入资产配置）</a:t>
            </a:r>
            <a:endParaRPr lang="zh-CN" altLang="en-US" sz="2400" b="1" dirty="0">
              <a:solidFill>
                <a:srgbClr val="FF0000"/>
              </a:solidFill>
              <a:sym typeface="+mn-ea"/>
            </a:endParaRPr>
          </a:p>
          <a:p>
            <a:r>
              <a:rPr lang="en-US" altLang="zh-CN" sz="2400" b="1" dirty="0">
                <a:solidFill>
                  <a:srgbClr val="FF0000"/>
                </a:solidFill>
              </a:rPr>
              <a:t>2</a:t>
            </a:r>
            <a:r>
              <a:rPr lang="zh-CN" altLang="en-US" sz="2400" b="1" dirty="0">
                <a:solidFill>
                  <a:srgbClr val="FF0000"/>
                </a:solidFill>
              </a:rPr>
              <a:t>、</a:t>
            </a:r>
            <a:r>
              <a:rPr lang="zh-CN" altLang="en-US" sz="2400" b="1" dirty="0">
                <a:solidFill>
                  <a:srgbClr val="FF0000"/>
                </a:solidFill>
                <a:sym typeface="+mn-ea"/>
              </a:rPr>
              <a:t>购买过期缴保险的客户（利率趋势</a:t>
            </a:r>
            <a:r>
              <a:rPr lang="en-US" altLang="zh-CN" sz="2400" b="1" dirty="0">
                <a:solidFill>
                  <a:srgbClr val="FF0000"/>
                </a:solidFill>
                <a:sym typeface="+mn-ea"/>
              </a:rPr>
              <a:t>+</a:t>
            </a:r>
            <a:r>
              <a:rPr lang="zh-CN" altLang="en-US" sz="2400" b="1" dirty="0">
                <a:solidFill>
                  <a:srgbClr val="FF0000"/>
                </a:solidFill>
                <a:sym typeface="+mn-ea"/>
              </a:rPr>
              <a:t>加保策略）</a:t>
            </a:r>
            <a:endParaRPr lang="en-US" altLang="zh-CN" sz="2400" b="1" dirty="0">
              <a:solidFill>
                <a:srgbClr val="FF0000"/>
              </a:solidFill>
            </a:endParaRPr>
          </a:p>
          <a:p>
            <a:r>
              <a:rPr lang="en-US" altLang="zh-CN" sz="2400" b="1" dirty="0">
                <a:solidFill>
                  <a:srgbClr val="FF0000"/>
                </a:solidFill>
              </a:rPr>
              <a:t>3</a:t>
            </a:r>
            <a:r>
              <a:rPr lang="zh-CN" altLang="en-US" sz="2400" b="1" dirty="0">
                <a:solidFill>
                  <a:srgbClr val="FF0000"/>
                </a:solidFill>
              </a:rPr>
              <a:t>、推荐过</a:t>
            </a:r>
            <a:r>
              <a:rPr lang="en-US" altLang="zh-CN" sz="2400" b="1" dirty="0">
                <a:solidFill>
                  <a:srgbClr val="FF0000"/>
                </a:solidFill>
              </a:rPr>
              <a:t>2.5</a:t>
            </a:r>
            <a:r>
              <a:rPr lang="zh-CN" altLang="en-US" sz="2400" b="1" dirty="0">
                <a:solidFill>
                  <a:srgbClr val="FF0000"/>
                </a:solidFill>
              </a:rPr>
              <a:t>的固收类保险没有成交的（推荐分红保险</a:t>
            </a:r>
            <a:r>
              <a:rPr lang="en-US" altLang="zh-CN" sz="2400" b="1" dirty="0">
                <a:solidFill>
                  <a:srgbClr val="FF0000"/>
                </a:solidFill>
              </a:rPr>
              <a:t>+</a:t>
            </a:r>
            <a:r>
              <a:rPr lang="zh-CN" altLang="en-US" sz="2400" b="1" dirty="0">
                <a:solidFill>
                  <a:srgbClr val="FF0000"/>
                </a:solidFill>
              </a:rPr>
              <a:t>会算账</a:t>
            </a:r>
            <a:r>
              <a:rPr lang="en-US" altLang="zh-CN" sz="2400" b="1" dirty="0">
                <a:solidFill>
                  <a:srgbClr val="FF0000"/>
                </a:solidFill>
              </a:rPr>
              <a:t>+</a:t>
            </a:r>
            <a:r>
              <a:rPr lang="zh-CN" altLang="en-US" sz="2400" b="1" dirty="0">
                <a:solidFill>
                  <a:srgbClr val="FF0000"/>
                </a:solidFill>
              </a:rPr>
              <a:t>吃颗后悔药）</a:t>
            </a:r>
            <a:endParaRPr lang="en-US" altLang="zh-CN" sz="2400" b="1" dirty="0">
              <a:solidFill>
                <a:srgbClr val="FF0000"/>
              </a:solidFill>
            </a:endParaRPr>
          </a:p>
          <a:p>
            <a:r>
              <a:rPr lang="en-US" altLang="zh-CN" sz="2400" b="1" dirty="0">
                <a:solidFill>
                  <a:srgbClr val="FF0000"/>
                </a:solidFill>
              </a:rPr>
              <a:t>4</a:t>
            </a:r>
            <a:r>
              <a:rPr lang="zh-CN" altLang="en-US" sz="2400" b="1" dirty="0">
                <a:solidFill>
                  <a:srgbClr val="FF0000"/>
                </a:solidFill>
              </a:rPr>
              <a:t>、定期到期客户（行外吸金</a:t>
            </a:r>
            <a:r>
              <a:rPr lang="en-US" altLang="zh-CN" sz="2400" b="1" dirty="0">
                <a:solidFill>
                  <a:srgbClr val="FF0000"/>
                </a:solidFill>
              </a:rPr>
              <a:t>+</a:t>
            </a:r>
            <a:r>
              <a:rPr lang="zh-CN" altLang="en-US" sz="2400" b="1" dirty="0">
                <a:solidFill>
                  <a:srgbClr val="FF0000"/>
                </a:solidFill>
              </a:rPr>
              <a:t>挪储）</a:t>
            </a:r>
            <a:endParaRPr lang="en-US" altLang="zh-CN" sz="2400" b="1" dirty="0">
              <a:solidFill>
                <a:srgbClr val="FF0000"/>
              </a:solidFill>
            </a:endParaRPr>
          </a:p>
          <a:p>
            <a:r>
              <a:rPr lang="zh-CN" altLang="en-US" sz="2400" b="1" dirty="0"/>
              <a:t>5、之前参加过保险活动的客户</a:t>
            </a:r>
          </a:p>
          <a:p>
            <a:pPr algn="l">
              <a:buClrTx/>
              <a:buSzTx/>
              <a:buNone/>
            </a:pPr>
            <a:r>
              <a:rPr lang="zh-CN" altLang="en-US" sz="2400" b="1" dirty="0"/>
              <a:t>6、系统内资产高的大客户</a:t>
            </a:r>
          </a:p>
          <a:p>
            <a:pPr algn="l">
              <a:buClrTx/>
              <a:buSzTx/>
              <a:buNone/>
            </a:pPr>
            <a:r>
              <a:rPr lang="zh-CN" altLang="en-US" sz="2400" b="1" dirty="0"/>
              <a:t>7、没有社保的商户</a:t>
            </a:r>
          </a:p>
          <a:p>
            <a:pPr algn="l">
              <a:buClrTx/>
              <a:buSzTx/>
              <a:buNone/>
            </a:pPr>
            <a:r>
              <a:rPr lang="zh-CN" altLang="en-US" sz="2400" b="1" dirty="0"/>
              <a:t>8、本月过生日的客户</a:t>
            </a:r>
          </a:p>
          <a:p>
            <a:pPr algn="l">
              <a:buClrTx/>
              <a:buSzTx/>
              <a:buNone/>
            </a:pPr>
            <a:r>
              <a:rPr lang="zh-CN" altLang="en-US" sz="2400" b="1" dirty="0"/>
              <a:t>9、关系比较好的客户</a:t>
            </a:r>
          </a:p>
          <a:p>
            <a:pPr algn="l">
              <a:buClrTx/>
              <a:buSzTx/>
              <a:buNone/>
            </a:pPr>
            <a:r>
              <a:rPr lang="zh-CN" altLang="en-US" sz="2400" b="1" dirty="0"/>
              <a:t>10、子女未成年的客户</a:t>
            </a:r>
          </a:p>
          <a:p>
            <a:pPr algn="l">
              <a:buClrTx/>
              <a:buSzTx/>
              <a:buNone/>
            </a:pPr>
            <a:r>
              <a:rPr lang="zh-CN" altLang="en-US" sz="2400" b="1" dirty="0"/>
              <a:t>11、40—59岁的低余额客户(我行余额少，他行余额一定多)</a:t>
            </a:r>
          </a:p>
          <a:p>
            <a:pPr algn="l">
              <a:buClrTx/>
              <a:buSzTx/>
              <a:buNone/>
            </a:pPr>
            <a:r>
              <a:rPr lang="zh-CN" altLang="en-US" sz="2400" b="1" dirty="0"/>
              <a:t>12、复杂家庭（如再婚等）客户   </a:t>
            </a:r>
          </a:p>
          <a:p>
            <a:r>
              <a:rPr lang="zh-CN" altLang="en-US" sz="2400" b="1" dirty="0">
                <a:solidFill>
                  <a:srgbClr val="FF0000"/>
                </a:solidFill>
              </a:rPr>
              <a:t> </a:t>
            </a:r>
            <a:endParaRPr lang="en-US" altLang="zh-CN" sz="2400" b="1" dirty="0">
              <a:solidFill>
                <a:srgbClr val="FF0000"/>
              </a:solidFill>
            </a:endParaRPr>
          </a:p>
          <a:p>
            <a:r>
              <a:rPr lang="en-US" altLang="zh-CN" sz="2400" b="1" dirty="0">
                <a:solidFill>
                  <a:srgbClr val="FF0000"/>
                </a:solidFill>
              </a:rPr>
              <a:t>3</a:t>
            </a:r>
            <a:r>
              <a:rPr lang="zh-CN" altLang="en-US" sz="2400" b="1" dirty="0">
                <a:solidFill>
                  <a:srgbClr val="FF0000"/>
                </a:solidFill>
              </a:rPr>
              <a:t>、</a:t>
            </a:r>
          </a:p>
        </p:txBody>
      </p:sp>
      <p:sp>
        <p:nvSpPr>
          <p:cNvPr id="5" name="矩形 4"/>
          <p:cNvSpPr/>
          <p:nvPr/>
        </p:nvSpPr>
        <p:spPr>
          <a:xfrm>
            <a:off x="361950" y="1013460"/>
            <a:ext cx="11515090" cy="829945"/>
          </a:xfrm>
          <a:prstGeom prst="rect">
            <a:avLst/>
          </a:prstGeom>
          <a:solidFill>
            <a:srgbClr val="C00000"/>
          </a:solidFill>
        </p:spPr>
        <p:txBody>
          <a:bodyPr wrap="square">
            <a:spAutoFit/>
          </a:bodyPr>
          <a:lstStyle/>
          <a:p>
            <a:r>
              <a:rPr lang="zh-CN" altLang="en-US" sz="2400" dirty="0">
                <a:solidFill>
                  <a:schemeClr val="bg1"/>
                </a:solidFill>
              </a:rPr>
              <a:t>必须对存量客户的筛选及邀约面谈重视起来，特别是那些高资低保的客户重新进行梳理分析，做好任务分解，锁定目标客户。</a:t>
            </a:r>
          </a:p>
        </p:txBody>
      </p:sp>
      <p:sp>
        <p:nvSpPr>
          <p:cNvPr id="6" name="文本框 5"/>
          <p:cNvSpPr txBox="1"/>
          <p:nvPr/>
        </p:nvSpPr>
        <p:spPr>
          <a:xfrm>
            <a:off x="375920" y="328930"/>
            <a:ext cx="4046220" cy="583565"/>
          </a:xfrm>
          <a:prstGeom prst="rect">
            <a:avLst/>
          </a:prstGeom>
          <a:noFill/>
        </p:spPr>
        <p:txBody>
          <a:bodyPr wrap="square" rtlCol="0">
            <a:spAutoFit/>
          </a:bodyPr>
          <a:lstStyle/>
          <a:p>
            <a:r>
              <a:rPr lang="zh-CN" altLang="en-US" sz="3200" b="1"/>
              <a:t>保险盘户蓄客</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605809" y="556209"/>
            <a:ext cx="11183517" cy="5485315"/>
            <a:chOff x="304165" y="182265"/>
            <a:chExt cx="8387638" cy="4113986"/>
          </a:xfrm>
        </p:grpSpPr>
        <p:sp>
          <p:nvSpPr>
            <p:cNvPr id="47" name="文本框 46"/>
            <p:cNvSpPr txBox="1"/>
            <p:nvPr/>
          </p:nvSpPr>
          <p:spPr>
            <a:xfrm>
              <a:off x="304165" y="182265"/>
              <a:ext cx="3484245" cy="499586"/>
            </a:xfrm>
            <a:prstGeom prst="rect">
              <a:avLst/>
            </a:prstGeom>
            <a:noFill/>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defRPr/>
              </a:pPr>
              <a:r>
                <a:rPr lang="zh-CN" altLang="en-US" sz="3735" b="1" kern="0" dirty="0">
                  <a:solidFill>
                    <a:schemeClr val="tx1"/>
                  </a:solidFill>
                  <a:latin typeface="思源黑体 CN Normal"/>
                  <a:ea typeface="思源黑体 CN Normal"/>
                </a:rPr>
                <a:t>沙龙营销模式</a:t>
              </a:r>
            </a:p>
          </p:txBody>
        </p:sp>
        <p:sp>
          <p:nvSpPr>
            <p:cNvPr id="48" name="文本框 47"/>
            <p:cNvSpPr txBox="1"/>
            <p:nvPr/>
          </p:nvSpPr>
          <p:spPr>
            <a:xfrm>
              <a:off x="304165" y="256159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平台活动</a:t>
              </a:r>
            </a:p>
          </p:txBody>
        </p:sp>
        <p:sp>
          <p:nvSpPr>
            <p:cNvPr id="49" name="文本框 48"/>
            <p:cNvSpPr txBox="1"/>
            <p:nvPr/>
          </p:nvSpPr>
          <p:spPr>
            <a:xfrm>
              <a:off x="2287905" y="1542415"/>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网点网沙</a:t>
              </a:r>
            </a:p>
          </p:txBody>
        </p:sp>
        <p:sp>
          <p:nvSpPr>
            <p:cNvPr id="50" name="文本框 49"/>
            <p:cNvSpPr txBox="1"/>
            <p:nvPr/>
          </p:nvSpPr>
          <p:spPr>
            <a:xfrm>
              <a:off x="2287905" y="358267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分</a:t>
              </a:r>
              <a:r>
                <a:rPr kumimoji="0" lang="en-US" altLang="zh-CN" sz="2400" b="0" i="0" u="none" strike="noStrike" kern="0" cap="none" spc="0" normalizeH="0" baseline="0" noProof="0">
                  <a:ln>
                    <a:noFill/>
                  </a:ln>
                  <a:solidFill>
                    <a:prstClr val="white"/>
                  </a:solidFill>
                  <a:effectLst/>
                  <a:uLnTx/>
                  <a:uFillTx/>
                  <a:latin typeface="思源黑体 CN Normal"/>
                  <a:ea typeface="思源黑体 CN Normal"/>
                  <a:cs typeface="+mn-cs"/>
                </a:rPr>
                <a:t>/</a:t>
              </a: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支行网沙</a:t>
              </a:r>
            </a:p>
          </p:txBody>
        </p:sp>
        <p:sp>
          <p:nvSpPr>
            <p:cNvPr id="51" name="文本框 50"/>
            <p:cNvSpPr txBox="1"/>
            <p:nvPr/>
          </p:nvSpPr>
          <p:spPr>
            <a:xfrm>
              <a:off x="4949190" y="91059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思源黑体 CN Normal"/>
                  <a:ea typeface="思源黑体 CN Normal"/>
                  <a:cs typeface="+mn-cs"/>
                </a:rPr>
                <a:t>主题网沙</a:t>
              </a:r>
            </a:p>
          </p:txBody>
        </p:sp>
        <p:sp>
          <p:nvSpPr>
            <p:cNvPr id="52" name="文本框 51"/>
            <p:cNvSpPr txBox="1"/>
            <p:nvPr/>
          </p:nvSpPr>
          <p:spPr>
            <a:xfrm>
              <a:off x="4949190" y="1519555"/>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流量网沙</a:t>
              </a:r>
            </a:p>
          </p:txBody>
        </p:sp>
        <p:sp>
          <p:nvSpPr>
            <p:cNvPr id="53" name="文本框 52"/>
            <p:cNvSpPr txBox="1"/>
            <p:nvPr/>
          </p:nvSpPr>
          <p:spPr>
            <a:xfrm>
              <a:off x="4949190" y="2120265"/>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户外网沙</a:t>
              </a:r>
            </a:p>
          </p:txBody>
        </p:sp>
        <p:sp>
          <p:nvSpPr>
            <p:cNvPr id="54" name="文本框 53"/>
            <p:cNvSpPr txBox="1"/>
            <p:nvPr/>
          </p:nvSpPr>
          <p:spPr>
            <a:xfrm>
              <a:off x="4949190" y="313690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旅说会</a:t>
              </a:r>
            </a:p>
          </p:txBody>
        </p:sp>
        <p:sp>
          <p:nvSpPr>
            <p:cNvPr id="55" name="文本框 54"/>
            <p:cNvSpPr txBox="1"/>
            <p:nvPr/>
          </p:nvSpPr>
          <p:spPr>
            <a:xfrm>
              <a:off x="4949190" y="395097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高客网沙</a:t>
              </a:r>
            </a:p>
          </p:txBody>
        </p:sp>
        <p:cxnSp>
          <p:nvCxnSpPr>
            <p:cNvPr id="56" name="直接箭头连接符 55"/>
            <p:cNvCxnSpPr>
              <a:stCxn id="48" idx="3"/>
              <a:endCxn id="49" idx="1"/>
            </p:cNvCxnSpPr>
            <p:nvPr/>
          </p:nvCxnSpPr>
          <p:spPr>
            <a:xfrm flipV="1">
              <a:off x="1938655" y="1715135"/>
              <a:ext cx="349091" cy="1019175"/>
            </a:xfrm>
            <a:prstGeom prst="straightConnector1">
              <a:avLst/>
            </a:prstGeom>
            <a:noFill/>
            <a:ln w="12700" cap="flat" cmpd="sng" algn="ctr">
              <a:solidFill>
                <a:srgbClr val="9D3337"/>
              </a:solidFill>
              <a:prstDash val="solid"/>
              <a:miter lim="800000"/>
              <a:tailEnd type="arrow"/>
            </a:ln>
            <a:effectLst/>
          </p:spPr>
        </p:cxnSp>
        <p:cxnSp>
          <p:nvCxnSpPr>
            <p:cNvPr id="57" name="直接箭头连接符 56"/>
            <p:cNvCxnSpPr>
              <a:endCxn id="50" idx="1"/>
            </p:cNvCxnSpPr>
            <p:nvPr/>
          </p:nvCxnSpPr>
          <p:spPr>
            <a:xfrm>
              <a:off x="1951990" y="2717800"/>
              <a:ext cx="335915" cy="1037590"/>
            </a:xfrm>
            <a:prstGeom prst="straightConnector1">
              <a:avLst/>
            </a:prstGeom>
            <a:noFill/>
            <a:ln w="12700" cap="flat" cmpd="sng" algn="ctr">
              <a:solidFill>
                <a:srgbClr val="9D3337"/>
              </a:solidFill>
              <a:prstDash val="solid"/>
              <a:miter lim="800000"/>
              <a:tailEnd type="arrow"/>
            </a:ln>
            <a:effectLst/>
          </p:spPr>
        </p:cxnSp>
        <p:cxnSp>
          <p:nvCxnSpPr>
            <p:cNvPr id="58" name="直接箭头连接符 57"/>
            <p:cNvCxnSpPr>
              <a:endCxn id="51" idx="1"/>
            </p:cNvCxnSpPr>
            <p:nvPr/>
          </p:nvCxnSpPr>
          <p:spPr>
            <a:xfrm flipV="1">
              <a:off x="3922395" y="1083310"/>
              <a:ext cx="1026795" cy="631825"/>
            </a:xfrm>
            <a:prstGeom prst="straightConnector1">
              <a:avLst/>
            </a:prstGeom>
            <a:noFill/>
            <a:ln w="12700" cap="flat" cmpd="sng" algn="ctr">
              <a:solidFill>
                <a:srgbClr val="9D3337"/>
              </a:solidFill>
              <a:prstDash val="solid"/>
              <a:miter lim="800000"/>
              <a:tailEnd type="arrow"/>
            </a:ln>
            <a:effectLst/>
          </p:spPr>
        </p:cxnSp>
        <p:cxnSp>
          <p:nvCxnSpPr>
            <p:cNvPr id="59" name="直接箭头连接符 58"/>
            <p:cNvCxnSpPr>
              <a:endCxn id="52" idx="1"/>
            </p:cNvCxnSpPr>
            <p:nvPr/>
          </p:nvCxnSpPr>
          <p:spPr>
            <a:xfrm flipV="1">
              <a:off x="3957955" y="1692275"/>
              <a:ext cx="991235" cy="19050"/>
            </a:xfrm>
            <a:prstGeom prst="straightConnector1">
              <a:avLst/>
            </a:prstGeom>
            <a:noFill/>
            <a:ln w="12700" cap="flat" cmpd="sng" algn="ctr">
              <a:solidFill>
                <a:srgbClr val="9D3337"/>
              </a:solidFill>
              <a:prstDash val="solid"/>
              <a:miter lim="800000"/>
              <a:tailEnd type="arrow"/>
            </a:ln>
            <a:effectLst/>
          </p:spPr>
        </p:cxnSp>
        <p:cxnSp>
          <p:nvCxnSpPr>
            <p:cNvPr id="60" name="直接箭头连接符 59"/>
            <p:cNvCxnSpPr>
              <a:endCxn id="53" idx="1"/>
            </p:cNvCxnSpPr>
            <p:nvPr/>
          </p:nvCxnSpPr>
          <p:spPr>
            <a:xfrm>
              <a:off x="3934460" y="1718945"/>
              <a:ext cx="1014730" cy="574040"/>
            </a:xfrm>
            <a:prstGeom prst="straightConnector1">
              <a:avLst/>
            </a:prstGeom>
            <a:noFill/>
            <a:ln w="12700" cap="flat" cmpd="sng" algn="ctr">
              <a:solidFill>
                <a:srgbClr val="9D3337"/>
              </a:solidFill>
              <a:prstDash val="solid"/>
              <a:miter lim="800000"/>
              <a:tailEnd type="arrow"/>
            </a:ln>
            <a:effectLst/>
          </p:spPr>
        </p:cxnSp>
        <p:cxnSp>
          <p:nvCxnSpPr>
            <p:cNvPr id="61" name="直接箭头连接符 60"/>
            <p:cNvCxnSpPr>
              <a:endCxn id="54" idx="1"/>
            </p:cNvCxnSpPr>
            <p:nvPr/>
          </p:nvCxnSpPr>
          <p:spPr>
            <a:xfrm flipV="1">
              <a:off x="3922395" y="3309620"/>
              <a:ext cx="1026795" cy="447675"/>
            </a:xfrm>
            <a:prstGeom prst="straightConnector1">
              <a:avLst/>
            </a:prstGeom>
            <a:noFill/>
            <a:ln w="12700" cap="flat" cmpd="sng" algn="ctr">
              <a:solidFill>
                <a:srgbClr val="9D3337"/>
              </a:solidFill>
              <a:prstDash val="solid"/>
              <a:miter lim="800000"/>
              <a:tailEnd type="arrow"/>
            </a:ln>
            <a:effectLst/>
          </p:spPr>
        </p:cxnSp>
        <p:cxnSp>
          <p:nvCxnSpPr>
            <p:cNvPr id="62" name="直接箭头连接符 61"/>
            <p:cNvCxnSpPr>
              <a:stCxn id="50" idx="3"/>
              <a:endCxn id="55" idx="1"/>
            </p:cNvCxnSpPr>
            <p:nvPr/>
          </p:nvCxnSpPr>
          <p:spPr>
            <a:xfrm>
              <a:off x="3922395" y="3755390"/>
              <a:ext cx="1026795" cy="368141"/>
            </a:xfrm>
            <a:prstGeom prst="straightConnector1">
              <a:avLst/>
            </a:prstGeom>
            <a:noFill/>
            <a:ln w="12700" cap="flat" cmpd="sng" algn="ctr">
              <a:solidFill>
                <a:srgbClr val="9D3337"/>
              </a:solidFill>
              <a:prstDash val="solid"/>
              <a:miter lim="800000"/>
              <a:tailEnd type="arrow"/>
            </a:ln>
            <a:effectLst/>
          </p:spPr>
        </p:cxnSp>
        <p:sp>
          <p:nvSpPr>
            <p:cNvPr id="63" name="文本框 62"/>
            <p:cNvSpPr txBox="1"/>
            <p:nvPr/>
          </p:nvSpPr>
          <p:spPr>
            <a:xfrm>
              <a:off x="6787515" y="91059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投资理财沙龙</a:t>
              </a:r>
            </a:p>
          </p:txBody>
        </p:sp>
        <p:sp>
          <p:nvSpPr>
            <p:cNvPr id="64" name="文本框 63"/>
            <p:cNvSpPr txBox="1"/>
            <p:nvPr/>
          </p:nvSpPr>
          <p:spPr>
            <a:xfrm>
              <a:off x="6787514" y="1490345"/>
              <a:ext cx="1904289" cy="368935"/>
            </a:xfrm>
            <a:prstGeom prst="rect">
              <a:avLst/>
            </a:prstGeom>
            <a:solidFill>
              <a:srgbClr val="9D3337"/>
            </a:solidFill>
            <a:ln>
              <a:noFill/>
            </a:ln>
            <a:effectLst/>
          </p:spPr>
          <p:txBody>
            <a:bodyPr wrap="square" rtlCol="0">
              <a:noAutofit/>
            </a:bodyPr>
            <a:lstStyle/>
            <a:p>
              <a:pPr marL="0" marR="0" lvl="0" indent="0" algn="ctr" defTabSz="457200" eaLnBrk="1" fontAlgn="auto" latinLnBrk="0" hangingPunct="1">
                <a:lnSpc>
                  <a:spcPct val="150000"/>
                </a:lnSpc>
                <a:spcBef>
                  <a:spcPts val="0"/>
                </a:spcBef>
                <a:spcAft>
                  <a:spcPts val="0"/>
                </a:spcAft>
                <a:buClrTx/>
                <a:buSzTx/>
                <a:buFontTx/>
                <a:buNone/>
                <a:defRPr/>
              </a:pPr>
              <a:r>
                <a:rPr kumimoji="0" lang="zh-CN" altLang="en-US" sz="1865" b="0" i="0" u="none" strike="noStrike" kern="0" cap="none" spc="0" normalizeH="0" baseline="0" noProof="0" dirty="0">
                  <a:ln>
                    <a:noFill/>
                  </a:ln>
                  <a:solidFill>
                    <a:prstClr val="white"/>
                  </a:solidFill>
                  <a:effectLst/>
                  <a:uLnTx/>
                  <a:uFillTx/>
                  <a:latin typeface="思源黑体 CN Normal"/>
                  <a:ea typeface="思源黑体 CN Normal"/>
                  <a:cs typeface="+mn-cs"/>
                </a:rPr>
                <a:t>网点嘉年华、喜乐会</a:t>
              </a:r>
            </a:p>
          </p:txBody>
        </p:sp>
        <p:sp>
          <p:nvSpPr>
            <p:cNvPr id="65" name="文本框 64"/>
            <p:cNvSpPr txBox="1"/>
            <p:nvPr/>
          </p:nvSpPr>
          <p:spPr>
            <a:xfrm>
              <a:off x="6787515" y="208788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一日游活动</a:t>
              </a:r>
            </a:p>
          </p:txBody>
        </p:sp>
        <p:sp>
          <p:nvSpPr>
            <p:cNvPr id="66" name="文本框 65"/>
            <p:cNvSpPr txBox="1"/>
            <p:nvPr/>
          </p:nvSpPr>
          <p:spPr>
            <a:xfrm>
              <a:off x="6787515" y="3035935"/>
              <a:ext cx="1634490" cy="499110"/>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1865" b="0" i="0" u="none" strike="noStrike" kern="0" cap="none" spc="0" normalizeH="0" baseline="0" noProof="0">
                  <a:ln>
                    <a:noFill/>
                  </a:ln>
                  <a:solidFill>
                    <a:prstClr val="white"/>
                  </a:solidFill>
                  <a:effectLst/>
                  <a:uLnTx/>
                  <a:uFillTx/>
                  <a:latin typeface="思源黑体 CN Normal"/>
                  <a:ea typeface="思源黑体 CN Normal"/>
                  <a:cs typeface="+mn-cs"/>
                </a:rPr>
                <a:t>X</a:t>
              </a:r>
              <a:r>
                <a:rPr kumimoji="0" lang="zh-CN" altLang="en-US" sz="1865" b="0" i="0" u="none" strike="noStrike" kern="0" cap="none" spc="0" normalizeH="0" baseline="0" noProof="0">
                  <a:ln>
                    <a:noFill/>
                  </a:ln>
                  <a:solidFill>
                    <a:prstClr val="white"/>
                  </a:solidFill>
                  <a:effectLst/>
                  <a:uLnTx/>
                  <a:uFillTx/>
                  <a:latin typeface="思源黑体 CN Normal"/>
                  <a:ea typeface="思源黑体 CN Normal"/>
                  <a:cs typeface="+mn-cs"/>
                </a:rPr>
                <a:t>天</a:t>
              </a:r>
              <a:r>
                <a:rPr kumimoji="0" lang="en-US" altLang="zh-CN" sz="1865" b="0" i="0" u="none" strike="noStrike" kern="0" cap="none" spc="0" normalizeH="0" baseline="0" noProof="0">
                  <a:ln>
                    <a:noFill/>
                  </a:ln>
                  <a:solidFill>
                    <a:prstClr val="white"/>
                  </a:solidFill>
                  <a:effectLst/>
                  <a:uLnTx/>
                  <a:uFillTx/>
                  <a:latin typeface="思源黑体 CN Normal"/>
                  <a:ea typeface="思源黑体 CN Normal"/>
                  <a:cs typeface="+mn-cs"/>
                </a:rPr>
                <a:t>X</a:t>
              </a:r>
              <a:r>
                <a:rPr kumimoji="0" lang="zh-CN" altLang="en-US" sz="1865" b="0" i="0" u="none" strike="noStrike" kern="0" cap="none" spc="0" normalizeH="0" baseline="0" noProof="0">
                  <a:ln>
                    <a:noFill/>
                  </a:ln>
                  <a:solidFill>
                    <a:prstClr val="white"/>
                  </a:solidFill>
                  <a:effectLst/>
                  <a:uLnTx/>
                  <a:uFillTx/>
                  <a:latin typeface="思源黑体 CN Normal"/>
                  <a:ea typeface="思源黑体 CN Normal"/>
                  <a:cs typeface="+mn-cs"/>
                </a:rPr>
                <a:t>晚活动</a:t>
              </a:r>
            </a:p>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1865" b="0" i="0" u="none" strike="noStrike" kern="0" cap="none" spc="0" normalizeH="0" baseline="0" noProof="0">
                  <a:ln>
                    <a:noFill/>
                  </a:ln>
                  <a:solidFill>
                    <a:prstClr val="white"/>
                  </a:solidFill>
                  <a:effectLst/>
                  <a:uLnTx/>
                  <a:uFillTx/>
                  <a:latin typeface="思源黑体 CN Normal"/>
                  <a:ea typeface="思源黑体 CN Normal"/>
                  <a:cs typeface="+mn-cs"/>
                </a:rPr>
                <a:t>（结合服务）</a:t>
              </a:r>
            </a:p>
          </p:txBody>
        </p:sp>
        <p:sp>
          <p:nvSpPr>
            <p:cNvPr id="67" name="文本框 66"/>
            <p:cNvSpPr txBox="1"/>
            <p:nvPr/>
          </p:nvSpPr>
          <p:spPr>
            <a:xfrm>
              <a:off x="6787515" y="3950970"/>
              <a:ext cx="1634490" cy="345281"/>
            </a:xfrm>
            <a:prstGeom prst="rect">
              <a:avLst/>
            </a:prstGeom>
            <a:solidFill>
              <a:srgbClr val="9D3337"/>
            </a:solidFill>
            <a:ln>
              <a:noFill/>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prstClr val="white"/>
                  </a:solidFill>
                  <a:effectLst/>
                  <a:uLnTx/>
                  <a:uFillTx/>
                  <a:latin typeface="思源黑体 CN Normal"/>
                  <a:ea typeface="思源黑体 CN Normal"/>
                  <a:cs typeface="+mn-cs"/>
                </a:rPr>
                <a:t>私董会、法税</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zh-CN" altLang="en-US" dirty="0"/>
              <a:t>大客户</a:t>
            </a:r>
            <a:r>
              <a:rPr lang="en-US" altLang="zh-CN" dirty="0"/>
              <a:t>KYC</a:t>
            </a:r>
            <a:r>
              <a:rPr lang="zh-CN" altLang="en-US" dirty="0"/>
              <a:t>两大实操技能</a:t>
            </a:r>
          </a:p>
        </p:txBody>
      </p:sp>
      <p:sp>
        <p:nvSpPr>
          <p:cNvPr id="3" name="装饰  1"/>
          <p:cNvSpPr>
            <a:spLocks noGrp="1"/>
          </p:cNvSpPr>
          <p:nvPr>
            <p:ph type="body" idx="16390"/>
            <p:custDataLst>
              <p:tags r:id="rId3"/>
            </p:custDataLst>
          </p:nvPr>
        </p:nvSpPr>
        <p:spPr/>
        <p:txBody>
          <a:bodyPr/>
          <a:lstStyle/>
          <a:p>
            <a:r>
              <a:rPr lang="zh-CN" altLang="en-US"/>
              <a:t> </a:t>
            </a:r>
          </a:p>
        </p:txBody>
      </p:sp>
      <p:pic>
        <p:nvPicPr>
          <p:cNvPr id="17" name="图片占位符 16" descr="cc980df6-c160-11f0-9ca3-ce79206ae555"/>
          <p:cNvPicPr>
            <a:picLocks noGrp="1" noChangeAspect="1"/>
          </p:cNvPicPr>
          <p:nvPr>
            <p:ph type="pic" idx="16391"/>
            <p:custDataLst>
              <p:tags r:id="rId4"/>
            </p:custDataLst>
          </p:nvPr>
        </p:nvPicPr>
        <p:blipFill>
          <a:blip r:embed="rId12"/>
          <a:srcRect l="24759" b="14103"/>
          <a:stretch>
            <a:fillRect/>
          </a:stretch>
        </p:blipFill>
        <p:spPr>
          <a:xfrm>
            <a:off x="6248400" y="4332605"/>
            <a:ext cx="5334000" cy="2032000"/>
          </a:xfrm>
          <a:custGeom>
            <a:avLst/>
            <a:gdLst>
              <a:gd name="connisteX0" fmla="*/ 0 w 5334000"/>
              <a:gd name="connsiteY0" fmla="*/ 203200 h 2032000"/>
              <a:gd name="connisteX1" fmla="*/ 203200 w 5334000"/>
              <a:gd name="connsiteY1" fmla="*/ 0 h 2032000"/>
              <a:gd name="connisteX2" fmla="*/ 5130800 w 5334000"/>
              <a:gd name="connsiteY2" fmla="*/ 0 h 2032000"/>
              <a:gd name="connisteX3" fmla="*/ 5334000 w 5334000"/>
              <a:gd name="connsiteY3" fmla="*/ 203200 h 2032000"/>
              <a:gd name="connisteX4" fmla="*/ 5334000 w 5334000"/>
              <a:gd name="connsiteY4" fmla="*/ 2032000 h 2032000"/>
              <a:gd name="connisteX5" fmla="*/ 0 w 5334000"/>
              <a:gd name="connsiteY5" fmla="*/ 2032000 h 2032000"/>
              <a:gd name="connisteX6" fmla="*/ 0 w 53340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32000">
                <a:moveTo>
                  <a:pt x="0" y="203200"/>
                </a:moveTo>
                <a:cubicBezTo>
                  <a:pt x="0" y="90976"/>
                  <a:pt x="90976" y="0"/>
                  <a:pt x="203200" y="0"/>
                </a:cubicBezTo>
                <a:lnTo>
                  <a:pt x="5130800" y="0"/>
                </a:lnTo>
                <a:cubicBezTo>
                  <a:pt x="5243024" y="0"/>
                  <a:pt x="5334000" y="90976"/>
                  <a:pt x="5334000" y="203200"/>
                </a:cubicBezTo>
                <a:lnTo>
                  <a:pt x="5334000" y="2032000"/>
                </a:lnTo>
                <a:lnTo>
                  <a:pt x="0" y="2032000"/>
                </a:lnTo>
                <a:lnTo>
                  <a:pt x="0" y="203200"/>
                </a:lnTo>
                <a:close/>
              </a:path>
            </a:pathLst>
          </a:custGeom>
        </p:spPr>
      </p:pic>
      <p:sp>
        <p:nvSpPr>
          <p:cNvPr id="5" name="文本占位符 4"/>
          <p:cNvSpPr>
            <a:spLocks noGrp="1"/>
          </p:cNvSpPr>
          <p:nvPr>
            <p:ph type="body" idx="16386"/>
            <p:custDataLst>
              <p:tags r:id="rId5"/>
            </p:custDataLst>
          </p:nvPr>
        </p:nvSpPr>
        <p:spPr/>
        <p:txBody>
          <a:bodyPr/>
          <a:lstStyle/>
          <a:p>
            <a:r>
              <a:rPr lang="zh-CN" altLang="en-US" b="1">
                <a:solidFill>
                  <a:srgbClr val="C00000"/>
                </a:solidFill>
              </a:rPr>
              <a:t>非正式面谈</a:t>
            </a:r>
          </a:p>
        </p:txBody>
      </p:sp>
      <p:sp>
        <p:nvSpPr>
          <p:cNvPr id="6" name="文本占位符 5"/>
          <p:cNvSpPr>
            <a:spLocks noGrp="1"/>
          </p:cNvSpPr>
          <p:nvPr>
            <p:ph type="body" idx="16387"/>
            <p:custDataLst>
              <p:tags r:id="rId6"/>
            </p:custDataLst>
          </p:nvPr>
        </p:nvSpPr>
        <p:spPr/>
        <p:txBody>
          <a:bodyPr/>
          <a:lstStyle/>
          <a:p>
            <a:r>
              <a:rPr lang="en-US" altLang="zh-CN" sz="2000">
                <a:solidFill>
                  <a:srgbClr val="C00000"/>
                </a:solidFill>
              </a:rPr>
              <a:t>1</a:t>
            </a:r>
            <a:r>
              <a:rPr lang="zh-CN" altLang="en-US" sz="2000">
                <a:solidFill>
                  <a:srgbClr val="C00000"/>
                </a:solidFill>
              </a:rPr>
              <a:t>、超强沟通方向感（聊天就像填空题）</a:t>
            </a:r>
          </a:p>
          <a:p>
            <a:r>
              <a:rPr lang="en-US" altLang="zh-CN" sz="2000">
                <a:solidFill>
                  <a:srgbClr val="C00000"/>
                </a:solidFill>
              </a:rPr>
              <a:t>2</a:t>
            </a:r>
            <a:r>
              <a:rPr lang="zh-CN" altLang="en-US" sz="2000">
                <a:solidFill>
                  <a:srgbClr val="C00000"/>
                </a:solidFill>
              </a:rPr>
              <a:t>、柔性沟通技巧（善用开放式</a:t>
            </a:r>
            <a:r>
              <a:rPr lang="en-US" altLang="zh-CN" sz="2000">
                <a:solidFill>
                  <a:srgbClr val="C00000"/>
                </a:solidFill>
              </a:rPr>
              <a:t>+</a:t>
            </a:r>
            <a:r>
              <a:rPr lang="zh-CN" altLang="en-US" sz="2000">
                <a:solidFill>
                  <a:srgbClr val="C00000"/>
                </a:solidFill>
              </a:rPr>
              <a:t>封闭式）</a:t>
            </a:r>
          </a:p>
          <a:p>
            <a:r>
              <a:rPr lang="en-US" altLang="zh-CN" sz="2000">
                <a:solidFill>
                  <a:srgbClr val="C00000"/>
                </a:solidFill>
              </a:rPr>
              <a:t>3</a:t>
            </a:r>
            <a:r>
              <a:rPr lang="zh-CN" altLang="en-US" sz="2000">
                <a:solidFill>
                  <a:srgbClr val="C00000"/>
                </a:solidFill>
              </a:rPr>
              <a:t>、目标明确：五次成型</a:t>
            </a:r>
          </a:p>
          <a:p>
            <a:endParaRPr lang="zh-CN" altLang="en-US" sz="2000">
              <a:solidFill>
                <a:srgbClr val="C00000"/>
              </a:solidFill>
            </a:endParaRPr>
          </a:p>
        </p:txBody>
      </p:sp>
      <p:sp>
        <p:nvSpPr>
          <p:cNvPr id="7" name="装饰  5"/>
          <p:cNvSpPr>
            <a:spLocks noGrp="1"/>
          </p:cNvSpPr>
          <p:nvPr>
            <p:ph type="body" idx="16392"/>
            <p:custDataLst>
              <p:tags r:id="rId7"/>
            </p:custDataLst>
          </p:nvPr>
        </p:nvSpPr>
        <p:spPr/>
        <p:txBody>
          <a:bodyPr/>
          <a:lstStyle/>
          <a:p>
            <a:r>
              <a:rPr lang="zh-CN" altLang="en-US"/>
              <a:t> </a:t>
            </a:r>
          </a:p>
        </p:txBody>
      </p:sp>
      <p:pic>
        <p:nvPicPr>
          <p:cNvPr id="18" name="图片占位符 17" descr="cc980d19-c160-11f0-9ca3-ce79206ae555"/>
          <p:cNvPicPr>
            <a:picLocks noGrp="1" noChangeAspect="1"/>
          </p:cNvPicPr>
          <p:nvPr>
            <p:ph type="pic" idx="16393"/>
            <p:custDataLst>
              <p:tags r:id="rId8"/>
            </p:custDataLst>
          </p:nvPr>
        </p:nvPicPr>
        <p:blipFill>
          <a:blip r:embed="rId13"/>
          <a:srcRect r="23075" b="12179"/>
          <a:stretch>
            <a:fillRect/>
          </a:stretch>
        </p:blipFill>
        <p:spPr>
          <a:xfrm>
            <a:off x="609600" y="1524000"/>
            <a:ext cx="5334000" cy="2032000"/>
          </a:xfrm>
          <a:custGeom>
            <a:avLst/>
            <a:gdLst>
              <a:gd name="connisteX0" fmla="*/ 0 w 5334000"/>
              <a:gd name="connsiteY0" fmla="*/ 0 h 2032000"/>
              <a:gd name="connisteX1" fmla="*/ 5334000 w 5334000"/>
              <a:gd name="connsiteY1" fmla="*/ 0 h 2032000"/>
              <a:gd name="connisteX2" fmla="*/ 5334000 w 5334000"/>
              <a:gd name="connsiteY2" fmla="*/ 1828800 h 2032000"/>
              <a:gd name="connisteX3" fmla="*/ 5130800 w 5334000"/>
              <a:gd name="connsiteY3" fmla="*/ 2032000 h 2032000"/>
              <a:gd name="connisteX4" fmla="*/ 203200 w 5334000"/>
              <a:gd name="connsiteY4" fmla="*/ 2032000 h 2032000"/>
              <a:gd name="connisteX5" fmla="*/ 0 w 5334000"/>
              <a:gd name="connsiteY5" fmla="*/ 1828800 h 2032000"/>
              <a:gd name="connisteX6" fmla="*/ 0 w 53340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32000">
                <a:moveTo>
                  <a:pt x="0" y="0"/>
                </a:moveTo>
                <a:lnTo>
                  <a:pt x="5334000" y="0"/>
                </a:lnTo>
                <a:lnTo>
                  <a:pt x="5334000" y="1828800"/>
                </a:lnTo>
                <a:cubicBezTo>
                  <a:pt x="5334000" y="1941024"/>
                  <a:pt x="5243024" y="2032000"/>
                  <a:pt x="5130800" y="2032000"/>
                </a:cubicBezTo>
                <a:lnTo>
                  <a:pt x="203200" y="2032000"/>
                </a:lnTo>
                <a:cubicBezTo>
                  <a:pt x="90976" y="2032000"/>
                  <a:pt x="0" y="1941024"/>
                  <a:pt x="0" y="1828800"/>
                </a:cubicBezTo>
                <a:lnTo>
                  <a:pt x="0" y="0"/>
                </a:lnTo>
                <a:close/>
              </a:path>
            </a:pathLst>
          </a:custGeom>
        </p:spPr>
      </p:pic>
      <p:sp>
        <p:nvSpPr>
          <p:cNvPr id="9" name="文本占位符 8"/>
          <p:cNvSpPr>
            <a:spLocks noGrp="1"/>
          </p:cNvSpPr>
          <p:nvPr>
            <p:ph type="body" idx="16388"/>
            <p:custDataLst>
              <p:tags r:id="rId9"/>
            </p:custDataLst>
          </p:nvPr>
        </p:nvSpPr>
        <p:spPr/>
        <p:txBody>
          <a:bodyPr/>
          <a:lstStyle/>
          <a:p>
            <a:r>
              <a:rPr lang="zh-CN" altLang="en-US" b="1"/>
              <a:t>正式面谈</a:t>
            </a:r>
          </a:p>
        </p:txBody>
      </p:sp>
      <p:sp>
        <p:nvSpPr>
          <p:cNvPr id="10" name="文本占位符 9"/>
          <p:cNvSpPr>
            <a:spLocks noGrp="1"/>
          </p:cNvSpPr>
          <p:nvPr>
            <p:ph type="body" idx="16389"/>
            <p:custDataLst>
              <p:tags r:id="rId10"/>
            </p:custDataLst>
          </p:nvPr>
        </p:nvSpPr>
        <p:spPr/>
        <p:txBody>
          <a:bodyPr/>
          <a:lstStyle/>
          <a:p>
            <a:r>
              <a:rPr lang="en-US" altLang="zh-CN" sz="2000"/>
              <a:t>1</a:t>
            </a:r>
            <a:r>
              <a:rPr lang="zh-CN" altLang="en-US" sz="2000"/>
              <a:t>、专业的自己介绍确定沟通主场</a:t>
            </a:r>
          </a:p>
          <a:p>
            <a:r>
              <a:rPr lang="en-US" altLang="zh-CN" sz="2000"/>
              <a:t>2</a:t>
            </a:r>
            <a:r>
              <a:rPr lang="zh-CN" altLang="en-US" sz="2000"/>
              <a:t>、</a:t>
            </a:r>
            <a:r>
              <a:rPr lang="en-US" altLang="zh-CN" sz="2000"/>
              <a:t>9</a:t>
            </a:r>
            <a:r>
              <a:rPr lang="zh-CN" altLang="en-US" sz="2000"/>
              <a:t>大类</a:t>
            </a:r>
            <a:r>
              <a:rPr lang="en-US" altLang="zh-CN" sz="2000"/>
              <a:t>52</a:t>
            </a:r>
            <a:r>
              <a:rPr lang="zh-CN" altLang="en-US" sz="2000"/>
              <a:t>个细项的梳理</a:t>
            </a:r>
          </a:p>
          <a:p>
            <a:r>
              <a:rPr lang="en-US" altLang="zh-CN" sz="2000"/>
              <a:t>3</a:t>
            </a:r>
            <a:r>
              <a:rPr lang="zh-CN" altLang="en-US" sz="2000"/>
              <a:t>、专业梳理关注点</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82675" y="596900"/>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a:ln>
                  <a:noFill/>
                </a:ln>
                <a:solidFill>
                  <a:srgbClr val="F85208"/>
                </a:solidFill>
                <a:effectLst/>
                <a:uLnTx/>
                <a:uFillTx/>
                <a:latin typeface="微软雅黑" panose="020B0503020204020204" charset="-122"/>
                <a:ea typeface="微软雅黑" panose="020B0503020204020204" charset="-122"/>
                <a:cs typeface="微软雅黑" panose="020B0503020204020204" charset="-122"/>
                <a:sym typeface="+mn-ea"/>
              </a:rPr>
              <a:t>了解客户的家庭状况</a:t>
            </a:r>
            <a:endParaRPr kumimoji="0" lang="zh-CN" altLang="en-US" sz="3200" b="1" i="0" u="none" strike="noStrike" kern="1200" cap="none" spc="0" normalizeH="0" baseline="0" noProof="0">
              <a:ln>
                <a:noFill/>
              </a:ln>
              <a:solidFill>
                <a:srgbClr val="F85208"/>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52" name="组合 51"/>
          <p:cNvGrpSpPr/>
          <p:nvPr/>
        </p:nvGrpSpPr>
        <p:grpSpPr>
          <a:xfrm>
            <a:off x="1143635" y="1734185"/>
            <a:ext cx="5898515" cy="4046855"/>
            <a:chOff x="193" y="2230"/>
            <a:chExt cx="11881" cy="7445"/>
          </a:xfrm>
        </p:grpSpPr>
        <p:sp>
          <p:nvSpPr>
            <p:cNvPr id="2" name="圆角矩形 1"/>
            <p:cNvSpPr/>
            <p:nvPr/>
          </p:nvSpPr>
          <p:spPr>
            <a:xfrm>
              <a:off x="904" y="2230"/>
              <a:ext cx="1167" cy="764"/>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 name="圆角矩形 2"/>
            <p:cNvSpPr/>
            <p:nvPr/>
          </p:nvSpPr>
          <p:spPr>
            <a:xfrm>
              <a:off x="2775" y="2230"/>
              <a:ext cx="1167" cy="764"/>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5" name="圆角矩形 4"/>
            <p:cNvSpPr/>
            <p:nvPr/>
          </p:nvSpPr>
          <p:spPr>
            <a:xfrm>
              <a:off x="5515" y="2230"/>
              <a:ext cx="1167" cy="764"/>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6" name="圆角矩形 5"/>
            <p:cNvSpPr/>
            <p:nvPr/>
          </p:nvSpPr>
          <p:spPr>
            <a:xfrm>
              <a:off x="7386" y="2230"/>
              <a:ext cx="1167" cy="764"/>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cxnSp>
          <p:nvCxnSpPr>
            <p:cNvPr id="7" name="直接连接符 6"/>
            <p:cNvCxnSpPr>
              <a:stCxn id="2" idx="3"/>
            </p:cNvCxnSpPr>
            <p:nvPr/>
          </p:nvCxnSpPr>
          <p:spPr>
            <a:xfrm>
              <a:off x="2071" y="2612"/>
              <a:ext cx="704"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8" name="直接连接符 7"/>
            <p:cNvCxnSpPr/>
            <p:nvPr/>
          </p:nvCxnSpPr>
          <p:spPr>
            <a:xfrm>
              <a:off x="6682" y="2612"/>
              <a:ext cx="704"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9" name="直接连接符 8"/>
            <p:cNvCxnSpPr/>
            <p:nvPr/>
          </p:nvCxnSpPr>
          <p:spPr>
            <a:xfrm>
              <a:off x="2422" y="2612"/>
              <a:ext cx="2" cy="130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直接连接符 9"/>
            <p:cNvCxnSpPr/>
            <p:nvPr/>
          </p:nvCxnSpPr>
          <p:spPr>
            <a:xfrm>
              <a:off x="623" y="3920"/>
              <a:ext cx="3341" cy="2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直接连接符 10"/>
            <p:cNvCxnSpPr/>
            <p:nvPr/>
          </p:nvCxnSpPr>
          <p:spPr>
            <a:xfrm>
              <a:off x="7070" y="2612"/>
              <a:ext cx="2" cy="130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2" name="直接连接符 11"/>
            <p:cNvCxnSpPr/>
            <p:nvPr/>
          </p:nvCxnSpPr>
          <p:spPr>
            <a:xfrm>
              <a:off x="5413" y="3920"/>
              <a:ext cx="3642"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3" name="直接连接符 12"/>
            <p:cNvCxnSpPr/>
            <p:nvPr/>
          </p:nvCxnSpPr>
          <p:spPr>
            <a:xfrm>
              <a:off x="3940" y="3940"/>
              <a:ext cx="2" cy="967"/>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p:cNvCxnSpPr/>
            <p:nvPr/>
          </p:nvCxnSpPr>
          <p:spPr>
            <a:xfrm>
              <a:off x="623" y="3940"/>
              <a:ext cx="2" cy="967"/>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p:cNvCxnSpPr/>
            <p:nvPr/>
          </p:nvCxnSpPr>
          <p:spPr>
            <a:xfrm>
              <a:off x="5411" y="3920"/>
              <a:ext cx="2" cy="967"/>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p:cNvCxnSpPr/>
            <p:nvPr/>
          </p:nvCxnSpPr>
          <p:spPr>
            <a:xfrm>
              <a:off x="7068" y="3920"/>
              <a:ext cx="2" cy="967"/>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p:cNvCxnSpPr/>
            <p:nvPr/>
          </p:nvCxnSpPr>
          <p:spPr>
            <a:xfrm>
              <a:off x="9055" y="3940"/>
              <a:ext cx="2" cy="967"/>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8" name="圆角矩形 17"/>
            <p:cNvSpPr/>
            <p:nvPr/>
          </p:nvSpPr>
          <p:spPr>
            <a:xfrm>
              <a:off x="193" y="4887"/>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19" name="圆角矩形 18"/>
            <p:cNvSpPr/>
            <p:nvPr/>
          </p:nvSpPr>
          <p:spPr>
            <a:xfrm>
              <a:off x="1862" y="4907"/>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20" name="圆角矩形 19"/>
            <p:cNvSpPr/>
            <p:nvPr/>
          </p:nvSpPr>
          <p:spPr>
            <a:xfrm>
              <a:off x="3510" y="4907"/>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21" name="圆角矩形 20"/>
            <p:cNvSpPr/>
            <p:nvPr/>
          </p:nvSpPr>
          <p:spPr>
            <a:xfrm>
              <a:off x="6682" y="4907"/>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22" name="圆角矩形 21"/>
            <p:cNvSpPr/>
            <p:nvPr/>
          </p:nvSpPr>
          <p:spPr>
            <a:xfrm>
              <a:off x="4981" y="4907"/>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23" name="圆角矩形 22"/>
            <p:cNvSpPr/>
            <p:nvPr/>
          </p:nvSpPr>
          <p:spPr>
            <a:xfrm>
              <a:off x="8625" y="4887"/>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cxnSp>
          <p:nvCxnSpPr>
            <p:cNvPr id="24" name="直接连接符 23"/>
            <p:cNvCxnSpPr/>
            <p:nvPr/>
          </p:nvCxnSpPr>
          <p:spPr>
            <a:xfrm>
              <a:off x="2706" y="5289"/>
              <a:ext cx="807" cy="2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5" name="直接连接符 24"/>
            <p:cNvCxnSpPr>
              <a:stCxn id="20" idx="3"/>
            </p:cNvCxnSpPr>
            <p:nvPr/>
          </p:nvCxnSpPr>
          <p:spPr>
            <a:xfrm flipV="1">
              <a:off x="4372" y="5269"/>
              <a:ext cx="609" cy="2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6" name="直接连接符 25"/>
            <p:cNvCxnSpPr/>
            <p:nvPr/>
          </p:nvCxnSpPr>
          <p:spPr>
            <a:xfrm flipH="1">
              <a:off x="3099" y="5289"/>
              <a:ext cx="9" cy="163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7" name="直接连接符 26"/>
            <p:cNvCxnSpPr/>
            <p:nvPr/>
          </p:nvCxnSpPr>
          <p:spPr>
            <a:xfrm>
              <a:off x="4681" y="5289"/>
              <a:ext cx="8" cy="925"/>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8" name="直接连接符 27"/>
            <p:cNvCxnSpPr/>
            <p:nvPr/>
          </p:nvCxnSpPr>
          <p:spPr>
            <a:xfrm>
              <a:off x="4152" y="6255"/>
              <a:ext cx="1021"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9" name="直接连接符 28"/>
            <p:cNvCxnSpPr/>
            <p:nvPr/>
          </p:nvCxnSpPr>
          <p:spPr>
            <a:xfrm>
              <a:off x="4152" y="6234"/>
              <a:ext cx="13" cy="624"/>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5160" y="6275"/>
              <a:ext cx="13" cy="624"/>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31" name="圆角矩形 30"/>
            <p:cNvSpPr/>
            <p:nvPr/>
          </p:nvSpPr>
          <p:spPr>
            <a:xfrm>
              <a:off x="1248" y="6899"/>
              <a:ext cx="862" cy="764"/>
            </a:xfrm>
            <a:prstGeom prst="roundRect">
              <a:avLst/>
            </a:prstGeom>
            <a:solidFill>
              <a:srgbClr val="AAAA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2" name="圆角矩形 31"/>
            <p:cNvSpPr/>
            <p:nvPr/>
          </p:nvSpPr>
          <p:spPr>
            <a:xfrm>
              <a:off x="3727" y="6899"/>
              <a:ext cx="862" cy="764"/>
            </a:xfrm>
            <a:prstGeom prst="roundRect">
              <a:avLst/>
            </a:prstGeom>
            <a:solidFill>
              <a:srgbClr val="AAAA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3" name="圆角矩形 32"/>
            <p:cNvSpPr/>
            <p:nvPr/>
          </p:nvSpPr>
          <p:spPr>
            <a:xfrm>
              <a:off x="4736" y="6899"/>
              <a:ext cx="862" cy="764"/>
            </a:xfrm>
            <a:prstGeom prst="roundRect">
              <a:avLst/>
            </a:prstGeom>
            <a:solidFill>
              <a:srgbClr val="AAAA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4" name="圆角矩形 33"/>
            <p:cNvSpPr/>
            <p:nvPr/>
          </p:nvSpPr>
          <p:spPr>
            <a:xfrm>
              <a:off x="2644" y="6899"/>
              <a:ext cx="862" cy="764"/>
            </a:xfrm>
            <a:prstGeom prst="roundRect">
              <a:avLst/>
            </a:prstGeom>
            <a:solidFill>
              <a:srgbClr val="AAAA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5" name="圆角矩形 34"/>
            <p:cNvSpPr/>
            <p:nvPr/>
          </p:nvSpPr>
          <p:spPr>
            <a:xfrm>
              <a:off x="6206" y="6899"/>
              <a:ext cx="862" cy="764"/>
            </a:xfrm>
            <a:prstGeom prst="roundRect">
              <a:avLst/>
            </a:prstGeom>
            <a:solidFill>
              <a:srgbClr val="AAAA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cxnSp>
          <p:nvCxnSpPr>
            <p:cNvPr id="36" name="直接连接符 35"/>
            <p:cNvCxnSpPr>
              <a:endCxn id="34" idx="1"/>
            </p:cNvCxnSpPr>
            <p:nvPr/>
          </p:nvCxnSpPr>
          <p:spPr>
            <a:xfrm>
              <a:off x="2131" y="7281"/>
              <a:ext cx="533"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7" name="直接连接符 36"/>
            <p:cNvCxnSpPr/>
            <p:nvPr/>
          </p:nvCxnSpPr>
          <p:spPr>
            <a:xfrm flipH="1">
              <a:off x="2373" y="7281"/>
              <a:ext cx="9" cy="163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8" name="直接连接符 37"/>
            <p:cNvCxnSpPr>
              <a:endCxn id="35" idx="1"/>
            </p:cNvCxnSpPr>
            <p:nvPr/>
          </p:nvCxnSpPr>
          <p:spPr>
            <a:xfrm>
              <a:off x="5598" y="7281"/>
              <a:ext cx="608"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9" name="直接连接符 38"/>
            <p:cNvCxnSpPr/>
            <p:nvPr/>
          </p:nvCxnSpPr>
          <p:spPr>
            <a:xfrm flipH="1">
              <a:off x="5897" y="7281"/>
              <a:ext cx="9" cy="163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40" name="圆角矩形 39"/>
            <p:cNvSpPr/>
            <p:nvPr/>
          </p:nvSpPr>
          <p:spPr>
            <a:xfrm>
              <a:off x="1946" y="8911"/>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41" name="圆角矩形 40"/>
            <p:cNvSpPr/>
            <p:nvPr/>
          </p:nvSpPr>
          <p:spPr>
            <a:xfrm>
              <a:off x="5471" y="8911"/>
              <a:ext cx="862" cy="7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42" name="矩形 41"/>
            <p:cNvSpPr/>
            <p:nvPr/>
          </p:nvSpPr>
          <p:spPr>
            <a:xfrm>
              <a:off x="10444" y="2230"/>
              <a:ext cx="1631" cy="8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a:ln>
                    <a:noFill/>
                  </a:ln>
                  <a:solidFill>
                    <a:srgbClr val="ED7D31">
                      <a:lumMod val="75000"/>
                    </a:srgbClr>
                  </a:solidFill>
                  <a:effectLst/>
                  <a:uLnTx/>
                  <a:uFillTx/>
                  <a:latin typeface="Calibri" panose="020F0502020204030204"/>
                  <a:ea typeface="微软雅黑" panose="020B0503020204020204" charset="-122"/>
                  <a:cs typeface="+mn-cs"/>
                </a:rPr>
                <a:t>父辈</a:t>
              </a:r>
            </a:p>
          </p:txBody>
        </p:sp>
        <p:sp>
          <p:nvSpPr>
            <p:cNvPr id="43" name="左箭头 42"/>
            <p:cNvSpPr/>
            <p:nvPr/>
          </p:nvSpPr>
          <p:spPr>
            <a:xfrm>
              <a:off x="9527" y="2442"/>
              <a:ext cx="917" cy="442"/>
            </a:xfrm>
            <a:prstGeom prst="lef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44" name="矩形 43"/>
            <p:cNvSpPr/>
            <p:nvPr/>
          </p:nvSpPr>
          <p:spPr>
            <a:xfrm>
              <a:off x="10444" y="4786"/>
              <a:ext cx="1631" cy="86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a:ln>
                    <a:noFill/>
                  </a:ln>
                  <a:solidFill>
                    <a:srgbClr val="ED7D31">
                      <a:lumMod val="75000"/>
                    </a:srgbClr>
                  </a:solidFill>
                  <a:effectLst/>
                  <a:uLnTx/>
                  <a:uFillTx/>
                  <a:latin typeface="Calibri" panose="020F0502020204030204"/>
                  <a:ea typeface="微软雅黑" panose="020B0503020204020204" charset="-122"/>
                  <a:cs typeface="+mn-cs"/>
                </a:rPr>
                <a:t>平辈</a:t>
              </a:r>
            </a:p>
          </p:txBody>
        </p:sp>
        <p:sp>
          <p:nvSpPr>
            <p:cNvPr id="45" name="左箭头 44"/>
            <p:cNvSpPr/>
            <p:nvPr/>
          </p:nvSpPr>
          <p:spPr>
            <a:xfrm>
              <a:off x="9527" y="4998"/>
              <a:ext cx="917" cy="442"/>
            </a:xfrm>
            <a:prstGeom prst="lef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46" name="矩形 45"/>
            <p:cNvSpPr/>
            <p:nvPr/>
          </p:nvSpPr>
          <p:spPr>
            <a:xfrm>
              <a:off x="10444" y="6798"/>
              <a:ext cx="1631" cy="8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a:ln>
                    <a:noFill/>
                  </a:ln>
                  <a:solidFill>
                    <a:srgbClr val="ED7D31">
                      <a:lumMod val="75000"/>
                    </a:srgbClr>
                  </a:solidFill>
                  <a:effectLst/>
                  <a:uLnTx/>
                  <a:uFillTx/>
                  <a:latin typeface="Calibri" panose="020F0502020204030204"/>
                  <a:ea typeface="微软雅黑" panose="020B0503020204020204" charset="-122"/>
                  <a:cs typeface="+mn-cs"/>
                </a:rPr>
                <a:t>子辈</a:t>
              </a:r>
            </a:p>
          </p:txBody>
        </p:sp>
        <p:sp>
          <p:nvSpPr>
            <p:cNvPr id="47" name="左箭头 46"/>
            <p:cNvSpPr/>
            <p:nvPr/>
          </p:nvSpPr>
          <p:spPr>
            <a:xfrm>
              <a:off x="9527" y="7010"/>
              <a:ext cx="917" cy="442"/>
            </a:xfrm>
            <a:prstGeom prst="lef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48" name="矩形 47"/>
            <p:cNvSpPr/>
            <p:nvPr/>
          </p:nvSpPr>
          <p:spPr>
            <a:xfrm>
              <a:off x="10444" y="8810"/>
              <a:ext cx="1631" cy="86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a:ln>
                    <a:noFill/>
                  </a:ln>
                  <a:solidFill>
                    <a:srgbClr val="ED7D31">
                      <a:lumMod val="75000"/>
                    </a:srgbClr>
                  </a:solidFill>
                  <a:effectLst/>
                  <a:uLnTx/>
                  <a:uFillTx/>
                  <a:latin typeface="Calibri" panose="020F0502020204030204"/>
                  <a:ea typeface="微软雅黑" panose="020B0503020204020204" charset="-122"/>
                  <a:cs typeface="+mn-cs"/>
                </a:rPr>
                <a:t>孙辈</a:t>
              </a:r>
            </a:p>
          </p:txBody>
        </p:sp>
        <p:sp>
          <p:nvSpPr>
            <p:cNvPr id="49" name="左箭头 48"/>
            <p:cNvSpPr/>
            <p:nvPr/>
          </p:nvSpPr>
          <p:spPr>
            <a:xfrm>
              <a:off x="9527" y="9022"/>
              <a:ext cx="917" cy="442"/>
            </a:xfrm>
            <a:prstGeom prst="lef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sp>
        <p:nvSpPr>
          <p:cNvPr id="50" name="文本框 49"/>
          <p:cNvSpPr txBox="1"/>
          <p:nvPr/>
        </p:nvSpPr>
        <p:spPr>
          <a:xfrm>
            <a:off x="7703185" y="596900"/>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a:ln>
                  <a:noFill/>
                </a:ln>
                <a:solidFill>
                  <a:srgbClr val="F85208"/>
                </a:solidFill>
                <a:effectLst/>
                <a:uLnTx/>
                <a:uFillTx/>
                <a:latin typeface="Calibri" panose="020F0502020204030204"/>
                <a:ea typeface="微软雅黑" panose="020B0503020204020204" charset="-122"/>
                <a:cs typeface="+mn-cs"/>
              </a:rPr>
              <a:t>关键点</a:t>
            </a:r>
          </a:p>
        </p:txBody>
      </p:sp>
      <p:sp>
        <p:nvSpPr>
          <p:cNvPr id="51" name="文本框 50"/>
          <p:cNvSpPr txBox="1"/>
          <p:nvPr/>
        </p:nvSpPr>
        <p:spPr>
          <a:xfrm>
            <a:off x="7379970" y="1517015"/>
            <a:ext cx="4290060" cy="38461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2000" b="1"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、以客户为中心补齐四层关系</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2</a:t>
            </a:r>
            <a:r>
              <a:rPr kumimoji="0" lang="zh-CN" altLang="en-US" sz="2000" b="1"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、横向代表婚姻</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同一层之间有横线为婚姻关系，无横线为兄弟姐妹关系，两根横线代表两段婚姻关系。</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父母不在的不画兄弟姐妹</a:t>
            </a:r>
            <a:r>
              <a:rPr kumimoji="0" lang="en-US" altLang="zh-CN"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离异家庭无子女的不画前妻</a:t>
            </a:r>
            <a:r>
              <a:rPr kumimoji="0" lang="en-US" altLang="zh-CN"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夫）</a:t>
            </a:r>
            <a:endParaRPr kumimoji="0" lang="en-US" altLang="zh-CN" sz="1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2000" b="1"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、聊结构图的时候一定要适时了解收入情况。</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rgbClr val="ED7D31">
                    <a:lumMod val="75000"/>
                  </a:srgbClr>
                </a:solidFill>
                <a:effectLst/>
                <a:uLnTx/>
                <a:uFillTx/>
                <a:latin typeface="微软雅黑" panose="020B0503020204020204" charset="-122"/>
                <a:ea typeface="微软雅黑" panose="020B0503020204020204" charset="-122"/>
                <a:cs typeface="微软雅黑" panose="020B0503020204020204" charset="-122"/>
              </a:rPr>
              <a:t>父母辈了解退休情况、社保、存量资金等。兄弟姐妹了解经济情况，客户核心家庭了解夫妻双方收入和其他收入结构。孩子了解年龄，学校，支出。</a:t>
            </a:r>
          </a:p>
        </p:txBody>
      </p:sp>
    </p:spTree>
  </p:cSld>
  <p:clrMapOvr>
    <a:masterClrMapping/>
  </p:clrMapOvr>
  <mc:AlternateContent xmlns:mc="http://schemas.openxmlformats.org/markup-compatibility/2006" xmlns:p14="http://schemas.microsoft.com/office/powerpoint/2010/main">
    <mc:Choice Requires="p14">
      <p:transition spd="slow" p14:dur="1500" advClick="0">
        <p14:conveyor dir="l"/>
      </p:transition>
    </mc:Choice>
    <mc:Fallback xmlns="">
      <p:transition spd="slow"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595630" y="314960"/>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家庭的年收支结构图</a:t>
            </a:r>
          </a:p>
        </p:txBody>
      </p:sp>
      <p:graphicFrame>
        <p:nvGraphicFramePr>
          <p:cNvPr id="2" name="表格 1"/>
          <p:cNvGraphicFramePr/>
          <p:nvPr>
            <p:custDataLst>
              <p:tags r:id="rId2"/>
            </p:custDataLst>
          </p:nvPr>
        </p:nvGraphicFramePr>
        <p:xfrm>
          <a:off x="685801" y="1236980"/>
          <a:ext cx="2943224" cy="4787265"/>
        </p:xfrm>
        <a:graphic>
          <a:graphicData uri="http://schemas.openxmlformats.org/drawingml/2006/table">
            <a:tbl>
              <a:tblPr firstRow="1" bandRow="1">
                <a:tableStyleId>{5C22544A-7EE6-4342-B048-85BDC9FD1C3A}</a:tableStyleId>
              </a:tblPr>
              <a:tblGrid>
                <a:gridCol w="1027334">
                  <a:extLst>
                    <a:ext uri="{9D8B030D-6E8A-4147-A177-3AD203B41FA5}">
                      <a16:colId xmlns:a16="http://schemas.microsoft.com/office/drawing/2014/main" val="20000"/>
                    </a:ext>
                  </a:extLst>
                </a:gridCol>
                <a:gridCol w="1027334">
                  <a:extLst>
                    <a:ext uri="{9D8B030D-6E8A-4147-A177-3AD203B41FA5}">
                      <a16:colId xmlns:a16="http://schemas.microsoft.com/office/drawing/2014/main" val="20001"/>
                    </a:ext>
                  </a:extLst>
                </a:gridCol>
                <a:gridCol w="888556">
                  <a:extLst>
                    <a:ext uri="{9D8B030D-6E8A-4147-A177-3AD203B41FA5}">
                      <a16:colId xmlns:a16="http://schemas.microsoft.com/office/drawing/2014/main" val="20002"/>
                    </a:ext>
                  </a:extLst>
                </a:gridCol>
              </a:tblGrid>
              <a:tr h="862330">
                <a:tc gridSpan="3">
                  <a:txBody>
                    <a:bodyPr/>
                    <a:lstStyle/>
                    <a:p>
                      <a:pPr algn="ctr">
                        <a:buNone/>
                      </a:pPr>
                      <a:r>
                        <a:rPr lang="zh-CN" altLang="en-US" sz="3200" dirty="0">
                          <a:solidFill>
                            <a:schemeClr val="bg1"/>
                          </a:solidFill>
                        </a:rPr>
                        <a:t>家庭年收入</a:t>
                      </a:r>
                    </a:p>
                  </a:txBody>
                  <a:tcPr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85208"/>
                    </a:solidFill>
                  </a:tcPr>
                </a:tc>
                <a:tc hMerge="1">
                  <a:txBody>
                    <a:bodyPr/>
                    <a:lstStyle/>
                    <a:p>
                      <a:endParaRPr lang="zh-CN"/>
                    </a:p>
                  </a:txBody>
                  <a:tcPr>
                    <a:lnT w="9525">
                      <a:solidFill>
                        <a:srgbClr val="646464"/>
                      </a:solidFill>
                      <a:prstDash val="sysDash"/>
                    </a:lnT>
                    <a:lnB w="28575">
                      <a:solidFill>
                        <a:srgbClr val="646464"/>
                      </a:solidFill>
                      <a:prstDash val="solid"/>
                    </a:lnB>
                    <a:solidFill>
                      <a:prstClr val="black"/>
                    </a:solidFill>
                  </a:tcPr>
                </a:tc>
                <a:tc hMerge="1">
                  <a:txBody>
                    <a:bodyPr/>
                    <a:lstStyle/>
                    <a:p>
                      <a:endParaRPr lang="zh-CN"/>
                    </a:p>
                  </a:txBody>
                  <a:tcPr>
                    <a:lnR w="9525">
                      <a:solidFill>
                        <a:srgbClr val="646464"/>
                      </a:solidFill>
                      <a:prstDash val="sysDash"/>
                    </a:lnR>
                    <a:lnT w="9525">
                      <a:solidFill>
                        <a:srgbClr val="646464"/>
                      </a:solidFill>
                      <a:prstDash val="sysDash"/>
                    </a:lnT>
                    <a:lnB w="28575">
                      <a:solidFill>
                        <a:srgbClr val="646464"/>
                      </a:solidFill>
                      <a:prstDash val="solid"/>
                    </a:lnB>
                    <a:solidFill>
                      <a:prstClr val="black"/>
                    </a:solidFill>
                  </a:tcPr>
                </a:tc>
                <a:extLst>
                  <a:ext uri="{0D108BD9-81ED-4DB2-BD59-A6C34878D82A}">
                    <a16:rowId xmlns:a16="http://schemas.microsoft.com/office/drawing/2014/main" val="10000"/>
                  </a:ext>
                </a:extLst>
              </a:tr>
              <a:tr h="3018155">
                <a:tc>
                  <a:txBody>
                    <a:bodyPr/>
                    <a:lstStyle/>
                    <a:p>
                      <a:pPr algn="ctr">
                        <a:buNone/>
                      </a:pPr>
                      <a:r>
                        <a:rPr lang="zh-CN" altLang="en-US" sz="2000" b="1" dirty="0">
                          <a:solidFill>
                            <a:srgbClr val="F85208"/>
                          </a:solidFill>
                        </a:rPr>
                        <a:t>来源</a:t>
                      </a:r>
                    </a:p>
                    <a:p>
                      <a:pPr algn="ctr">
                        <a:buNone/>
                      </a:pPr>
                      <a:endParaRPr lang="zh-CN" altLang="en-US" sz="2000" b="1" dirty="0">
                        <a:solidFill>
                          <a:srgbClr val="F85208"/>
                        </a:solidFill>
                      </a:endParaRPr>
                    </a:p>
                    <a:p>
                      <a:pPr algn="ctr">
                        <a:buNone/>
                      </a:pPr>
                      <a:r>
                        <a:rPr lang="zh-CN" altLang="en-US" sz="2000" b="1" dirty="0">
                          <a:solidFill>
                            <a:srgbClr val="F85208"/>
                          </a:solidFill>
                        </a:rPr>
                        <a:t>企业</a:t>
                      </a:r>
                    </a:p>
                    <a:p>
                      <a:pPr algn="ctr">
                        <a:buNone/>
                      </a:pPr>
                      <a:endParaRPr lang="zh-CN" altLang="en-US" sz="2000" b="1" dirty="0">
                        <a:solidFill>
                          <a:srgbClr val="F85208"/>
                        </a:solidFill>
                      </a:endParaRPr>
                    </a:p>
                    <a:p>
                      <a:pPr algn="ctr">
                        <a:buNone/>
                      </a:pPr>
                      <a:r>
                        <a:rPr lang="zh-CN" altLang="en-US" sz="2000" b="1" dirty="0">
                          <a:solidFill>
                            <a:srgbClr val="F85208"/>
                          </a:solidFill>
                        </a:rPr>
                        <a:t>房租</a:t>
                      </a:r>
                    </a:p>
                    <a:p>
                      <a:pPr algn="ctr">
                        <a:buNone/>
                      </a:pPr>
                      <a:endParaRPr lang="zh-CN" altLang="en-US" sz="2000" b="1" dirty="0">
                        <a:solidFill>
                          <a:srgbClr val="F85208"/>
                        </a:solidFill>
                      </a:endParaRPr>
                    </a:p>
                    <a:p>
                      <a:pPr algn="ctr">
                        <a:buNone/>
                      </a:pPr>
                      <a:r>
                        <a:rPr lang="zh-CN" altLang="en-US" sz="2000" b="1" dirty="0">
                          <a:solidFill>
                            <a:srgbClr val="F85208"/>
                          </a:solidFill>
                        </a:rPr>
                        <a:t>金融</a:t>
                      </a:r>
                      <a:endParaRPr lang="en-US" altLang="zh-CN" sz="2000" b="1" dirty="0">
                        <a:solidFill>
                          <a:srgbClr val="F85208"/>
                        </a:solidFill>
                      </a:endParaRPr>
                    </a:p>
                    <a:p>
                      <a:pPr algn="ctr">
                        <a:buNone/>
                      </a:pPr>
                      <a:endParaRPr lang="en-US" altLang="zh-CN" sz="2000" b="1" dirty="0">
                        <a:solidFill>
                          <a:srgbClr val="F85208"/>
                        </a:solidFill>
                      </a:endParaRPr>
                    </a:p>
                    <a:p>
                      <a:pPr algn="ctr">
                        <a:buNone/>
                      </a:pPr>
                      <a:r>
                        <a:rPr lang="zh-CN" altLang="en-US" sz="2000" b="1" dirty="0">
                          <a:solidFill>
                            <a:srgbClr val="F85208"/>
                          </a:solidFill>
                        </a:rPr>
                        <a:t>其他</a:t>
                      </a:r>
                    </a:p>
                  </a:txBody>
                  <a:tcP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r>
                        <a:rPr lang="zh-CN" altLang="en-US" sz="2000" b="1" dirty="0">
                          <a:solidFill>
                            <a:srgbClr val="F85208"/>
                          </a:solidFill>
                          <a:sym typeface="+mn-ea"/>
                        </a:rPr>
                        <a:t>金额</a:t>
                      </a:r>
                    </a:p>
                    <a:p>
                      <a:pPr algn="ctr">
                        <a:buNone/>
                      </a:pPr>
                      <a:endParaRPr lang="zh-CN" altLang="en-US" sz="2000" b="1" dirty="0">
                        <a:solidFill>
                          <a:srgbClr val="F85208"/>
                        </a:solidFill>
                        <a:sym typeface="+mn-ea"/>
                      </a:endParaRPr>
                    </a:p>
                  </a:txBody>
                  <a:tcP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r>
                        <a:rPr lang="zh-CN" altLang="en-US" sz="2000" b="1" dirty="0">
                          <a:solidFill>
                            <a:srgbClr val="F85208"/>
                          </a:solidFill>
                          <a:sym typeface="+mn-ea"/>
                        </a:rPr>
                        <a:t>趋势</a:t>
                      </a:r>
                    </a:p>
                    <a:p>
                      <a:pPr algn="ctr">
                        <a:buNone/>
                      </a:pPr>
                      <a:endParaRPr lang="zh-CN" altLang="en-US" sz="2000" b="1" dirty="0">
                        <a:solidFill>
                          <a:srgbClr val="F85208"/>
                        </a:solidFill>
                        <a:sym typeface="+mn-ea"/>
                      </a:endParaRPr>
                    </a:p>
                  </a:txBody>
                  <a:tcP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extLst>
                  <a:ext uri="{0D108BD9-81ED-4DB2-BD59-A6C34878D82A}">
                    <a16:rowId xmlns:a16="http://schemas.microsoft.com/office/drawing/2014/main" val="10001"/>
                  </a:ext>
                </a:extLst>
              </a:tr>
              <a:tr h="906780">
                <a:tc>
                  <a:txBody>
                    <a:bodyPr/>
                    <a:lstStyle/>
                    <a:p>
                      <a:pPr algn="ctr">
                        <a:buNone/>
                      </a:pPr>
                      <a:r>
                        <a:rPr lang="zh-CN" altLang="en-US" sz="2400" b="1">
                          <a:solidFill>
                            <a:srgbClr val="F85208"/>
                          </a:solidFill>
                        </a:rPr>
                        <a:t>总计</a:t>
                      </a: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endParaRPr lang="zh-CN" altLang="en-US" sz="1800" b="1" dirty="0">
                        <a:solidFill>
                          <a:srgbClr val="F85208"/>
                        </a:solidFill>
                        <a:latin typeface="微软雅黑" panose="020B0503020204020204" charset="-122"/>
                        <a:ea typeface="微软雅黑" panose="020B0503020204020204" charset="-122"/>
                        <a:cs typeface="微软雅黑" panose="020B0503020204020204" charset="-122"/>
                        <a:sym typeface="+mn-ea"/>
                      </a:endParaRP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endParaRPr lang="en-US" altLang="zh-CN" dirty="0">
                        <a:solidFill>
                          <a:srgbClr val="F85208"/>
                        </a:solidFill>
                      </a:endParaRP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extLst>
                  <a:ext uri="{0D108BD9-81ED-4DB2-BD59-A6C34878D82A}">
                    <a16:rowId xmlns:a16="http://schemas.microsoft.com/office/drawing/2014/main" val="10002"/>
                  </a:ext>
                </a:extLst>
              </a:tr>
            </a:tbl>
          </a:graphicData>
        </a:graphic>
      </p:graphicFrame>
      <p:graphicFrame>
        <p:nvGraphicFramePr>
          <p:cNvPr id="3" name="表格 2"/>
          <p:cNvGraphicFramePr/>
          <p:nvPr>
            <p:custDataLst>
              <p:tags r:id="rId3"/>
            </p:custDataLst>
          </p:nvPr>
        </p:nvGraphicFramePr>
        <p:xfrm>
          <a:off x="4607560" y="1186180"/>
          <a:ext cx="2976245" cy="4787265"/>
        </p:xfrm>
        <a:graphic>
          <a:graphicData uri="http://schemas.openxmlformats.org/drawingml/2006/table">
            <a:tbl>
              <a:tblPr firstRow="1" bandRow="1">
                <a:tableStyleId>{5C22544A-7EE6-4342-B048-85BDC9FD1C3A}</a:tableStyleId>
              </a:tblPr>
              <a:tblGrid>
                <a:gridCol w="1038860">
                  <a:extLst>
                    <a:ext uri="{9D8B030D-6E8A-4147-A177-3AD203B41FA5}">
                      <a16:colId xmlns:a16="http://schemas.microsoft.com/office/drawing/2014/main" val="20000"/>
                    </a:ext>
                  </a:extLst>
                </a:gridCol>
                <a:gridCol w="1059180">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tblGrid>
              <a:tr h="862330">
                <a:tc gridSpan="3">
                  <a:txBody>
                    <a:bodyPr/>
                    <a:lstStyle/>
                    <a:p>
                      <a:pPr algn="ctr">
                        <a:buNone/>
                      </a:pPr>
                      <a:r>
                        <a:rPr lang="zh-CN" altLang="en-US" sz="3200" dirty="0">
                          <a:solidFill>
                            <a:schemeClr val="bg1"/>
                          </a:solidFill>
                        </a:rPr>
                        <a:t>家庭年支出</a:t>
                      </a:r>
                    </a:p>
                  </a:txBody>
                  <a:tcPr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85208"/>
                    </a:solidFill>
                  </a:tcPr>
                </a:tc>
                <a:tc hMerge="1">
                  <a:txBody>
                    <a:bodyPr/>
                    <a:lstStyle/>
                    <a:p>
                      <a:endParaRPr lang="zh-CN"/>
                    </a:p>
                  </a:txBody>
                  <a:tcPr>
                    <a:lnT w="9525">
                      <a:solidFill>
                        <a:srgbClr val="646464"/>
                      </a:solidFill>
                      <a:prstDash val="sysDash"/>
                    </a:lnT>
                    <a:lnB w="28575">
                      <a:solidFill>
                        <a:srgbClr val="646464"/>
                      </a:solidFill>
                      <a:prstDash val="solid"/>
                    </a:lnB>
                    <a:solidFill>
                      <a:prstClr val="black"/>
                    </a:solidFill>
                  </a:tcPr>
                </a:tc>
                <a:tc hMerge="1">
                  <a:txBody>
                    <a:bodyPr/>
                    <a:lstStyle/>
                    <a:p>
                      <a:endParaRPr lang="zh-CN"/>
                    </a:p>
                  </a:txBody>
                  <a:tcPr>
                    <a:lnR w="9525">
                      <a:solidFill>
                        <a:srgbClr val="646464"/>
                      </a:solidFill>
                      <a:prstDash val="sysDash"/>
                    </a:lnR>
                    <a:lnT w="9525">
                      <a:solidFill>
                        <a:srgbClr val="646464"/>
                      </a:solidFill>
                      <a:prstDash val="sysDash"/>
                    </a:lnT>
                    <a:lnB w="28575">
                      <a:solidFill>
                        <a:srgbClr val="646464"/>
                      </a:solidFill>
                      <a:prstDash val="solid"/>
                    </a:lnB>
                    <a:solidFill>
                      <a:prstClr val="black"/>
                    </a:solidFill>
                  </a:tcPr>
                </a:tc>
                <a:extLst>
                  <a:ext uri="{0D108BD9-81ED-4DB2-BD59-A6C34878D82A}">
                    <a16:rowId xmlns:a16="http://schemas.microsoft.com/office/drawing/2014/main" val="10000"/>
                  </a:ext>
                </a:extLst>
              </a:tr>
              <a:tr h="3018155">
                <a:tc>
                  <a:txBody>
                    <a:bodyPr/>
                    <a:lstStyle/>
                    <a:p>
                      <a:pPr algn="ctr">
                        <a:buNone/>
                      </a:pPr>
                      <a:r>
                        <a:rPr lang="zh-CN" altLang="en-US" sz="2000" b="1" dirty="0">
                          <a:solidFill>
                            <a:srgbClr val="F85208"/>
                          </a:solidFill>
                        </a:rPr>
                        <a:t>来源</a:t>
                      </a:r>
                    </a:p>
                    <a:p>
                      <a:pPr algn="ctr">
                        <a:buNone/>
                      </a:pPr>
                      <a:endParaRPr lang="zh-CN" altLang="en-US" sz="2000" b="1" dirty="0">
                        <a:solidFill>
                          <a:srgbClr val="F85208"/>
                        </a:solidFill>
                      </a:endParaRPr>
                    </a:p>
                    <a:p>
                      <a:pPr algn="ctr">
                        <a:buNone/>
                      </a:pPr>
                      <a:r>
                        <a:rPr lang="zh-CN" altLang="en-US" sz="2000" b="1" dirty="0">
                          <a:solidFill>
                            <a:srgbClr val="F85208"/>
                          </a:solidFill>
                        </a:rPr>
                        <a:t>贷款</a:t>
                      </a:r>
                    </a:p>
                    <a:p>
                      <a:pPr algn="ctr">
                        <a:buNone/>
                      </a:pPr>
                      <a:endParaRPr lang="zh-CN" altLang="en-US" sz="2000" b="1" dirty="0">
                        <a:solidFill>
                          <a:srgbClr val="F85208"/>
                        </a:solidFill>
                      </a:endParaRPr>
                    </a:p>
                    <a:p>
                      <a:pPr algn="ctr">
                        <a:buNone/>
                      </a:pPr>
                      <a:r>
                        <a:rPr lang="zh-CN" altLang="en-US" sz="2000" b="1" dirty="0">
                          <a:solidFill>
                            <a:srgbClr val="F85208"/>
                          </a:solidFill>
                        </a:rPr>
                        <a:t>教育</a:t>
                      </a:r>
                    </a:p>
                    <a:p>
                      <a:pPr algn="ctr">
                        <a:buNone/>
                      </a:pPr>
                      <a:endParaRPr lang="zh-CN" altLang="en-US" sz="2000" b="1" dirty="0">
                        <a:solidFill>
                          <a:srgbClr val="F85208"/>
                        </a:solidFill>
                      </a:endParaRPr>
                    </a:p>
                    <a:p>
                      <a:pPr algn="ctr">
                        <a:buNone/>
                      </a:pPr>
                      <a:r>
                        <a:rPr lang="zh-CN" altLang="en-US" sz="2000" b="1" dirty="0">
                          <a:solidFill>
                            <a:srgbClr val="F85208"/>
                          </a:solidFill>
                        </a:rPr>
                        <a:t>赡养</a:t>
                      </a:r>
                    </a:p>
                    <a:p>
                      <a:pPr algn="ctr">
                        <a:buNone/>
                      </a:pPr>
                      <a:endParaRPr lang="zh-CN" altLang="en-US" sz="2000" b="1" dirty="0">
                        <a:solidFill>
                          <a:srgbClr val="F85208"/>
                        </a:solidFill>
                      </a:endParaRPr>
                    </a:p>
                    <a:p>
                      <a:pPr algn="ctr">
                        <a:buNone/>
                      </a:pPr>
                      <a:r>
                        <a:rPr lang="zh-CN" altLang="en-US" sz="2000" b="1" dirty="0">
                          <a:solidFill>
                            <a:srgbClr val="F85208"/>
                          </a:solidFill>
                        </a:rPr>
                        <a:t>生活</a:t>
                      </a:r>
                    </a:p>
                  </a:txBody>
                  <a:tcP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r>
                        <a:rPr lang="zh-CN" altLang="en-US" sz="2000" b="1" dirty="0">
                          <a:solidFill>
                            <a:srgbClr val="F85208"/>
                          </a:solidFill>
                          <a:sym typeface="+mn-ea"/>
                        </a:rPr>
                        <a:t>金额</a:t>
                      </a:r>
                    </a:p>
                    <a:p>
                      <a:pPr algn="ctr">
                        <a:buNone/>
                      </a:pPr>
                      <a:endParaRPr lang="zh-CN" altLang="en-US" sz="2000" b="1" dirty="0">
                        <a:solidFill>
                          <a:srgbClr val="F85208"/>
                        </a:solidFill>
                        <a:sym typeface="+mn-ea"/>
                      </a:endParaRPr>
                    </a:p>
                  </a:txBody>
                  <a:tcP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r>
                        <a:rPr lang="zh-CN" altLang="en-US" sz="2000" b="1" dirty="0">
                          <a:solidFill>
                            <a:srgbClr val="F85208"/>
                          </a:solidFill>
                          <a:sym typeface="+mn-ea"/>
                        </a:rPr>
                        <a:t>趋势</a:t>
                      </a:r>
                    </a:p>
                    <a:p>
                      <a:pPr algn="ctr">
                        <a:buNone/>
                      </a:pPr>
                      <a:endParaRPr lang="en-US" altLang="zh-CN" sz="2000" b="1" dirty="0">
                        <a:solidFill>
                          <a:srgbClr val="F85208"/>
                        </a:solidFill>
                        <a:sym typeface="+mn-ea"/>
                      </a:endParaRPr>
                    </a:p>
                    <a:p>
                      <a:pPr algn="ctr">
                        <a:buNone/>
                      </a:pPr>
                      <a:endParaRPr lang="en-US" altLang="zh-CN" sz="2000" b="1" dirty="0">
                        <a:solidFill>
                          <a:srgbClr val="F85208"/>
                        </a:solidFill>
                        <a:sym typeface="+mn-ea"/>
                      </a:endParaRPr>
                    </a:p>
                    <a:p>
                      <a:pPr algn="ctr">
                        <a:buNone/>
                      </a:pPr>
                      <a:endParaRPr lang="en-US" altLang="zh-CN" sz="2000" b="1" dirty="0">
                        <a:solidFill>
                          <a:srgbClr val="F85208"/>
                        </a:solidFill>
                        <a:sym typeface="+mn-ea"/>
                      </a:endParaRPr>
                    </a:p>
                  </a:txBody>
                  <a:tcP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extLst>
                  <a:ext uri="{0D108BD9-81ED-4DB2-BD59-A6C34878D82A}">
                    <a16:rowId xmlns:a16="http://schemas.microsoft.com/office/drawing/2014/main" val="10001"/>
                  </a:ext>
                </a:extLst>
              </a:tr>
              <a:tr h="906780">
                <a:tc>
                  <a:txBody>
                    <a:bodyPr/>
                    <a:lstStyle/>
                    <a:p>
                      <a:pPr algn="ctr">
                        <a:buNone/>
                      </a:pPr>
                      <a:r>
                        <a:rPr lang="zh-CN" altLang="en-US" sz="2400" b="1">
                          <a:solidFill>
                            <a:srgbClr val="F85208"/>
                          </a:solidFill>
                        </a:rPr>
                        <a:t>总计</a:t>
                      </a: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endParaRPr lang="zh-CN" altLang="en-US" sz="1800" b="1" dirty="0">
                        <a:solidFill>
                          <a:srgbClr val="F85208"/>
                        </a:solidFill>
                        <a:latin typeface="微软雅黑" panose="020B0503020204020204" charset="-122"/>
                        <a:ea typeface="微软雅黑" panose="020B0503020204020204" charset="-122"/>
                        <a:cs typeface="微软雅黑" panose="020B0503020204020204" charset="-122"/>
                        <a:sym typeface="+mn-ea"/>
                      </a:endParaRP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endParaRPr lang="en-US" altLang="zh-CN" dirty="0">
                        <a:solidFill>
                          <a:srgbClr val="F85208"/>
                        </a:solidFill>
                      </a:endParaRP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extLst>
                  <a:ext uri="{0D108BD9-81ED-4DB2-BD59-A6C34878D82A}">
                    <a16:rowId xmlns:a16="http://schemas.microsoft.com/office/drawing/2014/main" val="10002"/>
                  </a:ext>
                </a:extLst>
              </a:tr>
            </a:tbl>
          </a:graphicData>
        </a:graphic>
      </p:graphicFrame>
      <p:graphicFrame>
        <p:nvGraphicFramePr>
          <p:cNvPr id="7" name="表格 6"/>
          <p:cNvGraphicFramePr/>
          <p:nvPr>
            <p:custDataLst>
              <p:tags r:id="rId4"/>
            </p:custDataLst>
          </p:nvPr>
        </p:nvGraphicFramePr>
        <p:xfrm>
          <a:off x="8435340" y="1236980"/>
          <a:ext cx="2976245" cy="2063115"/>
        </p:xfrm>
        <a:graphic>
          <a:graphicData uri="http://schemas.openxmlformats.org/drawingml/2006/table">
            <a:tbl>
              <a:tblPr firstRow="1" bandRow="1">
                <a:tableStyleId>{5C22544A-7EE6-4342-B048-85BDC9FD1C3A}</a:tableStyleId>
              </a:tblPr>
              <a:tblGrid>
                <a:gridCol w="1435100">
                  <a:extLst>
                    <a:ext uri="{9D8B030D-6E8A-4147-A177-3AD203B41FA5}">
                      <a16:colId xmlns:a16="http://schemas.microsoft.com/office/drawing/2014/main" val="20000"/>
                    </a:ext>
                  </a:extLst>
                </a:gridCol>
                <a:gridCol w="1541145">
                  <a:extLst>
                    <a:ext uri="{9D8B030D-6E8A-4147-A177-3AD203B41FA5}">
                      <a16:colId xmlns:a16="http://schemas.microsoft.com/office/drawing/2014/main" val="20001"/>
                    </a:ext>
                  </a:extLst>
                </a:gridCol>
              </a:tblGrid>
              <a:tr h="862330">
                <a:tc gridSpan="2">
                  <a:txBody>
                    <a:bodyPr/>
                    <a:lstStyle/>
                    <a:p>
                      <a:pPr algn="ctr">
                        <a:buNone/>
                      </a:pPr>
                      <a:r>
                        <a:rPr lang="zh-CN" altLang="en-US" sz="3200" dirty="0">
                          <a:solidFill>
                            <a:schemeClr val="bg1"/>
                          </a:solidFill>
                        </a:rPr>
                        <a:t>家庭年结余</a:t>
                      </a:r>
                    </a:p>
                  </a:txBody>
                  <a:tcPr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85208"/>
                    </a:solidFill>
                  </a:tcPr>
                </a:tc>
                <a:tc hMerge="1">
                  <a:txBody>
                    <a:bodyPr/>
                    <a:lstStyle/>
                    <a:p>
                      <a:endParaRPr lang="zh-CN"/>
                    </a:p>
                  </a:txBody>
                  <a:tcPr>
                    <a:lnT w="9525">
                      <a:solidFill>
                        <a:srgbClr val="646464"/>
                      </a:solidFill>
                      <a:prstDash val="sysDash"/>
                    </a:lnT>
                    <a:lnB w="28575">
                      <a:solidFill>
                        <a:srgbClr val="646464"/>
                      </a:solidFill>
                      <a:prstDash val="solid"/>
                    </a:lnB>
                    <a:solidFill>
                      <a:prstClr val="black"/>
                    </a:solidFill>
                  </a:tcPr>
                </a:tc>
                <a:extLst>
                  <a:ext uri="{0D108BD9-81ED-4DB2-BD59-A6C34878D82A}">
                    <a16:rowId xmlns:a16="http://schemas.microsoft.com/office/drawing/2014/main" val="10000"/>
                  </a:ext>
                </a:extLst>
              </a:tr>
              <a:tr h="1200785">
                <a:tc>
                  <a:txBody>
                    <a:bodyPr/>
                    <a:lstStyle/>
                    <a:p>
                      <a:pPr algn="ctr">
                        <a:buNone/>
                      </a:pPr>
                      <a:r>
                        <a:rPr lang="zh-CN" altLang="en-US" sz="2400" b="1" dirty="0">
                          <a:solidFill>
                            <a:srgbClr val="F85208"/>
                          </a:solidFill>
                        </a:rPr>
                        <a:t>总计</a:t>
                      </a:r>
                    </a:p>
                    <a:p>
                      <a:pPr algn="ctr">
                        <a:buNone/>
                      </a:pPr>
                      <a:endParaRPr lang="zh-CN" altLang="en-US" sz="2400" b="1" dirty="0">
                        <a:solidFill>
                          <a:srgbClr val="F85208"/>
                        </a:solidFill>
                      </a:endParaRP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lgn="ctr">
                        <a:buNone/>
                      </a:pPr>
                      <a:r>
                        <a:rPr lang="zh-CN" altLang="en-US" sz="2400" b="1" dirty="0">
                          <a:solidFill>
                            <a:srgbClr val="F85208"/>
                          </a:solidFill>
                        </a:rPr>
                        <a:t>趋势</a:t>
                      </a:r>
                    </a:p>
                    <a:p>
                      <a:pPr algn="ctr">
                        <a:buNone/>
                      </a:pPr>
                      <a:endParaRPr lang="zh-CN" altLang="en-US" sz="2400" b="1" dirty="0">
                        <a:solidFill>
                          <a:srgbClr val="F85208"/>
                        </a:solidFill>
                      </a:endParaRPr>
                    </a:p>
                  </a:txBody>
                  <a:tcPr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advClick="0">
        <p14:conveyor dir="l"/>
      </p:transition>
    </mc:Choice>
    <mc:Fallback xmlns="">
      <p:transition spd="slow"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05049" y="881369"/>
            <a:ext cx="11294062" cy="461666"/>
          </a:xfrm>
        </p:spPr>
        <p:txBody>
          <a:bodyPr/>
          <a:lstStyle/>
          <a:p>
            <a:r>
              <a:rPr lang="zh-CN" altLang="en-US" sz="3600"/>
              <a:t>资产负债表</a:t>
            </a:r>
          </a:p>
        </p:txBody>
      </p:sp>
      <p:graphicFrame>
        <p:nvGraphicFramePr>
          <p:cNvPr id="2" name="表格 -1"/>
          <p:cNvGraphicFramePr/>
          <p:nvPr>
            <p:custDataLst>
              <p:tags r:id="rId1"/>
            </p:custDataLst>
          </p:nvPr>
        </p:nvGraphicFramePr>
        <p:xfrm>
          <a:off x="2317115" y="1677035"/>
          <a:ext cx="7954645" cy="2752725"/>
        </p:xfrm>
        <a:graphic>
          <a:graphicData uri="http://schemas.openxmlformats.org/drawingml/2006/table">
            <a:tbl>
              <a:tblPr firstRow="1" bandRow="1">
                <a:tableStyleId>{5C22544A-7EE6-4342-B048-85BDC9FD1C3A}</a:tableStyleId>
              </a:tblPr>
              <a:tblGrid>
                <a:gridCol w="1474470">
                  <a:extLst>
                    <a:ext uri="{9D8B030D-6E8A-4147-A177-3AD203B41FA5}">
                      <a16:colId xmlns:a16="http://schemas.microsoft.com/office/drawing/2014/main" val="20000"/>
                    </a:ext>
                  </a:extLst>
                </a:gridCol>
                <a:gridCol w="1569720">
                  <a:extLst>
                    <a:ext uri="{9D8B030D-6E8A-4147-A177-3AD203B41FA5}">
                      <a16:colId xmlns:a16="http://schemas.microsoft.com/office/drawing/2014/main" val="20001"/>
                    </a:ext>
                  </a:extLst>
                </a:gridCol>
                <a:gridCol w="1433195">
                  <a:extLst>
                    <a:ext uri="{9D8B030D-6E8A-4147-A177-3AD203B41FA5}">
                      <a16:colId xmlns:a16="http://schemas.microsoft.com/office/drawing/2014/main" val="20002"/>
                    </a:ext>
                  </a:extLst>
                </a:gridCol>
                <a:gridCol w="2002790">
                  <a:extLst>
                    <a:ext uri="{9D8B030D-6E8A-4147-A177-3AD203B41FA5}">
                      <a16:colId xmlns:a16="http://schemas.microsoft.com/office/drawing/2014/main" val="20003"/>
                    </a:ext>
                  </a:extLst>
                </a:gridCol>
                <a:gridCol w="1474470">
                  <a:extLst>
                    <a:ext uri="{9D8B030D-6E8A-4147-A177-3AD203B41FA5}">
                      <a16:colId xmlns:a16="http://schemas.microsoft.com/office/drawing/2014/main" val="20004"/>
                    </a:ext>
                  </a:extLst>
                </a:gridCol>
              </a:tblGrid>
              <a:tr h="550545">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资产</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r>
                        <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rPr>
                        <a:t>市值</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rPr>
                        <a:t>分布</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负债</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r>
                        <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rPr>
                        <a:t>金额</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0545">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房产</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企业抵押贷</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545">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股权</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民间借贷</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0545">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金融产品</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按揭贷款</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0545">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其他</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800" b="1">
                          <a:solidFill>
                            <a:schemeClr val="bg1"/>
                          </a:solidFill>
                          <a:latin typeface="宋体" panose="02010600030101010101" pitchFamily="2" charset="-122"/>
                          <a:ea typeface="宋体" panose="02010600030101010101" pitchFamily="2" charset="-122"/>
                          <a:cs typeface="宋体" panose="02010600030101010101" pitchFamily="2" charset="-122"/>
                        </a:rPr>
                        <a:t>其他</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6600"/>
                    </a:solidFill>
                  </a:tcPr>
                </a:tc>
                <a:tc>
                  <a:txBody>
                    <a:bodyPr/>
                    <a:lstStyle/>
                    <a:p>
                      <a:pPr indent="0" algn="ctr">
                        <a:buNone/>
                      </a:pPr>
                      <a:endParaRPr lang="zh-CN" alt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文本框 3"/>
          <p:cNvSpPr txBox="1"/>
          <p:nvPr/>
        </p:nvSpPr>
        <p:spPr>
          <a:xfrm>
            <a:off x="1786890" y="5037455"/>
            <a:ext cx="8101965" cy="1076325"/>
          </a:xfrm>
          <a:prstGeom prst="rect">
            <a:avLst/>
          </a:prstGeom>
          <a:noFill/>
        </p:spPr>
        <p:txBody>
          <a:bodyPr wrap="square" rtlCol="0">
            <a:spAutoFit/>
          </a:bodyPr>
          <a:lstStyle/>
          <a:p>
            <a:r>
              <a:rPr lang="zh-CN" altLang="en-US" sz="2000"/>
              <a:t>资产方面关注有没有海外的，特别注意孩子有没有在海外</a:t>
            </a:r>
          </a:p>
          <a:p>
            <a:endParaRPr lang="zh-CN" altLang="en-US" sz="2400"/>
          </a:p>
          <a:p>
            <a:r>
              <a:rPr lang="zh-CN" altLang="en-US" sz="2000"/>
              <a:t>负债方面主要看风险点在哪里，特别关注家企混同</a:t>
            </a:r>
          </a:p>
        </p:txBody>
      </p:sp>
    </p:spTree>
  </p:cSld>
  <p:clrMapOvr>
    <a:masterClrMapping/>
  </p:clrMapOvr>
  <mc:AlternateContent xmlns:mc="http://schemas.openxmlformats.org/markup-compatibility/2006" xmlns:p14="http://schemas.microsoft.com/office/powerpoint/2010/main">
    <mc:Choice Requires="p14">
      <p:transition spd="slow" p14:dur="1500" advClick="0">
        <p14:conveyor dir="l"/>
      </p:transition>
    </mc:Choice>
    <mc:Fallback xmlns="">
      <p:transition spd="slow" advClick="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zh-CN" altLang="en-US" dirty="0"/>
              <a:t>大客户</a:t>
            </a:r>
            <a:r>
              <a:rPr lang="en-US" altLang="zh-CN" dirty="0"/>
              <a:t>KYC</a:t>
            </a:r>
            <a:r>
              <a:rPr lang="zh-CN" altLang="en-US" dirty="0"/>
              <a:t>两大实操技能</a:t>
            </a:r>
          </a:p>
        </p:txBody>
      </p:sp>
      <p:sp>
        <p:nvSpPr>
          <p:cNvPr id="3" name="装饰  1"/>
          <p:cNvSpPr>
            <a:spLocks noGrp="1"/>
          </p:cNvSpPr>
          <p:nvPr>
            <p:ph type="body" idx="16390"/>
            <p:custDataLst>
              <p:tags r:id="rId3"/>
            </p:custDataLst>
          </p:nvPr>
        </p:nvSpPr>
        <p:spPr/>
        <p:txBody>
          <a:bodyPr/>
          <a:lstStyle/>
          <a:p>
            <a:r>
              <a:rPr lang="zh-CN" altLang="en-US"/>
              <a:t> </a:t>
            </a:r>
          </a:p>
        </p:txBody>
      </p:sp>
      <p:pic>
        <p:nvPicPr>
          <p:cNvPr id="17" name="图片占位符 16" descr="cc980df6-c160-11f0-9ca3-ce79206ae555"/>
          <p:cNvPicPr>
            <a:picLocks noGrp="1" noChangeAspect="1"/>
          </p:cNvPicPr>
          <p:nvPr>
            <p:ph type="pic" idx="16391"/>
            <p:custDataLst>
              <p:tags r:id="rId4"/>
            </p:custDataLst>
          </p:nvPr>
        </p:nvPicPr>
        <p:blipFill>
          <a:blip r:embed="rId12"/>
          <a:srcRect l="24759" b="14103"/>
          <a:stretch>
            <a:fillRect/>
          </a:stretch>
        </p:blipFill>
        <p:spPr>
          <a:xfrm>
            <a:off x="6248400" y="4332605"/>
            <a:ext cx="5334000" cy="2032000"/>
          </a:xfrm>
          <a:custGeom>
            <a:avLst/>
            <a:gdLst>
              <a:gd name="connisteX0" fmla="*/ 0 w 5334000"/>
              <a:gd name="connsiteY0" fmla="*/ 203200 h 2032000"/>
              <a:gd name="connisteX1" fmla="*/ 203200 w 5334000"/>
              <a:gd name="connsiteY1" fmla="*/ 0 h 2032000"/>
              <a:gd name="connisteX2" fmla="*/ 5130800 w 5334000"/>
              <a:gd name="connsiteY2" fmla="*/ 0 h 2032000"/>
              <a:gd name="connisteX3" fmla="*/ 5334000 w 5334000"/>
              <a:gd name="connsiteY3" fmla="*/ 203200 h 2032000"/>
              <a:gd name="connisteX4" fmla="*/ 5334000 w 5334000"/>
              <a:gd name="connsiteY4" fmla="*/ 2032000 h 2032000"/>
              <a:gd name="connisteX5" fmla="*/ 0 w 5334000"/>
              <a:gd name="connsiteY5" fmla="*/ 2032000 h 2032000"/>
              <a:gd name="connisteX6" fmla="*/ 0 w 53340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32000">
                <a:moveTo>
                  <a:pt x="0" y="203200"/>
                </a:moveTo>
                <a:cubicBezTo>
                  <a:pt x="0" y="90976"/>
                  <a:pt x="90976" y="0"/>
                  <a:pt x="203200" y="0"/>
                </a:cubicBezTo>
                <a:lnTo>
                  <a:pt x="5130800" y="0"/>
                </a:lnTo>
                <a:cubicBezTo>
                  <a:pt x="5243024" y="0"/>
                  <a:pt x="5334000" y="90976"/>
                  <a:pt x="5334000" y="203200"/>
                </a:cubicBezTo>
                <a:lnTo>
                  <a:pt x="5334000" y="2032000"/>
                </a:lnTo>
                <a:lnTo>
                  <a:pt x="0" y="2032000"/>
                </a:lnTo>
                <a:lnTo>
                  <a:pt x="0" y="203200"/>
                </a:lnTo>
                <a:close/>
              </a:path>
            </a:pathLst>
          </a:custGeom>
        </p:spPr>
      </p:pic>
      <p:sp>
        <p:nvSpPr>
          <p:cNvPr id="5" name="文本占位符 4"/>
          <p:cNvSpPr>
            <a:spLocks noGrp="1"/>
          </p:cNvSpPr>
          <p:nvPr>
            <p:ph type="body" idx="16386"/>
            <p:custDataLst>
              <p:tags r:id="rId5"/>
            </p:custDataLst>
          </p:nvPr>
        </p:nvSpPr>
        <p:spPr/>
        <p:txBody>
          <a:bodyPr/>
          <a:lstStyle/>
          <a:p>
            <a:r>
              <a:rPr lang="zh-CN" altLang="en-US" b="1"/>
              <a:t>非正式面谈</a:t>
            </a:r>
          </a:p>
        </p:txBody>
      </p:sp>
      <p:sp>
        <p:nvSpPr>
          <p:cNvPr id="6" name="文本占位符 5"/>
          <p:cNvSpPr>
            <a:spLocks noGrp="1"/>
          </p:cNvSpPr>
          <p:nvPr>
            <p:ph type="body" idx="16387"/>
            <p:custDataLst>
              <p:tags r:id="rId6"/>
            </p:custDataLst>
          </p:nvPr>
        </p:nvSpPr>
        <p:spPr/>
        <p:txBody>
          <a:bodyPr/>
          <a:lstStyle/>
          <a:p>
            <a:r>
              <a:rPr lang="en-US" altLang="zh-CN" sz="2000"/>
              <a:t>1</a:t>
            </a:r>
            <a:r>
              <a:rPr lang="zh-CN" altLang="en-US" sz="2000"/>
              <a:t>、超强沟通方向感（聊天就像填空题）</a:t>
            </a:r>
          </a:p>
          <a:p>
            <a:r>
              <a:rPr lang="en-US" altLang="zh-CN" sz="2000"/>
              <a:t>2</a:t>
            </a:r>
            <a:r>
              <a:rPr lang="zh-CN" altLang="en-US" sz="2000"/>
              <a:t>、柔性沟通技巧（善用开放式</a:t>
            </a:r>
            <a:r>
              <a:rPr lang="en-US" altLang="zh-CN" sz="2000"/>
              <a:t>+</a:t>
            </a:r>
            <a:r>
              <a:rPr lang="zh-CN" altLang="en-US" sz="2000"/>
              <a:t>封闭式）</a:t>
            </a:r>
          </a:p>
          <a:p>
            <a:r>
              <a:rPr lang="en-US" altLang="zh-CN" sz="2000"/>
              <a:t>3</a:t>
            </a:r>
            <a:r>
              <a:rPr lang="zh-CN" altLang="en-US" sz="2000"/>
              <a:t>、目标明确：五次成型</a:t>
            </a:r>
          </a:p>
          <a:p>
            <a:endParaRPr lang="zh-CN" altLang="en-US" sz="2000"/>
          </a:p>
        </p:txBody>
      </p:sp>
      <p:sp>
        <p:nvSpPr>
          <p:cNvPr id="7" name="装饰  5"/>
          <p:cNvSpPr>
            <a:spLocks noGrp="1"/>
          </p:cNvSpPr>
          <p:nvPr>
            <p:ph type="body" idx="16392"/>
            <p:custDataLst>
              <p:tags r:id="rId7"/>
            </p:custDataLst>
          </p:nvPr>
        </p:nvSpPr>
        <p:spPr/>
        <p:txBody>
          <a:bodyPr/>
          <a:lstStyle/>
          <a:p>
            <a:r>
              <a:rPr lang="zh-CN" altLang="en-US"/>
              <a:t> </a:t>
            </a:r>
          </a:p>
        </p:txBody>
      </p:sp>
      <p:pic>
        <p:nvPicPr>
          <p:cNvPr id="18" name="图片占位符 17" descr="cc980d19-c160-11f0-9ca3-ce79206ae555"/>
          <p:cNvPicPr>
            <a:picLocks noGrp="1" noChangeAspect="1"/>
          </p:cNvPicPr>
          <p:nvPr>
            <p:ph type="pic" idx="16393"/>
            <p:custDataLst>
              <p:tags r:id="rId8"/>
            </p:custDataLst>
          </p:nvPr>
        </p:nvPicPr>
        <p:blipFill>
          <a:blip r:embed="rId13"/>
          <a:srcRect r="23075" b="12179"/>
          <a:stretch>
            <a:fillRect/>
          </a:stretch>
        </p:blipFill>
        <p:spPr>
          <a:xfrm>
            <a:off x="609600" y="1524000"/>
            <a:ext cx="5334000" cy="2032000"/>
          </a:xfrm>
          <a:custGeom>
            <a:avLst/>
            <a:gdLst>
              <a:gd name="connisteX0" fmla="*/ 0 w 5334000"/>
              <a:gd name="connsiteY0" fmla="*/ 0 h 2032000"/>
              <a:gd name="connisteX1" fmla="*/ 5334000 w 5334000"/>
              <a:gd name="connsiteY1" fmla="*/ 0 h 2032000"/>
              <a:gd name="connisteX2" fmla="*/ 5334000 w 5334000"/>
              <a:gd name="connsiteY2" fmla="*/ 1828800 h 2032000"/>
              <a:gd name="connisteX3" fmla="*/ 5130800 w 5334000"/>
              <a:gd name="connsiteY3" fmla="*/ 2032000 h 2032000"/>
              <a:gd name="connisteX4" fmla="*/ 203200 w 5334000"/>
              <a:gd name="connsiteY4" fmla="*/ 2032000 h 2032000"/>
              <a:gd name="connisteX5" fmla="*/ 0 w 5334000"/>
              <a:gd name="connsiteY5" fmla="*/ 1828800 h 2032000"/>
              <a:gd name="connisteX6" fmla="*/ 0 w 53340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32000">
                <a:moveTo>
                  <a:pt x="0" y="0"/>
                </a:moveTo>
                <a:lnTo>
                  <a:pt x="5334000" y="0"/>
                </a:lnTo>
                <a:lnTo>
                  <a:pt x="5334000" y="1828800"/>
                </a:lnTo>
                <a:cubicBezTo>
                  <a:pt x="5334000" y="1941024"/>
                  <a:pt x="5243024" y="2032000"/>
                  <a:pt x="5130800" y="2032000"/>
                </a:cubicBezTo>
                <a:lnTo>
                  <a:pt x="203200" y="2032000"/>
                </a:lnTo>
                <a:cubicBezTo>
                  <a:pt x="90976" y="2032000"/>
                  <a:pt x="0" y="1941024"/>
                  <a:pt x="0" y="1828800"/>
                </a:cubicBezTo>
                <a:lnTo>
                  <a:pt x="0" y="0"/>
                </a:lnTo>
                <a:close/>
              </a:path>
            </a:pathLst>
          </a:custGeom>
        </p:spPr>
      </p:pic>
      <p:sp>
        <p:nvSpPr>
          <p:cNvPr id="9" name="文本占位符 8"/>
          <p:cNvSpPr>
            <a:spLocks noGrp="1"/>
          </p:cNvSpPr>
          <p:nvPr>
            <p:ph type="body" idx="16388"/>
            <p:custDataLst>
              <p:tags r:id="rId9"/>
            </p:custDataLst>
          </p:nvPr>
        </p:nvSpPr>
        <p:spPr/>
        <p:txBody>
          <a:bodyPr/>
          <a:lstStyle/>
          <a:p>
            <a:r>
              <a:rPr lang="zh-CN" altLang="en-US" b="1">
                <a:solidFill>
                  <a:srgbClr val="C00000"/>
                </a:solidFill>
              </a:rPr>
              <a:t>正式面谈</a:t>
            </a:r>
          </a:p>
        </p:txBody>
      </p:sp>
      <p:sp>
        <p:nvSpPr>
          <p:cNvPr id="10" name="文本占位符 9"/>
          <p:cNvSpPr>
            <a:spLocks noGrp="1"/>
          </p:cNvSpPr>
          <p:nvPr>
            <p:ph type="body" idx="16389"/>
            <p:custDataLst>
              <p:tags r:id="rId10"/>
            </p:custDataLst>
          </p:nvPr>
        </p:nvSpPr>
        <p:spPr/>
        <p:txBody>
          <a:bodyPr/>
          <a:lstStyle/>
          <a:p>
            <a:r>
              <a:rPr lang="en-US" altLang="zh-CN" sz="2000">
                <a:solidFill>
                  <a:srgbClr val="C00000"/>
                </a:solidFill>
              </a:rPr>
              <a:t>1</a:t>
            </a:r>
            <a:r>
              <a:rPr lang="zh-CN" altLang="en-US" sz="2000">
                <a:solidFill>
                  <a:srgbClr val="C00000"/>
                </a:solidFill>
              </a:rPr>
              <a:t>、专业的自己介绍确定沟通主场</a:t>
            </a:r>
          </a:p>
          <a:p>
            <a:r>
              <a:rPr lang="en-US" altLang="zh-CN" sz="2000">
                <a:solidFill>
                  <a:srgbClr val="C00000"/>
                </a:solidFill>
              </a:rPr>
              <a:t>2</a:t>
            </a:r>
            <a:r>
              <a:rPr lang="zh-CN" altLang="en-US" sz="2000">
                <a:solidFill>
                  <a:srgbClr val="C00000"/>
                </a:solidFill>
              </a:rPr>
              <a:t>、</a:t>
            </a:r>
            <a:r>
              <a:rPr lang="en-US" altLang="zh-CN" sz="2000">
                <a:solidFill>
                  <a:srgbClr val="C00000"/>
                </a:solidFill>
              </a:rPr>
              <a:t>9</a:t>
            </a:r>
            <a:r>
              <a:rPr lang="zh-CN" altLang="en-US" sz="2000">
                <a:solidFill>
                  <a:srgbClr val="C00000"/>
                </a:solidFill>
              </a:rPr>
              <a:t>大类</a:t>
            </a:r>
            <a:r>
              <a:rPr lang="en-US" altLang="zh-CN" sz="2000">
                <a:solidFill>
                  <a:srgbClr val="C00000"/>
                </a:solidFill>
              </a:rPr>
              <a:t>52</a:t>
            </a:r>
            <a:r>
              <a:rPr lang="zh-CN" altLang="en-US" sz="2000">
                <a:solidFill>
                  <a:srgbClr val="C00000"/>
                </a:solidFill>
              </a:rPr>
              <a:t>个细项的梳理</a:t>
            </a:r>
          </a:p>
          <a:p>
            <a:r>
              <a:rPr lang="en-US" altLang="zh-CN" sz="2000">
                <a:solidFill>
                  <a:srgbClr val="C00000"/>
                </a:solidFill>
              </a:rPr>
              <a:t>3</a:t>
            </a:r>
            <a:r>
              <a:rPr lang="zh-CN" altLang="en-US" sz="2000">
                <a:solidFill>
                  <a:srgbClr val="C00000"/>
                </a:solidFill>
              </a:rPr>
              <a:t>、专业梳理关注点</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52073" y="633778"/>
            <a:ext cx="9736016" cy="4030980"/>
          </a:xfrm>
          <a:prstGeom prst="rect">
            <a:avLst/>
          </a:prstGeom>
          <a:noFill/>
        </p:spPr>
        <p:txBody>
          <a:bodyPr vert="horz" wrap="square" rtlCol="0">
            <a:spAutoFit/>
          </a:bodyPr>
          <a:lstStyle/>
          <a:p>
            <a:r>
              <a:rPr lang="zh-CN" altLang="en-US" sz="2800" b="1" dirty="0">
                <a:solidFill>
                  <a:schemeClr val="tx1">
                    <a:lumMod val="85000"/>
                    <a:lumOff val="15000"/>
                  </a:schemeClr>
                </a:solidFill>
                <a:latin typeface="微软雅黑" panose="020B0503020204020204" pitchFamily="34" charset="-122"/>
              </a:rPr>
              <a:t>高效</a:t>
            </a:r>
            <a:r>
              <a:rPr lang="en-US" altLang="zh-CN" sz="2800" b="1" dirty="0">
                <a:solidFill>
                  <a:schemeClr val="tx1">
                    <a:lumMod val="85000"/>
                    <a:lumOff val="15000"/>
                  </a:schemeClr>
                </a:solidFill>
                <a:latin typeface="微软雅黑" panose="020B0503020204020204" pitchFamily="34" charset="-122"/>
              </a:rPr>
              <a:t>KYC</a:t>
            </a:r>
            <a:r>
              <a:rPr lang="zh-CN" altLang="en-US" sz="2800" b="1" dirty="0">
                <a:solidFill>
                  <a:schemeClr val="tx1">
                    <a:lumMod val="85000"/>
                    <a:lumOff val="15000"/>
                  </a:schemeClr>
                </a:solidFill>
                <a:latin typeface="微软雅黑" panose="020B0503020204020204" pitchFamily="34" charset="-122"/>
              </a:rPr>
              <a:t>速成四步（一面成单）</a:t>
            </a:r>
          </a:p>
          <a:p>
            <a:endParaRPr lang="zh-CN" altLang="en-US" sz="2800" b="1" dirty="0">
              <a:solidFill>
                <a:schemeClr val="tx1">
                  <a:lumMod val="85000"/>
                  <a:lumOff val="15000"/>
                </a:schemeClr>
              </a:solidFill>
              <a:latin typeface="微软雅黑" panose="020B0503020204020204" pitchFamily="34" charset="-122"/>
            </a:endParaRPr>
          </a:p>
          <a:p>
            <a:endParaRPr lang="en-US" altLang="zh-CN" sz="2400" dirty="0">
              <a:solidFill>
                <a:schemeClr val="tx1"/>
              </a:solidFill>
              <a:latin typeface="微软雅黑" panose="020B0503020204020204" pitchFamily="34" charset="-122"/>
            </a:endParaRPr>
          </a:p>
          <a:p>
            <a:r>
              <a:rPr lang="en-US" altLang="zh-CN" sz="3200" b="1" dirty="0">
                <a:solidFill>
                  <a:srgbClr val="FF0000"/>
                </a:solidFill>
                <a:latin typeface="微软雅黑" panose="020B0503020204020204" pitchFamily="34" charset="-122"/>
              </a:rPr>
              <a:t>1</a:t>
            </a:r>
            <a:r>
              <a:rPr lang="zh-CN" altLang="en-US" sz="3200" b="1" dirty="0">
                <a:solidFill>
                  <a:srgbClr val="FF0000"/>
                </a:solidFill>
                <a:latin typeface="微软雅黑" panose="020B0503020204020204" pitchFamily="34" charset="-122"/>
              </a:rPr>
              <a:t>、反客为主</a:t>
            </a:r>
            <a:r>
              <a:rPr lang="en-US" altLang="zh-CN" sz="3200" b="1" dirty="0">
                <a:solidFill>
                  <a:srgbClr val="FF0000"/>
                </a:solidFill>
                <a:latin typeface="微软雅黑" panose="020B0503020204020204" pitchFamily="34" charset="-122"/>
              </a:rPr>
              <a:t>(</a:t>
            </a:r>
            <a:r>
              <a:rPr lang="zh-CN" altLang="en-US" sz="3200" b="1" dirty="0">
                <a:solidFill>
                  <a:srgbClr val="FF0000"/>
                </a:solidFill>
                <a:latin typeface="微软雅黑" panose="020B0503020204020204" pitchFamily="34" charset="-122"/>
              </a:rPr>
              <a:t>有效的自我介绍</a:t>
            </a:r>
            <a:r>
              <a:rPr lang="en-US" altLang="zh-CN" sz="3200" b="1" dirty="0">
                <a:solidFill>
                  <a:srgbClr val="FF0000"/>
                </a:solidFill>
                <a:latin typeface="微软雅黑" panose="020B0503020204020204" pitchFamily="34" charset="-122"/>
              </a:rPr>
              <a:t>)</a:t>
            </a:r>
          </a:p>
          <a:p>
            <a:pPr>
              <a:lnSpc>
                <a:spcPct val="150000"/>
              </a:lnSpc>
            </a:pPr>
            <a:r>
              <a:rPr lang="en-US" altLang="zh-CN" sz="3200" dirty="0">
                <a:solidFill>
                  <a:schemeClr val="tx1"/>
                </a:solidFill>
                <a:latin typeface="微软雅黑" panose="020B0503020204020204" pitchFamily="34" charset="-122"/>
              </a:rPr>
              <a:t>2</a:t>
            </a:r>
            <a:r>
              <a:rPr lang="zh-CN" altLang="en-US" sz="3200" dirty="0">
                <a:solidFill>
                  <a:schemeClr val="tx1"/>
                </a:solidFill>
                <a:latin typeface="微软雅黑" panose="020B0503020204020204" pitchFamily="34" charset="-122"/>
              </a:rPr>
              <a:t>、知己知彼（深度</a:t>
            </a:r>
            <a:r>
              <a:rPr lang="en-US" altLang="zh-CN" sz="3200" dirty="0">
                <a:solidFill>
                  <a:schemeClr val="tx1"/>
                </a:solidFill>
                <a:latin typeface="微软雅黑" panose="020B0503020204020204" pitchFamily="34" charset="-122"/>
              </a:rPr>
              <a:t>KYC</a:t>
            </a:r>
            <a:r>
              <a:rPr lang="zh-CN" altLang="en-US" sz="3200" dirty="0">
                <a:solidFill>
                  <a:schemeClr val="tx1"/>
                </a:solidFill>
                <a:latin typeface="微软雅黑" panose="020B0503020204020204" pitchFamily="34" charset="-122"/>
              </a:rPr>
              <a:t>）</a:t>
            </a:r>
            <a:endParaRPr lang="en-US" altLang="zh-CN" sz="3200" dirty="0">
              <a:solidFill>
                <a:schemeClr val="tx1"/>
              </a:solidFill>
              <a:latin typeface="微软雅黑" panose="020B0503020204020204" pitchFamily="34" charset="-122"/>
            </a:endParaRPr>
          </a:p>
          <a:p>
            <a:pPr>
              <a:lnSpc>
                <a:spcPct val="150000"/>
              </a:lnSpc>
            </a:pPr>
            <a:r>
              <a:rPr lang="en-US" altLang="zh-CN" sz="3200" dirty="0">
                <a:solidFill>
                  <a:schemeClr val="tx1"/>
                </a:solidFill>
                <a:latin typeface="微软雅黑" panose="020B0503020204020204" pitchFamily="34" charset="-122"/>
              </a:rPr>
              <a:t>3</a:t>
            </a:r>
            <a:r>
              <a:rPr lang="zh-CN" altLang="en-US" sz="3200" dirty="0">
                <a:solidFill>
                  <a:schemeClr val="tx1"/>
                </a:solidFill>
                <a:latin typeface="微软雅黑" panose="020B0503020204020204" pitchFamily="34" charset="-122"/>
              </a:rPr>
              <a:t>、梳理</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分析</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总结</a:t>
            </a:r>
            <a:endParaRPr lang="en-US" altLang="zh-CN" sz="3200" dirty="0">
              <a:solidFill>
                <a:schemeClr val="tx1"/>
              </a:solidFill>
              <a:latin typeface="微软雅黑" panose="020B0503020204020204" pitchFamily="34" charset="-122"/>
            </a:endParaRPr>
          </a:p>
          <a:p>
            <a:pPr>
              <a:lnSpc>
                <a:spcPct val="150000"/>
              </a:lnSpc>
            </a:pPr>
            <a:r>
              <a:rPr lang="en-US" altLang="zh-CN" sz="3200" dirty="0">
                <a:solidFill>
                  <a:schemeClr val="tx1"/>
                </a:solidFill>
                <a:latin typeface="微软雅黑" panose="020B0503020204020204" pitchFamily="34" charset="-122"/>
              </a:rPr>
              <a:t>4</a:t>
            </a:r>
            <a:r>
              <a:rPr lang="zh-CN" altLang="en-US" sz="3200" dirty="0">
                <a:solidFill>
                  <a:schemeClr val="tx1"/>
                </a:solidFill>
                <a:latin typeface="微软雅黑" panose="020B0503020204020204" pitchFamily="34" charset="-122"/>
              </a:rPr>
              <a:t>、方案设计和落地</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
        <p:nvSpPr>
          <p:cNvPr id="4" name="Freeform 6"/>
          <p:cNvSpPr/>
          <p:nvPr/>
        </p:nvSpPr>
        <p:spPr bwMode="auto">
          <a:xfrm rot="16200000" flipV="1">
            <a:off x="10371318" y="5124695"/>
            <a:ext cx="1465560" cy="1352843"/>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marL="0" marR="0" lvl="0" indent="0" algn="l"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a:spLocks noGrp="1"/>
          </p:cNvSpPr>
          <p:nvPr/>
        </p:nvSpPr>
        <p:spPr>
          <a:xfrm>
            <a:off x="1253589" y="651499"/>
            <a:ext cx="11294062" cy="461666"/>
          </a:xfrm>
        </p:spPr>
        <p:txBody>
          <a:bodyPr>
            <a:noAutofit/>
          </a:bodyPr>
          <a:lstStyle>
            <a:lvl1pPr algn="just" defTabSz="871220" rtl="0" eaLnBrk="1" latinLnBrk="0" hangingPunct="1">
              <a:lnSpc>
                <a:spcPct val="90000"/>
              </a:lnSpc>
              <a:spcBef>
                <a:spcPct val="0"/>
              </a:spcBef>
              <a:buNone/>
              <a:defRPr lang="zh-CN" altLang="en-US" sz="2600" b="1" kern="1200" spc="300" dirty="0">
                <a:solidFill>
                  <a:srgbClr val="C00000"/>
                </a:solidFill>
                <a:latin typeface="OPPOSans R" panose="00020600040101010101" pitchFamily="18" charset="-122"/>
                <a:ea typeface="OPPOSans R" panose="00020600040101010101" pitchFamily="18" charset="-122"/>
                <a:cs typeface="OPPOSans R" panose="00020600040101010101" pitchFamily="18" charset="-122"/>
              </a:defRPr>
            </a:lvl1pPr>
          </a:lstStyle>
          <a:p>
            <a:r>
              <a:rPr lang="zh-CN" altLang="en-US" sz="2800" dirty="0">
                <a:solidFill>
                  <a:schemeClr val="tx1">
                    <a:lumMod val="75000"/>
                    <a:lumOff val="25000"/>
                  </a:schemeClr>
                </a:solidFill>
                <a:latin typeface="+mn-lt"/>
                <a:ea typeface="+mn-lt"/>
                <a:cs typeface="+mn-lt"/>
              </a:rPr>
              <a:t>反客为主</a:t>
            </a:r>
            <a:r>
              <a:rPr lang="en-US" altLang="zh-CN" sz="2800" dirty="0">
                <a:solidFill>
                  <a:schemeClr val="tx1">
                    <a:lumMod val="75000"/>
                    <a:lumOff val="25000"/>
                  </a:schemeClr>
                </a:solidFill>
                <a:latin typeface="+mn-lt"/>
                <a:ea typeface="+mn-lt"/>
                <a:cs typeface="+mn-lt"/>
              </a:rPr>
              <a:t>-</a:t>
            </a:r>
            <a:r>
              <a:rPr lang="zh-CN" altLang="en-US" sz="2800" dirty="0">
                <a:solidFill>
                  <a:schemeClr val="tx1">
                    <a:lumMod val="75000"/>
                    <a:lumOff val="25000"/>
                  </a:schemeClr>
                </a:solidFill>
                <a:latin typeface="+mn-lt"/>
                <a:ea typeface="+mn-lt"/>
                <a:cs typeface="+mn-lt"/>
              </a:rPr>
              <a:t>自己介绍模板</a:t>
            </a:r>
          </a:p>
        </p:txBody>
      </p:sp>
      <p:sp>
        <p:nvSpPr>
          <p:cNvPr id="2" name="AutoShape 30"/>
          <p:cNvSpPr/>
          <p:nvPr/>
        </p:nvSpPr>
        <p:spPr>
          <a:xfrm>
            <a:off x="766481" y="1458686"/>
            <a:ext cx="10839450" cy="4082143"/>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lvl="0">
              <a:defRPr/>
            </a:pPr>
            <a:r>
              <a:rPr lang="zh-CN" altLang="en-US" b="1" dirty="0">
                <a:solidFill>
                  <a:prstClr val="black"/>
                </a:solidFill>
                <a:latin typeface="宋体" panose="02010600030101010101" pitchFamily="2" charset="-122"/>
                <a:ea typeface="宋体" panose="02010600030101010101" pitchFamily="2" charset="-122"/>
                <a:cs typeface="Arial"/>
                <a:sym typeface="Arial"/>
              </a:rPr>
              <a:t>   </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4710" y="1311275"/>
            <a:ext cx="10412730" cy="3561715"/>
          </a:xfrm>
        </p:spPr>
        <p:txBody>
          <a:bodyPr/>
          <a:lstStyle/>
          <a:p>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Helvetica Neue" charset="0"/>
              </a:rPr>
              <a:t>张总，我们</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Helvetica Neue" charset="0"/>
              </a:rPr>
              <a:t>**</a:t>
            </a:r>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Helvetica Neue" charset="0"/>
              </a:rPr>
              <a:t>银行最近在做客户服务升级活动，年底会给</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Helvetica Neue" charset="0"/>
              </a:rPr>
              <a:t>VIP</a:t>
            </a:r>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Helvetica Neue" charset="0"/>
              </a:rPr>
              <a:t>高净值客群提供家庭资产检视服务。</a:t>
            </a:r>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过去</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年的岁月里，我们团队已经为超过</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1000</a:t>
            </a:r>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个⾼净值家庭提供过资产配置和⽅案设计，积累了不少经验，</a:t>
            </a:r>
            <a:r>
              <a:rPr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Helvetica Neue" charset="0"/>
              </a:rPr>
              <a:t>帮客户清晰的分析现在和未来的一些财富管理关注点，从而提前做整体预案。你要不要体验一下我们的资产配置服务？</a:t>
            </a:r>
          </a:p>
          <a:p>
            <a:r>
              <a:rPr sz="2000"/>
              <a:t>我们的资产配置服务一般分四步：</a:t>
            </a:r>
            <a:endParaRPr lang="en-US" altLang="zh-CN" sz="2000"/>
          </a:p>
          <a:p>
            <a:r>
              <a:rPr lang="en-US" altLang="zh-CN" sz="2800"/>
              <a:t>1</a:t>
            </a:r>
            <a:r>
              <a:rPr sz="2800"/>
              <a:t>、</a:t>
            </a:r>
          </a:p>
          <a:p>
            <a:r>
              <a:rPr lang="en-US" altLang="zh-CN" sz="2800"/>
              <a:t>2</a:t>
            </a:r>
            <a:r>
              <a:rPr sz="2800"/>
              <a:t>、</a:t>
            </a:r>
          </a:p>
          <a:p>
            <a:r>
              <a:rPr lang="en-US" altLang="zh-CN" sz="2800"/>
              <a:t>3</a:t>
            </a:r>
            <a:r>
              <a:rPr sz="2800"/>
              <a:t>、</a:t>
            </a:r>
          </a:p>
          <a:p>
            <a:r>
              <a:rPr lang="en-US" altLang="zh-CN" sz="2800"/>
              <a:t>4</a:t>
            </a:r>
            <a:endParaRPr sz="2800"/>
          </a:p>
          <a:p>
            <a:endParaRPr sz="2800"/>
          </a:p>
          <a:p>
            <a:endParaRPr sz="2800"/>
          </a:p>
          <a:p>
            <a:pPr marL="0" indent="0">
              <a:buNone/>
            </a:pPr>
            <a:endParaRPr sz="2800"/>
          </a:p>
        </p:txBody>
      </p:sp>
      <p:sp>
        <p:nvSpPr>
          <p:cNvPr id="4" name="文本框 3"/>
          <p:cNvSpPr txBox="1"/>
          <p:nvPr/>
        </p:nvSpPr>
        <p:spPr>
          <a:xfrm>
            <a:off x="4267200" y="-89535"/>
            <a:ext cx="406400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 name="标题 4"/>
          <p:cNvSpPr>
            <a:spLocks noGrp="1"/>
          </p:cNvSpPr>
          <p:nvPr>
            <p:ph type="title"/>
          </p:nvPr>
        </p:nvSpPr>
        <p:spPr>
          <a:xfrm>
            <a:off x="1231857" y="562810"/>
            <a:ext cx="10852237" cy="648000"/>
          </a:xfrm>
        </p:spPr>
        <p:txBody>
          <a:bodyPr/>
          <a:lstStyle/>
          <a:p>
            <a:r>
              <a:rPr lang="zh-CN" altLang="en-US" dirty="0">
                <a:solidFill>
                  <a:schemeClr val="tx1">
                    <a:lumMod val="75000"/>
                    <a:lumOff val="25000"/>
                  </a:schemeClr>
                </a:solidFill>
              </a:rPr>
              <a:t>反客为主</a:t>
            </a:r>
            <a:r>
              <a:rPr dirty="0">
                <a:solidFill>
                  <a:schemeClr val="tx1">
                    <a:lumMod val="75000"/>
                    <a:lumOff val="25000"/>
                  </a:schemeClr>
                </a:solidFill>
              </a:rPr>
              <a:t>：专业介绍资产配置四步曲并引导深度</a:t>
            </a:r>
            <a:r>
              <a:rPr lang="en-US" altLang="zh-CN" dirty="0">
                <a:solidFill>
                  <a:schemeClr val="tx1">
                    <a:lumMod val="75000"/>
                    <a:lumOff val="25000"/>
                  </a:schemeClr>
                </a:solidFill>
              </a:rPr>
              <a:t>KYC</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
        <p:nvSpPr>
          <p:cNvPr id="2" name="Freeform 6"/>
          <p:cNvSpPr/>
          <p:nvPr/>
        </p:nvSpPr>
        <p:spPr bwMode="auto">
          <a:xfrm rot="16200000" flipV="1">
            <a:off x="10371318" y="5124695"/>
            <a:ext cx="1465560" cy="1352843"/>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marL="0" marR="0" lvl="0" indent="0" algn="l"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52073" y="633778"/>
            <a:ext cx="9736016" cy="4030980"/>
          </a:xfrm>
          <a:prstGeom prst="rect">
            <a:avLst/>
          </a:prstGeom>
          <a:noFill/>
        </p:spPr>
        <p:txBody>
          <a:bodyPr vert="horz" wrap="square" rtlCol="0">
            <a:spAutoFit/>
          </a:bodyPr>
          <a:lstStyle/>
          <a:p>
            <a:r>
              <a:rPr lang="zh-CN" altLang="en-US" sz="2800" b="1" dirty="0">
                <a:solidFill>
                  <a:schemeClr val="tx1">
                    <a:lumMod val="75000"/>
                    <a:lumOff val="25000"/>
                  </a:schemeClr>
                </a:solidFill>
                <a:latin typeface="微软雅黑" panose="020B0503020204020204" pitchFamily="34" charset="-122"/>
              </a:rPr>
              <a:t>高效</a:t>
            </a:r>
            <a:r>
              <a:rPr lang="en-US" altLang="zh-CN" sz="2800" b="1" dirty="0">
                <a:solidFill>
                  <a:schemeClr val="tx1">
                    <a:lumMod val="75000"/>
                    <a:lumOff val="25000"/>
                  </a:schemeClr>
                </a:solidFill>
                <a:latin typeface="微软雅黑" panose="020B0503020204020204" pitchFamily="34" charset="-122"/>
              </a:rPr>
              <a:t>KYC</a:t>
            </a:r>
            <a:r>
              <a:rPr lang="zh-CN" altLang="en-US" sz="2800" b="1" dirty="0">
                <a:solidFill>
                  <a:schemeClr val="tx1">
                    <a:lumMod val="75000"/>
                    <a:lumOff val="25000"/>
                  </a:schemeClr>
                </a:solidFill>
                <a:latin typeface="微软雅黑" panose="020B0503020204020204" pitchFamily="34" charset="-122"/>
              </a:rPr>
              <a:t>速成四步（一面成单）</a:t>
            </a:r>
            <a:endParaRPr lang="zh-CN" altLang="en-US" sz="2800" b="1" dirty="0">
              <a:solidFill>
                <a:schemeClr val="tx1">
                  <a:lumMod val="85000"/>
                  <a:lumOff val="15000"/>
                </a:schemeClr>
              </a:solidFill>
              <a:latin typeface="微软雅黑" panose="020B0503020204020204" pitchFamily="34" charset="-122"/>
            </a:endParaRPr>
          </a:p>
          <a:p>
            <a:endParaRPr lang="zh-CN" altLang="en-US" sz="2800" b="1" dirty="0">
              <a:solidFill>
                <a:schemeClr val="tx1">
                  <a:lumMod val="85000"/>
                  <a:lumOff val="15000"/>
                </a:schemeClr>
              </a:solidFill>
              <a:latin typeface="微软雅黑" panose="020B0503020204020204" pitchFamily="34" charset="-122"/>
            </a:endParaRPr>
          </a:p>
          <a:p>
            <a:endParaRPr lang="en-US" altLang="zh-CN" sz="2400" dirty="0">
              <a:solidFill>
                <a:schemeClr val="tx1"/>
              </a:solidFill>
              <a:latin typeface="微软雅黑" panose="020B0503020204020204" pitchFamily="34" charset="-122"/>
            </a:endParaRPr>
          </a:p>
          <a:p>
            <a:r>
              <a:rPr lang="en-US" altLang="zh-CN" sz="3200" dirty="0">
                <a:solidFill>
                  <a:schemeClr val="tx1"/>
                </a:solidFill>
                <a:latin typeface="微软雅黑" panose="020B0503020204020204" pitchFamily="34" charset="-122"/>
              </a:rPr>
              <a:t>1</a:t>
            </a:r>
            <a:r>
              <a:rPr lang="zh-CN" altLang="en-US" sz="3200" dirty="0">
                <a:solidFill>
                  <a:schemeClr val="tx1"/>
                </a:solidFill>
                <a:latin typeface="微软雅黑" panose="020B0503020204020204" pitchFamily="34" charset="-122"/>
              </a:rPr>
              <a:t>、反客为主</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有效的自我介绍</a:t>
            </a:r>
            <a:r>
              <a:rPr lang="en-US" altLang="zh-CN" sz="3200" dirty="0">
                <a:solidFill>
                  <a:schemeClr val="tx1"/>
                </a:solidFill>
                <a:latin typeface="微软雅黑" panose="020B0503020204020204" pitchFamily="34" charset="-122"/>
              </a:rPr>
              <a:t>)</a:t>
            </a:r>
          </a:p>
          <a:p>
            <a:pPr>
              <a:lnSpc>
                <a:spcPct val="150000"/>
              </a:lnSpc>
            </a:pPr>
            <a:r>
              <a:rPr lang="en-US" altLang="zh-CN" sz="3200" b="1" dirty="0">
                <a:solidFill>
                  <a:srgbClr val="FF0000"/>
                </a:solidFill>
                <a:latin typeface="微软雅黑" panose="020B0503020204020204" pitchFamily="34" charset="-122"/>
              </a:rPr>
              <a:t>2</a:t>
            </a:r>
            <a:r>
              <a:rPr lang="zh-CN" altLang="en-US" sz="3200" b="1" dirty="0">
                <a:solidFill>
                  <a:srgbClr val="FF0000"/>
                </a:solidFill>
                <a:latin typeface="微软雅黑" panose="020B0503020204020204" pitchFamily="34" charset="-122"/>
              </a:rPr>
              <a:t>、知己知彼（深度</a:t>
            </a:r>
            <a:r>
              <a:rPr lang="en-US" altLang="zh-CN" sz="3200" b="1" dirty="0">
                <a:solidFill>
                  <a:srgbClr val="FF0000"/>
                </a:solidFill>
                <a:latin typeface="微软雅黑" panose="020B0503020204020204" pitchFamily="34" charset="-122"/>
              </a:rPr>
              <a:t>KYC</a:t>
            </a:r>
            <a:r>
              <a:rPr lang="zh-CN" altLang="en-US" sz="3200" b="1" dirty="0">
                <a:solidFill>
                  <a:srgbClr val="FF0000"/>
                </a:solidFill>
                <a:latin typeface="微软雅黑" panose="020B0503020204020204" pitchFamily="34" charset="-122"/>
              </a:rPr>
              <a:t>）</a:t>
            </a:r>
            <a:endParaRPr lang="en-US" altLang="zh-CN" sz="3200" b="1" dirty="0">
              <a:solidFill>
                <a:srgbClr val="FF0000"/>
              </a:solidFill>
              <a:latin typeface="微软雅黑" panose="020B0503020204020204" pitchFamily="34" charset="-122"/>
            </a:endParaRPr>
          </a:p>
          <a:p>
            <a:pPr>
              <a:lnSpc>
                <a:spcPct val="150000"/>
              </a:lnSpc>
            </a:pPr>
            <a:r>
              <a:rPr lang="en-US" altLang="zh-CN" sz="3200" dirty="0">
                <a:solidFill>
                  <a:schemeClr val="tx1"/>
                </a:solidFill>
                <a:latin typeface="微软雅黑" panose="020B0503020204020204" pitchFamily="34" charset="-122"/>
              </a:rPr>
              <a:t>3</a:t>
            </a:r>
            <a:r>
              <a:rPr lang="zh-CN" altLang="en-US" sz="3200" dirty="0">
                <a:solidFill>
                  <a:schemeClr val="tx1"/>
                </a:solidFill>
                <a:latin typeface="微软雅黑" panose="020B0503020204020204" pitchFamily="34" charset="-122"/>
              </a:rPr>
              <a:t>、梳理</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分析</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总结</a:t>
            </a:r>
            <a:endParaRPr lang="en-US" altLang="zh-CN" sz="3200" dirty="0">
              <a:solidFill>
                <a:schemeClr val="tx1"/>
              </a:solidFill>
              <a:latin typeface="微软雅黑" panose="020B0503020204020204" pitchFamily="34" charset="-122"/>
            </a:endParaRPr>
          </a:p>
          <a:p>
            <a:pPr>
              <a:lnSpc>
                <a:spcPct val="150000"/>
              </a:lnSpc>
            </a:pPr>
            <a:r>
              <a:rPr lang="en-US" altLang="zh-CN" sz="3200" dirty="0">
                <a:solidFill>
                  <a:schemeClr val="tx1"/>
                </a:solidFill>
                <a:latin typeface="微软雅黑" panose="020B0503020204020204" pitchFamily="34" charset="-122"/>
              </a:rPr>
              <a:t>4</a:t>
            </a:r>
            <a:r>
              <a:rPr lang="zh-CN" altLang="en-US" sz="3200" dirty="0">
                <a:solidFill>
                  <a:schemeClr val="tx1"/>
                </a:solidFill>
                <a:latin typeface="微软雅黑" panose="020B0503020204020204" pitchFamily="34" charset="-122"/>
              </a:rPr>
              <a:t>、方案设计和落地</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
        <p:nvSpPr>
          <p:cNvPr id="3" name="Freeform 6"/>
          <p:cNvSpPr/>
          <p:nvPr/>
        </p:nvSpPr>
        <p:spPr bwMode="auto">
          <a:xfrm rot="16200000" flipV="1">
            <a:off x="10371318" y="5124695"/>
            <a:ext cx="1465560" cy="1352843"/>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marL="0" marR="0" lvl="0" indent="0" algn="l"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81425" y="687322"/>
            <a:ext cx="9457046" cy="397770"/>
          </a:xfrm>
        </p:spPr>
        <p:txBody>
          <a:bodyPr>
            <a:normAutofit fontScale="90000"/>
          </a:bodyPr>
          <a:lstStyle/>
          <a:p>
            <a:r>
              <a:rPr lang="zh-CN" altLang="en-US" sz="3110" dirty="0">
                <a:solidFill>
                  <a:schemeClr val="tx1">
                    <a:lumMod val="75000"/>
                    <a:lumOff val="25000"/>
                  </a:schemeClr>
                </a:solidFill>
                <a:latin typeface="+mn-lt"/>
                <a:ea typeface="+mn-lt"/>
                <a:cs typeface="+mn-lt"/>
                <a:sym typeface="Arial" panose="020B0604020202020204" pitchFamily="34" charset="0"/>
              </a:rPr>
              <a:t>深度</a:t>
            </a:r>
            <a:r>
              <a:rPr lang="en-US" altLang="zh-CN" sz="3110" dirty="0">
                <a:solidFill>
                  <a:schemeClr val="tx1">
                    <a:lumMod val="75000"/>
                    <a:lumOff val="25000"/>
                  </a:schemeClr>
                </a:solidFill>
                <a:latin typeface="+mn-lt"/>
                <a:ea typeface="+mn-lt"/>
                <a:cs typeface="+mn-lt"/>
                <a:sym typeface="Arial" panose="020B0604020202020204" pitchFamily="34" charset="0"/>
              </a:rPr>
              <a:t>KYC-9</a:t>
            </a:r>
            <a:r>
              <a:rPr lang="zh-CN" altLang="en-US" sz="3110" dirty="0">
                <a:solidFill>
                  <a:schemeClr val="tx1">
                    <a:lumMod val="75000"/>
                    <a:lumOff val="25000"/>
                  </a:schemeClr>
                </a:solidFill>
                <a:latin typeface="+mn-lt"/>
                <a:ea typeface="+mn-lt"/>
                <a:cs typeface="+mn-lt"/>
                <a:sym typeface="Arial" panose="020B0604020202020204" pitchFamily="34" charset="0"/>
              </a:rPr>
              <a:t>大类共</a:t>
            </a:r>
            <a:r>
              <a:rPr lang="en-US" altLang="zh-CN" sz="3110" dirty="0">
                <a:solidFill>
                  <a:schemeClr val="tx1">
                    <a:lumMod val="75000"/>
                    <a:lumOff val="25000"/>
                  </a:schemeClr>
                </a:solidFill>
                <a:latin typeface="+mn-lt"/>
                <a:ea typeface="+mn-lt"/>
                <a:cs typeface="+mn-lt"/>
                <a:sym typeface="Arial" panose="020B0604020202020204" pitchFamily="34" charset="0"/>
              </a:rPr>
              <a:t>52</a:t>
            </a:r>
            <a:r>
              <a:rPr lang="zh-CN" altLang="en-US" sz="3110" dirty="0">
                <a:solidFill>
                  <a:schemeClr val="tx1">
                    <a:lumMod val="75000"/>
                    <a:lumOff val="25000"/>
                  </a:schemeClr>
                </a:solidFill>
                <a:latin typeface="+mn-lt"/>
                <a:ea typeface="+mn-lt"/>
                <a:cs typeface="+mn-lt"/>
                <a:sym typeface="Arial" panose="020B0604020202020204" pitchFamily="34" charset="0"/>
              </a:rPr>
              <a:t>项信息维度汇总表</a:t>
            </a:r>
          </a:p>
        </p:txBody>
      </p:sp>
      <p:pic>
        <p:nvPicPr>
          <p:cNvPr id="7" name="图片 6"/>
          <p:cNvPicPr>
            <a:picLocks noChangeAspect="1"/>
          </p:cNvPicPr>
          <p:nvPr/>
        </p:nvPicPr>
        <p:blipFill>
          <a:blip r:embed="rId2" cstate="email"/>
          <a:stretch>
            <a:fillRect/>
          </a:stretch>
        </p:blipFill>
        <p:spPr>
          <a:xfrm>
            <a:off x="1128211" y="1279393"/>
            <a:ext cx="10063054" cy="4797636"/>
          </a:xfrm>
          <a:prstGeom prst="rect">
            <a:avLst/>
          </a:prstGeom>
        </p:spPr>
      </p:pic>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52073" y="633778"/>
            <a:ext cx="9736016" cy="4030980"/>
          </a:xfrm>
          <a:prstGeom prst="rect">
            <a:avLst/>
          </a:prstGeom>
          <a:noFill/>
        </p:spPr>
        <p:txBody>
          <a:bodyPr vert="horz" wrap="square" rtlCol="0">
            <a:spAutoFit/>
          </a:bodyPr>
          <a:lstStyle/>
          <a:p>
            <a:r>
              <a:rPr lang="zh-CN" altLang="en-US" sz="2800" b="1" dirty="0">
                <a:solidFill>
                  <a:schemeClr val="tx1">
                    <a:lumMod val="75000"/>
                    <a:lumOff val="25000"/>
                  </a:schemeClr>
                </a:solidFill>
                <a:latin typeface="微软雅黑" panose="020B0503020204020204" pitchFamily="34" charset="-122"/>
              </a:rPr>
              <a:t>高效</a:t>
            </a:r>
            <a:r>
              <a:rPr lang="en-US" altLang="zh-CN" sz="2800" b="1" dirty="0">
                <a:solidFill>
                  <a:schemeClr val="tx1">
                    <a:lumMod val="75000"/>
                    <a:lumOff val="25000"/>
                  </a:schemeClr>
                </a:solidFill>
                <a:latin typeface="微软雅黑" panose="020B0503020204020204" pitchFamily="34" charset="-122"/>
              </a:rPr>
              <a:t>KYC</a:t>
            </a:r>
            <a:r>
              <a:rPr lang="zh-CN" altLang="en-US" sz="2800" b="1" dirty="0">
                <a:solidFill>
                  <a:schemeClr val="tx1">
                    <a:lumMod val="75000"/>
                    <a:lumOff val="25000"/>
                  </a:schemeClr>
                </a:solidFill>
                <a:latin typeface="微软雅黑" panose="020B0503020204020204" pitchFamily="34" charset="-122"/>
              </a:rPr>
              <a:t>速成四步（一面成单）</a:t>
            </a:r>
          </a:p>
          <a:p>
            <a:endParaRPr lang="zh-CN" altLang="en-US" sz="2800" b="1" dirty="0">
              <a:solidFill>
                <a:schemeClr val="tx1">
                  <a:lumMod val="85000"/>
                  <a:lumOff val="15000"/>
                </a:schemeClr>
              </a:solidFill>
              <a:latin typeface="微软雅黑" panose="020B0503020204020204" pitchFamily="34" charset="-122"/>
            </a:endParaRPr>
          </a:p>
          <a:p>
            <a:endParaRPr lang="en-US" altLang="zh-CN" sz="2400" dirty="0">
              <a:solidFill>
                <a:schemeClr val="tx1"/>
              </a:solidFill>
              <a:latin typeface="微软雅黑" panose="020B0503020204020204" pitchFamily="34" charset="-122"/>
            </a:endParaRPr>
          </a:p>
          <a:p>
            <a:r>
              <a:rPr lang="en-US" altLang="zh-CN" sz="3200" dirty="0">
                <a:solidFill>
                  <a:schemeClr val="tx1"/>
                </a:solidFill>
                <a:latin typeface="微软雅黑" panose="020B0503020204020204" pitchFamily="34" charset="-122"/>
              </a:rPr>
              <a:t>1</a:t>
            </a:r>
            <a:r>
              <a:rPr lang="zh-CN" altLang="en-US" sz="3200" dirty="0">
                <a:solidFill>
                  <a:schemeClr val="tx1"/>
                </a:solidFill>
                <a:latin typeface="微软雅黑" panose="020B0503020204020204" pitchFamily="34" charset="-122"/>
              </a:rPr>
              <a:t>、反客为主</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有效的自我介绍</a:t>
            </a:r>
            <a:r>
              <a:rPr lang="en-US" altLang="zh-CN" sz="3200" dirty="0">
                <a:solidFill>
                  <a:schemeClr val="tx1"/>
                </a:solidFill>
                <a:latin typeface="微软雅黑" panose="020B0503020204020204" pitchFamily="34" charset="-122"/>
              </a:rPr>
              <a:t>)</a:t>
            </a:r>
          </a:p>
          <a:p>
            <a:pPr>
              <a:lnSpc>
                <a:spcPct val="150000"/>
              </a:lnSpc>
            </a:pPr>
            <a:r>
              <a:rPr lang="en-US" altLang="zh-CN" sz="3200" dirty="0">
                <a:solidFill>
                  <a:schemeClr val="tx1"/>
                </a:solidFill>
                <a:latin typeface="微软雅黑" panose="020B0503020204020204" pitchFamily="34" charset="-122"/>
              </a:rPr>
              <a:t>2</a:t>
            </a:r>
            <a:r>
              <a:rPr lang="zh-CN" altLang="en-US" sz="3200" dirty="0">
                <a:solidFill>
                  <a:schemeClr val="tx1"/>
                </a:solidFill>
                <a:latin typeface="微软雅黑" panose="020B0503020204020204" pitchFamily="34" charset="-122"/>
              </a:rPr>
              <a:t>、知己知彼（深度</a:t>
            </a:r>
            <a:r>
              <a:rPr lang="en-US" altLang="zh-CN" sz="3200" dirty="0">
                <a:solidFill>
                  <a:schemeClr val="tx1"/>
                </a:solidFill>
                <a:latin typeface="微软雅黑" panose="020B0503020204020204" pitchFamily="34" charset="-122"/>
              </a:rPr>
              <a:t>KYC</a:t>
            </a:r>
            <a:r>
              <a:rPr lang="zh-CN" altLang="en-US" sz="3200" dirty="0">
                <a:solidFill>
                  <a:schemeClr val="tx1"/>
                </a:solidFill>
                <a:latin typeface="微软雅黑" panose="020B0503020204020204" pitchFamily="34" charset="-122"/>
              </a:rPr>
              <a:t>）</a:t>
            </a:r>
            <a:endParaRPr lang="en-US" altLang="zh-CN" sz="3200" dirty="0">
              <a:solidFill>
                <a:schemeClr val="tx1"/>
              </a:solidFill>
              <a:latin typeface="微软雅黑" panose="020B0503020204020204" pitchFamily="34" charset="-122"/>
            </a:endParaRPr>
          </a:p>
          <a:p>
            <a:pPr>
              <a:lnSpc>
                <a:spcPct val="150000"/>
              </a:lnSpc>
            </a:pPr>
            <a:r>
              <a:rPr lang="en-US" altLang="zh-CN" sz="3200" b="1" dirty="0">
                <a:solidFill>
                  <a:srgbClr val="FF0000"/>
                </a:solidFill>
                <a:latin typeface="微软雅黑" panose="020B0503020204020204" pitchFamily="34" charset="-122"/>
              </a:rPr>
              <a:t>3</a:t>
            </a:r>
            <a:r>
              <a:rPr lang="zh-CN" altLang="en-US" sz="3200" b="1" dirty="0">
                <a:solidFill>
                  <a:srgbClr val="FF0000"/>
                </a:solidFill>
                <a:latin typeface="微软雅黑" panose="020B0503020204020204" pitchFamily="34" charset="-122"/>
              </a:rPr>
              <a:t>、梳理</a:t>
            </a:r>
            <a:r>
              <a:rPr lang="en-US" altLang="zh-CN" sz="3200" b="1" dirty="0">
                <a:solidFill>
                  <a:srgbClr val="FF0000"/>
                </a:solidFill>
                <a:latin typeface="微软雅黑" panose="020B0503020204020204" pitchFamily="34" charset="-122"/>
              </a:rPr>
              <a:t>-</a:t>
            </a:r>
            <a:r>
              <a:rPr lang="zh-CN" altLang="en-US" sz="3200" b="1" dirty="0">
                <a:solidFill>
                  <a:srgbClr val="FF0000"/>
                </a:solidFill>
                <a:latin typeface="微软雅黑" panose="020B0503020204020204" pitchFamily="34" charset="-122"/>
              </a:rPr>
              <a:t>分析</a:t>
            </a:r>
            <a:r>
              <a:rPr lang="en-US" altLang="zh-CN" sz="3200" b="1" dirty="0">
                <a:solidFill>
                  <a:srgbClr val="FF0000"/>
                </a:solidFill>
                <a:latin typeface="微软雅黑" panose="020B0503020204020204" pitchFamily="34" charset="-122"/>
              </a:rPr>
              <a:t>-</a:t>
            </a:r>
            <a:r>
              <a:rPr lang="zh-CN" altLang="en-US" sz="3200" b="1" dirty="0">
                <a:solidFill>
                  <a:srgbClr val="FF0000"/>
                </a:solidFill>
                <a:latin typeface="微软雅黑" panose="020B0503020204020204" pitchFamily="34" charset="-122"/>
              </a:rPr>
              <a:t>总结</a:t>
            </a:r>
            <a:endParaRPr lang="en-US" altLang="zh-CN" sz="3200" b="1" dirty="0">
              <a:solidFill>
                <a:srgbClr val="FF0000"/>
              </a:solidFill>
              <a:latin typeface="微软雅黑" panose="020B0503020204020204" pitchFamily="34" charset="-122"/>
            </a:endParaRPr>
          </a:p>
          <a:p>
            <a:pPr>
              <a:lnSpc>
                <a:spcPct val="150000"/>
              </a:lnSpc>
            </a:pPr>
            <a:r>
              <a:rPr lang="en-US" altLang="zh-CN" sz="3200" dirty="0">
                <a:solidFill>
                  <a:schemeClr val="tx1"/>
                </a:solidFill>
                <a:latin typeface="微软雅黑" panose="020B0503020204020204" pitchFamily="34" charset="-122"/>
              </a:rPr>
              <a:t>4</a:t>
            </a:r>
            <a:r>
              <a:rPr lang="zh-CN" altLang="en-US" sz="3200" dirty="0">
                <a:solidFill>
                  <a:schemeClr val="tx1"/>
                </a:solidFill>
                <a:latin typeface="微软雅黑" panose="020B0503020204020204" pitchFamily="34" charset="-122"/>
              </a:rPr>
              <a:t>、方案设计和落地</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
        <p:nvSpPr>
          <p:cNvPr id="3" name="Freeform 6"/>
          <p:cNvSpPr/>
          <p:nvPr/>
        </p:nvSpPr>
        <p:spPr bwMode="auto">
          <a:xfrm rot="16200000" flipV="1">
            <a:off x="10371318" y="5124695"/>
            <a:ext cx="1465560" cy="1352843"/>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marL="0" marR="0" lvl="0" indent="0" algn="l"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53538" y="624156"/>
            <a:ext cx="9736016" cy="5321935"/>
          </a:xfrm>
          <a:prstGeom prst="rect">
            <a:avLst/>
          </a:prstGeom>
          <a:noFill/>
        </p:spPr>
        <p:txBody>
          <a:bodyPr vert="horz" wrap="square" rtlCol="0">
            <a:spAutoFit/>
          </a:bodyPr>
          <a:lstStyle/>
          <a:p>
            <a:r>
              <a:rPr lang="zh-CN" altLang="en-US" sz="2800" b="1" dirty="0">
                <a:solidFill>
                  <a:schemeClr val="tx1">
                    <a:lumMod val="75000"/>
                    <a:lumOff val="25000"/>
                  </a:schemeClr>
                </a:solidFill>
                <a:latin typeface="微软雅黑" panose="020B0503020204020204" pitchFamily="34" charset="-122"/>
              </a:rPr>
              <a:t>梳理</a:t>
            </a:r>
            <a:r>
              <a:rPr lang="en-US" altLang="zh-CN" sz="2800" b="1" dirty="0">
                <a:solidFill>
                  <a:schemeClr val="tx1">
                    <a:lumMod val="75000"/>
                    <a:lumOff val="25000"/>
                  </a:schemeClr>
                </a:solidFill>
                <a:latin typeface="微软雅黑" panose="020B0503020204020204" pitchFamily="34" charset="-122"/>
              </a:rPr>
              <a:t>—</a:t>
            </a:r>
            <a:r>
              <a:rPr lang="zh-CN" altLang="en-US" sz="2800" b="1" dirty="0">
                <a:solidFill>
                  <a:schemeClr val="tx1">
                    <a:lumMod val="75000"/>
                    <a:lumOff val="25000"/>
                  </a:schemeClr>
                </a:solidFill>
                <a:latin typeface="微软雅黑" panose="020B0503020204020204" pitchFamily="34" charset="-122"/>
              </a:rPr>
              <a:t>家庭结构图实战应用</a:t>
            </a:r>
            <a:endParaRPr lang="en-US" altLang="zh-CN" sz="4000" b="1" dirty="0">
              <a:solidFill>
                <a:schemeClr val="tx1">
                  <a:lumMod val="75000"/>
                  <a:lumOff val="25000"/>
                </a:schemeClr>
              </a:solidFill>
              <a:latin typeface="微软雅黑" panose="020B0503020204020204" pitchFamily="34" charset="-122"/>
            </a:endParaRPr>
          </a:p>
          <a:p>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1</a:t>
            </a:r>
            <a:r>
              <a:rPr lang="zh-CN" altLang="en-US" sz="2400" dirty="0">
                <a:solidFill>
                  <a:schemeClr val="tx1"/>
                </a:solidFill>
                <a:latin typeface="微软雅黑" panose="020B0503020204020204" pitchFamily="34" charset="-122"/>
              </a:rPr>
              <a:t>、关系结构</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      </a:t>
            </a:r>
            <a:r>
              <a:rPr lang="zh-CN" altLang="en-US" sz="2400" dirty="0">
                <a:solidFill>
                  <a:schemeClr val="tx1"/>
                </a:solidFill>
                <a:latin typeface="微软雅黑" panose="020B0503020204020204" pitchFamily="34" charset="-122"/>
              </a:rPr>
              <a:t>横看婚姻，纵看传承。</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      </a:t>
            </a:r>
            <a:r>
              <a:rPr lang="zh-CN" altLang="en-US" sz="2400" dirty="0">
                <a:solidFill>
                  <a:schemeClr val="tx1"/>
                </a:solidFill>
                <a:latin typeface="微软雅黑" panose="020B0503020204020204" pitchFamily="34" charset="-122"/>
              </a:rPr>
              <a:t>身故风险：经济支柱风险、传承风险</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2</a:t>
            </a:r>
            <a:r>
              <a:rPr lang="zh-CN" altLang="en-US" sz="2400" dirty="0">
                <a:solidFill>
                  <a:schemeClr val="tx1"/>
                </a:solidFill>
                <a:latin typeface="微软雅黑" panose="020B0503020204020204" pitchFamily="34" charset="-122"/>
              </a:rPr>
              <a:t>、年龄结构</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      </a:t>
            </a:r>
            <a:r>
              <a:rPr lang="zh-CN" altLang="en-US" sz="2400" dirty="0">
                <a:solidFill>
                  <a:schemeClr val="tx1"/>
                </a:solidFill>
                <a:latin typeface="微软雅黑" panose="020B0503020204020204" pitchFamily="34" charset="-122"/>
              </a:rPr>
              <a:t>时间点：每一个辈分每一个人的年龄</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      </a:t>
            </a:r>
            <a:r>
              <a:rPr lang="zh-CN" altLang="en-US" sz="2400" dirty="0">
                <a:solidFill>
                  <a:schemeClr val="tx1"/>
                </a:solidFill>
                <a:latin typeface="微软雅黑" panose="020B0503020204020204" pitchFamily="34" charset="-122"/>
              </a:rPr>
              <a:t>刚需冲突：几个人集中用钱。重点关注父母子女年龄差</a:t>
            </a:r>
            <a:r>
              <a:rPr lang="en-US" altLang="zh-CN" sz="2400" dirty="0">
                <a:solidFill>
                  <a:schemeClr val="tx1"/>
                </a:solidFill>
                <a:latin typeface="微软雅黑" panose="020B0503020204020204" pitchFamily="34" charset="-122"/>
              </a:rPr>
              <a:t>30</a:t>
            </a:r>
            <a:r>
              <a:rPr lang="zh-CN" altLang="en-US" sz="2400" dirty="0">
                <a:solidFill>
                  <a:schemeClr val="tx1"/>
                </a:solidFill>
                <a:latin typeface="微软雅黑" panose="020B0503020204020204" pitchFamily="34" charset="-122"/>
              </a:rPr>
              <a:t>岁以上</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3</a:t>
            </a:r>
            <a:r>
              <a:rPr lang="zh-CN" altLang="en-US" sz="2400" dirty="0">
                <a:solidFill>
                  <a:schemeClr val="tx1"/>
                </a:solidFill>
                <a:latin typeface="微软雅黑" panose="020B0503020204020204" pitchFamily="34" charset="-122"/>
              </a:rPr>
              <a:t>、身份背景</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      </a:t>
            </a:r>
            <a:r>
              <a:rPr lang="zh-CN" altLang="en-US" sz="2400" dirty="0">
                <a:solidFill>
                  <a:schemeClr val="tx1"/>
                </a:solidFill>
                <a:latin typeface="微软雅黑" panose="020B0503020204020204" pitchFamily="34" charset="-122"/>
              </a:rPr>
              <a:t>国籍、税收身份等，有可能导致税收成本增加。</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4</a:t>
            </a:r>
            <a:r>
              <a:rPr lang="zh-CN" altLang="en-US" sz="2400" dirty="0">
                <a:solidFill>
                  <a:schemeClr val="tx1"/>
                </a:solidFill>
                <a:latin typeface="微软雅黑" panose="020B0503020204020204" pitchFamily="34" charset="-122"/>
              </a:rPr>
              <a:t>、行业背景</a:t>
            </a:r>
            <a:endParaRPr lang="en-US" altLang="zh-CN" sz="2400" dirty="0">
              <a:solidFill>
                <a:schemeClr val="tx1"/>
              </a:solidFill>
              <a:latin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rPr>
              <a:t>      </a:t>
            </a:r>
            <a:r>
              <a:rPr lang="zh-CN" altLang="en-US" sz="2400" dirty="0">
                <a:solidFill>
                  <a:schemeClr val="tx1"/>
                </a:solidFill>
                <a:latin typeface="微软雅黑" panose="020B0503020204020204" pitchFamily="34" charset="-122"/>
              </a:rPr>
              <a:t>核心收入来源，从今天到未来核心收入的走势。</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
        <p:nvSpPr>
          <p:cNvPr id="3" name="Freeform 6"/>
          <p:cNvSpPr/>
          <p:nvPr/>
        </p:nvSpPr>
        <p:spPr bwMode="auto">
          <a:xfrm rot="16200000" flipV="1">
            <a:off x="10371318" y="5124695"/>
            <a:ext cx="1465560" cy="1352843"/>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marL="0" marR="0" lvl="0" indent="0" algn="l"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52073" y="633778"/>
            <a:ext cx="9736016" cy="4030980"/>
          </a:xfrm>
          <a:prstGeom prst="rect">
            <a:avLst/>
          </a:prstGeom>
          <a:noFill/>
        </p:spPr>
        <p:txBody>
          <a:bodyPr vert="horz" wrap="square" rtlCol="0">
            <a:spAutoFit/>
          </a:bodyPr>
          <a:lstStyle/>
          <a:p>
            <a:r>
              <a:rPr lang="zh-CN" altLang="en-US" sz="2800" b="1" dirty="0">
                <a:solidFill>
                  <a:schemeClr val="tx1">
                    <a:lumMod val="85000"/>
                    <a:lumOff val="15000"/>
                  </a:schemeClr>
                </a:solidFill>
                <a:latin typeface="微软雅黑" panose="020B0503020204020204" pitchFamily="34" charset="-122"/>
              </a:rPr>
              <a:t>高效</a:t>
            </a:r>
            <a:r>
              <a:rPr lang="en-US" altLang="zh-CN" sz="2800" b="1" dirty="0">
                <a:solidFill>
                  <a:schemeClr val="tx1">
                    <a:lumMod val="85000"/>
                    <a:lumOff val="15000"/>
                  </a:schemeClr>
                </a:solidFill>
                <a:latin typeface="微软雅黑" panose="020B0503020204020204" pitchFamily="34" charset="-122"/>
              </a:rPr>
              <a:t>KYC</a:t>
            </a:r>
            <a:r>
              <a:rPr lang="zh-CN" altLang="en-US" sz="2800" b="1" dirty="0">
                <a:solidFill>
                  <a:schemeClr val="tx1">
                    <a:lumMod val="85000"/>
                    <a:lumOff val="15000"/>
                  </a:schemeClr>
                </a:solidFill>
                <a:latin typeface="微软雅黑" panose="020B0503020204020204" pitchFamily="34" charset="-122"/>
              </a:rPr>
              <a:t>速成四步（一面成单）</a:t>
            </a:r>
          </a:p>
          <a:p>
            <a:endParaRPr lang="zh-CN" altLang="en-US" sz="2800" b="1" dirty="0">
              <a:solidFill>
                <a:schemeClr val="tx1">
                  <a:lumMod val="85000"/>
                  <a:lumOff val="15000"/>
                </a:schemeClr>
              </a:solidFill>
              <a:latin typeface="微软雅黑" panose="020B0503020204020204" pitchFamily="34" charset="-122"/>
            </a:endParaRPr>
          </a:p>
          <a:p>
            <a:endParaRPr lang="en-US" altLang="zh-CN" sz="2400" dirty="0">
              <a:solidFill>
                <a:schemeClr val="tx1"/>
              </a:solidFill>
              <a:latin typeface="微软雅黑" panose="020B0503020204020204" pitchFamily="34" charset="-122"/>
            </a:endParaRPr>
          </a:p>
          <a:p>
            <a:r>
              <a:rPr lang="en-US" altLang="zh-CN" sz="3200" dirty="0">
                <a:solidFill>
                  <a:schemeClr val="tx1"/>
                </a:solidFill>
                <a:latin typeface="微软雅黑" panose="020B0503020204020204" pitchFamily="34" charset="-122"/>
              </a:rPr>
              <a:t>1</a:t>
            </a:r>
            <a:r>
              <a:rPr lang="zh-CN" altLang="en-US" sz="3200" dirty="0">
                <a:solidFill>
                  <a:schemeClr val="tx1"/>
                </a:solidFill>
                <a:latin typeface="微软雅黑" panose="020B0503020204020204" pitchFamily="34" charset="-122"/>
              </a:rPr>
              <a:t>、反客为主</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有效的自我介绍</a:t>
            </a:r>
            <a:r>
              <a:rPr lang="en-US" altLang="zh-CN" sz="3200" dirty="0">
                <a:solidFill>
                  <a:schemeClr val="tx1"/>
                </a:solidFill>
                <a:latin typeface="微软雅黑" panose="020B0503020204020204" pitchFamily="34" charset="-122"/>
              </a:rPr>
              <a:t>)</a:t>
            </a:r>
          </a:p>
          <a:p>
            <a:pPr>
              <a:lnSpc>
                <a:spcPct val="150000"/>
              </a:lnSpc>
            </a:pPr>
            <a:r>
              <a:rPr lang="en-US" altLang="zh-CN" sz="3200" dirty="0">
                <a:solidFill>
                  <a:schemeClr val="tx1"/>
                </a:solidFill>
                <a:latin typeface="微软雅黑" panose="020B0503020204020204" pitchFamily="34" charset="-122"/>
              </a:rPr>
              <a:t>2</a:t>
            </a:r>
            <a:r>
              <a:rPr lang="zh-CN" altLang="en-US" sz="3200" dirty="0">
                <a:solidFill>
                  <a:schemeClr val="tx1"/>
                </a:solidFill>
                <a:latin typeface="微软雅黑" panose="020B0503020204020204" pitchFamily="34" charset="-122"/>
              </a:rPr>
              <a:t>、知己知彼（深度</a:t>
            </a:r>
            <a:r>
              <a:rPr lang="en-US" altLang="zh-CN" sz="3200" dirty="0">
                <a:solidFill>
                  <a:schemeClr val="tx1"/>
                </a:solidFill>
                <a:latin typeface="微软雅黑" panose="020B0503020204020204" pitchFamily="34" charset="-122"/>
              </a:rPr>
              <a:t>KYC</a:t>
            </a:r>
            <a:r>
              <a:rPr lang="zh-CN" altLang="en-US" sz="3200" dirty="0">
                <a:solidFill>
                  <a:schemeClr val="tx1"/>
                </a:solidFill>
                <a:latin typeface="微软雅黑" panose="020B0503020204020204" pitchFamily="34" charset="-122"/>
              </a:rPr>
              <a:t>）</a:t>
            </a:r>
            <a:endParaRPr lang="en-US" altLang="zh-CN" sz="3200" dirty="0">
              <a:solidFill>
                <a:schemeClr val="tx1"/>
              </a:solidFill>
              <a:latin typeface="微软雅黑" panose="020B0503020204020204" pitchFamily="34" charset="-122"/>
            </a:endParaRPr>
          </a:p>
          <a:p>
            <a:pPr>
              <a:lnSpc>
                <a:spcPct val="150000"/>
              </a:lnSpc>
            </a:pPr>
            <a:r>
              <a:rPr lang="en-US" altLang="zh-CN" sz="3200" dirty="0">
                <a:solidFill>
                  <a:schemeClr val="tx1"/>
                </a:solidFill>
                <a:latin typeface="微软雅黑" panose="020B0503020204020204" pitchFamily="34" charset="-122"/>
              </a:rPr>
              <a:t>3</a:t>
            </a:r>
            <a:r>
              <a:rPr lang="zh-CN" altLang="en-US" sz="3200" dirty="0">
                <a:solidFill>
                  <a:schemeClr val="tx1"/>
                </a:solidFill>
                <a:latin typeface="微软雅黑" panose="020B0503020204020204" pitchFamily="34" charset="-122"/>
              </a:rPr>
              <a:t>、梳理</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分析</a:t>
            </a:r>
            <a:r>
              <a:rPr lang="en-US" altLang="zh-CN" sz="3200" dirty="0">
                <a:solidFill>
                  <a:schemeClr val="tx1"/>
                </a:solidFill>
                <a:latin typeface="微软雅黑" panose="020B0503020204020204" pitchFamily="34" charset="-122"/>
              </a:rPr>
              <a:t>-</a:t>
            </a:r>
            <a:r>
              <a:rPr lang="zh-CN" altLang="en-US" sz="3200" dirty="0">
                <a:solidFill>
                  <a:schemeClr val="tx1"/>
                </a:solidFill>
                <a:latin typeface="微软雅黑" panose="020B0503020204020204" pitchFamily="34" charset="-122"/>
              </a:rPr>
              <a:t>总结</a:t>
            </a:r>
            <a:endParaRPr lang="en-US" altLang="zh-CN" sz="3200" dirty="0">
              <a:solidFill>
                <a:schemeClr val="tx1"/>
              </a:solidFill>
              <a:latin typeface="微软雅黑" panose="020B0503020204020204" pitchFamily="34" charset="-122"/>
            </a:endParaRPr>
          </a:p>
          <a:p>
            <a:pPr>
              <a:lnSpc>
                <a:spcPct val="150000"/>
              </a:lnSpc>
            </a:pPr>
            <a:r>
              <a:rPr lang="en-US" altLang="zh-CN" sz="3200" b="1" dirty="0">
                <a:solidFill>
                  <a:srgbClr val="FF0000"/>
                </a:solidFill>
                <a:latin typeface="微软雅黑" panose="020B0503020204020204" pitchFamily="34" charset="-122"/>
              </a:rPr>
              <a:t>4</a:t>
            </a:r>
            <a:r>
              <a:rPr lang="zh-CN" altLang="en-US" sz="3200" b="1" dirty="0">
                <a:solidFill>
                  <a:srgbClr val="FF0000"/>
                </a:solidFill>
                <a:latin typeface="微软雅黑" panose="020B0503020204020204" pitchFamily="34" charset="-122"/>
              </a:rPr>
              <a:t>、方案设计和落地</a:t>
            </a:r>
          </a:p>
        </p:txBody>
      </p:sp>
      <p:sp>
        <p:nvSpPr>
          <p:cNvPr id="36" name="矩形 35"/>
          <p:cNvSpPr/>
          <p:nvPr/>
        </p:nvSpPr>
        <p:spPr>
          <a:xfrm>
            <a:off x="438150" y="361950"/>
            <a:ext cx="11315700" cy="6172200"/>
          </a:xfrm>
          <a:prstGeom prst="rect">
            <a:avLst/>
          </a:prstGeom>
          <a:noFill/>
          <a:ln w="38100">
            <a:solidFill>
              <a:srgbClr val="EFA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6"/>
          <p:cNvSpPr/>
          <p:nvPr/>
        </p:nvSpPr>
        <p:spPr bwMode="auto">
          <a:xfrm flipV="1">
            <a:off x="766481" y="524434"/>
            <a:ext cx="578223" cy="536999"/>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defTabSz="866775" fontAlgn="base">
              <a:spcBef>
                <a:spcPct val="0"/>
              </a:spcBef>
              <a:spcAft>
                <a:spcPct val="0"/>
              </a:spcAft>
            </a:pPr>
            <a:endParaRPr lang="zh-CN" altLang="en-US" sz="1705">
              <a:solidFill>
                <a:prstClr val="black"/>
              </a:solidFill>
              <a:cs typeface="+mn-ea"/>
              <a:sym typeface="+mn-lt"/>
            </a:endParaRPr>
          </a:p>
        </p:txBody>
      </p:sp>
      <p:sp>
        <p:nvSpPr>
          <p:cNvPr id="3" name="Freeform 6"/>
          <p:cNvSpPr/>
          <p:nvPr/>
        </p:nvSpPr>
        <p:spPr bwMode="auto">
          <a:xfrm rot="16200000" flipV="1">
            <a:off x="10371318" y="5124695"/>
            <a:ext cx="1465560" cy="1352843"/>
          </a:xfrm>
          <a:custGeom>
            <a:avLst/>
            <a:gdLst>
              <a:gd name="T0" fmla="*/ 2665 w 2665"/>
              <a:gd name="T1" fmla="*/ 0 h 1127"/>
              <a:gd name="T2" fmla="*/ 0 w 2665"/>
              <a:gd name="T3" fmla="*/ 0 h 1127"/>
              <a:gd name="T4" fmla="*/ 652 w 2665"/>
              <a:gd name="T5" fmla="*/ 1127 h 1127"/>
              <a:gd name="T6" fmla="*/ 2665 w 2665"/>
              <a:gd name="T7" fmla="*/ 0 h 1127"/>
              <a:gd name="connsiteX0" fmla="*/ 10000 w 10000"/>
              <a:gd name="connsiteY0" fmla="*/ 0 h 13164"/>
              <a:gd name="connsiteX1" fmla="*/ 0 w 10000"/>
              <a:gd name="connsiteY1" fmla="*/ 0 h 13164"/>
              <a:gd name="connsiteX2" fmla="*/ 16 w 10000"/>
              <a:gd name="connsiteY2" fmla="*/ 13164 h 13164"/>
              <a:gd name="connsiteX3" fmla="*/ 10000 w 10000"/>
              <a:gd name="connsiteY3" fmla="*/ 0 h 13164"/>
            </a:gdLst>
            <a:ahLst/>
            <a:cxnLst>
              <a:cxn ang="0">
                <a:pos x="connsiteX0" y="connsiteY0"/>
              </a:cxn>
              <a:cxn ang="0">
                <a:pos x="connsiteX1" y="connsiteY1"/>
              </a:cxn>
              <a:cxn ang="0">
                <a:pos x="connsiteX2" y="connsiteY2"/>
              </a:cxn>
              <a:cxn ang="0">
                <a:pos x="connsiteX3" y="connsiteY3"/>
              </a:cxn>
            </a:cxnLst>
            <a:rect l="l" t="t" r="r" b="b"/>
            <a:pathLst>
              <a:path w="10000" h="13164">
                <a:moveTo>
                  <a:pt x="10000" y="0"/>
                </a:moveTo>
                <a:lnTo>
                  <a:pt x="0" y="0"/>
                </a:lnTo>
                <a:cubicBezTo>
                  <a:pt x="5" y="4388"/>
                  <a:pt x="11" y="8776"/>
                  <a:pt x="16" y="13164"/>
                </a:cubicBezTo>
                <a:lnTo>
                  <a:pt x="10000" y="0"/>
                </a:lnTo>
                <a:close/>
              </a:path>
            </a:pathLst>
          </a:custGeom>
          <a:solidFill>
            <a:srgbClr val="EFA128"/>
          </a:solidFill>
          <a:ln>
            <a:noFill/>
          </a:ln>
        </p:spPr>
        <p:txBody>
          <a:bodyPr vert="horz" wrap="square" lIns="121906" tIns="60953" rIns="121906" bIns="60953" numCol="1" anchor="t" anchorCtr="0" compatLnSpc="1"/>
          <a:lstStyle/>
          <a:p>
            <a:pPr marL="0" marR="0" lvl="0" indent="0" algn="l"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C570-F0B5-E492-515A-07EF48FE55A9}"/>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E2970981-CADE-70E8-E5F8-F78A69E7E652}"/>
              </a:ext>
            </a:extLst>
          </p:cNvPr>
          <p:cNvSpPr/>
          <p:nvPr/>
        </p:nvSpPr>
        <p:spPr>
          <a:xfrm>
            <a:off x="508000" y="1270000"/>
            <a:ext cx="2540000" cy="5080000"/>
          </a:xfrm>
          <a:prstGeom prst="roundRect">
            <a:avLst>
              <a:gd name="adj" fmla="val 6000"/>
            </a:avLst>
          </a:prstGeom>
          <a:solidFill>
            <a:srgbClr val="0000FF">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a:extLst>
              <a:ext uri="{FF2B5EF4-FFF2-40B4-BE49-F238E27FC236}">
                <a16:creationId xmlns:a16="http://schemas.microsoft.com/office/drawing/2014/main" id="{AEA3BD9F-3F2D-119E-82F8-AA21322DF206}"/>
              </a:ext>
            </a:extLst>
          </p:cNvPr>
          <p:cNvSpPr/>
          <p:nvPr/>
        </p:nvSpPr>
        <p:spPr>
          <a:xfrm>
            <a:off x="635000" y="1397000"/>
            <a:ext cx="2286000" cy="889000"/>
          </a:xfrm>
          <a:prstGeom prst="roundRect">
            <a:avLst>
              <a:gd name="adj" fmla="val 14285"/>
            </a:avLst>
          </a:prstGeom>
          <a:solidFill>
            <a:srgbClr val="1E3C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FFFF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 </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5" name="AutoShape 5">
            <a:extLst>
              <a:ext uri="{FF2B5EF4-FFF2-40B4-BE49-F238E27FC236}">
                <a16:creationId xmlns:a16="http://schemas.microsoft.com/office/drawing/2014/main" id="{ED7D089A-EAFD-432D-B92F-080D8EE32B4F}"/>
              </a:ext>
            </a:extLst>
          </p:cNvPr>
          <p:cNvSpPr/>
          <p:nvPr/>
        </p:nvSpPr>
        <p:spPr>
          <a:xfrm>
            <a:off x="635000" y="2413000"/>
            <a:ext cx="2286000" cy="1143000"/>
          </a:xfrm>
          <a:prstGeom prst="roundRect">
            <a:avLst>
              <a:gd name="adj" fmla="val 11111"/>
            </a:avLst>
          </a:prstGeom>
          <a:solidFill>
            <a:srgbClr val="3C5A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资产权利</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DCDC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Assets Rights</a:t>
            </a:r>
          </a:p>
        </p:txBody>
      </p:sp>
      <p:sp>
        <p:nvSpPr>
          <p:cNvPr id="6" name="AutoShape 6">
            <a:extLst>
              <a:ext uri="{FF2B5EF4-FFF2-40B4-BE49-F238E27FC236}">
                <a16:creationId xmlns:a16="http://schemas.microsoft.com/office/drawing/2014/main" id="{EB875995-5EDF-6F18-1479-526341B61EF5}"/>
              </a:ext>
            </a:extLst>
          </p:cNvPr>
          <p:cNvSpPr/>
          <p:nvPr/>
        </p:nvSpPr>
        <p:spPr>
          <a:xfrm>
            <a:off x="635000" y="3683000"/>
            <a:ext cx="2286000" cy="1143000"/>
          </a:xfrm>
          <a:prstGeom prst="roundRect">
            <a:avLst>
              <a:gd name="adj" fmla="val 11111"/>
            </a:avLst>
          </a:prstGeom>
          <a:solidFill>
            <a:srgbClr val="3C5A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法律权利</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DCDC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Legal Rights</a:t>
            </a:r>
          </a:p>
        </p:txBody>
      </p:sp>
      <p:sp>
        <p:nvSpPr>
          <p:cNvPr id="7" name="AutoShape 7">
            <a:extLst>
              <a:ext uri="{FF2B5EF4-FFF2-40B4-BE49-F238E27FC236}">
                <a16:creationId xmlns:a16="http://schemas.microsoft.com/office/drawing/2014/main" id="{99DF070A-72FA-2D8C-4D5B-331EF6026057}"/>
              </a:ext>
            </a:extLst>
          </p:cNvPr>
          <p:cNvSpPr/>
          <p:nvPr/>
        </p:nvSpPr>
        <p:spPr>
          <a:xfrm>
            <a:off x="635000" y="4953000"/>
            <a:ext cx="2286000" cy="1143000"/>
          </a:xfrm>
          <a:prstGeom prst="roundRect">
            <a:avLst>
              <a:gd name="adj" fmla="val 11111"/>
            </a:avLst>
          </a:prstGeom>
          <a:solidFill>
            <a:srgbClr val="3C5AFF">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税收架构</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DCDC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Tax Structure</a:t>
            </a:r>
          </a:p>
        </p:txBody>
      </p:sp>
      <p:sp>
        <p:nvSpPr>
          <p:cNvPr id="8" name="AutoShape 8">
            <a:extLst>
              <a:ext uri="{FF2B5EF4-FFF2-40B4-BE49-F238E27FC236}">
                <a16:creationId xmlns:a16="http://schemas.microsoft.com/office/drawing/2014/main" id="{668C34F3-20BC-6BD6-7994-1C54C88A0506}"/>
              </a:ext>
            </a:extLst>
          </p:cNvPr>
          <p:cNvSpPr/>
          <p:nvPr/>
        </p:nvSpPr>
        <p:spPr>
          <a:xfrm>
            <a:off x="3302000" y="1270000"/>
            <a:ext cx="2540000" cy="5080000"/>
          </a:xfrm>
          <a:prstGeom prst="roundRect">
            <a:avLst>
              <a:gd name="adj" fmla="val 6000"/>
            </a:avLst>
          </a:prstGeom>
          <a:solidFill>
            <a:srgbClr val="DC143C">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AutoShape 9">
            <a:extLst>
              <a:ext uri="{FF2B5EF4-FFF2-40B4-BE49-F238E27FC236}">
                <a16:creationId xmlns:a16="http://schemas.microsoft.com/office/drawing/2014/main" id="{7CB0E5CD-586D-E371-CAF1-88E04CA20B41}"/>
              </a:ext>
            </a:extLst>
          </p:cNvPr>
          <p:cNvSpPr/>
          <p:nvPr/>
        </p:nvSpPr>
        <p:spPr>
          <a:xfrm>
            <a:off x="3429000" y="1397000"/>
            <a:ext cx="2286000" cy="889000"/>
          </a:xfrm>
          <a:prstGeom prst="roundRect">
            <a:avLst>
              <a:gd name="adj" fmla="val 14285"/>
            </a:avLst>
          </a:prstGeom>
          <a:solidFill>
            <a:srgbClr val="FF6347">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dirty="0" err="1">
                <a:ln>
                  <a:noFill/>
                </a:ln>
                <a:solidFill>
                  <a:srgbClr val="FFFFFF"/>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投保人</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F0F0"/>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Policy Owner</a:t>
            </a:r>
          </a:p>
        </p:txBody>
      </p:sp>
      <p:sp>
        <p:nvSpPr>
          <p:cNvPr id="10" name="AutoShape 10">
            <a:extLst>
              <a:ext uri="{FF2B5EF4-FFF2-40B4-BE49-F238E27FC236}">
                <a16:creationId xmlns:a16="http://schemas.microsoft.com/office/drawing/2014/main" id="{369D3BB2-86A0-DD10-46A6-811855DE3F66}"/>
              </a:ext>
            </a:extLst>
          </p:cNvPr>
          <p:cNvSpPr/>
          <p:nvPr/>
        </p:nvSpPr>
        <p:spPr>
          <a:xfrm>
            <a:off x="3429000" y="2413000"/>
            <a:ext cx="2286000" cy="1143000"/>
          </a:xfrm>
          <a:prstGeom prst="roundRect">
            <a:avLst>
              <a:gd name="adj" fmla="val 11111"/>
            </a:avLst>
          </a:prstGeom>
          <a:solidFill>
            <a:srgbClr val="FF7F50">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dirty="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现金价值</a:t>
            </a:r>
            <a:endParaRPr kumimoji="0" lang="en-US" altLang="zh-CN" sz="1400" b="1" i="0" u="none" strike="noStrike" kern="0" cap="none" spc="0" normalizeH="0" baseline="0" noProof="0" dirty="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dirty="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分红</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dirty="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万能账户</a:t>
            </a:r>
          </a:p>
        </p:txBody>
      </p:sp>
      <p:sp>
        <p:nvSpPr>
          <p:cNvPr id="11" name="AutoShape 11">
            <a:extLst>
              <a:ext uri="{FF2B5EF4-FFF2-40B4-BE49-F238E27FC236}">
                <a16:creationId xmlns:a16="http://schemas.microsoft.com/office/drawing/2014/main" id="{F4DB6A78-314A-E6CE-5C55-ABA4ABEB96E4}"/>
              </a:ext>
            </a:extLst>
          </p:cNvPr>
          <p:cNvSpPr/>
          <p:nvPr/>
        </p:nvSpPr>
        <p:spPr>
          <a:xfrm>
            <a:off x="3429000" y="3683000"/>
            <a:ext cx="2286000" cy="1143000"/>
          </a:xfrm>
          <a:prstGeom prst="roundRect">
            <a:avLst>
              <a:gd name="adj" fmla="val 11111"/>
            </a:avLst>
          </a:prstGeom>
          <a:solidFill>
            <a:srgbClr val="FF7F50">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0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参与指定受益人的权利</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0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终止合同的权利</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0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保单借款的权利</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0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减额交情的权利</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0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万能账户部分领取权利</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0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万能账户年金转换权利</a:t>
            </a:r>
          </a:p>
        </p:txBody>
      </p:sp>
      <p:sp>
        <p:nvSpPr>
          <p:cNvPr id="12" name="AutoShape 12">
            <a:extLst>
              <a:ext uri="{FF2B5EF4-FFF2-40B4-BE49-F238E27FC236}">
                <a16:creationId xmlns:a16="http://schemas.microsoft.com/office/drawing/2014/main" id="{C37C0A13-C3BB-5785-3E37-1E7A0F09F9B9}"/>
              </a:ext>
            </a:extLst>
          </p:cNvPr>
          <p:cNvSpPr/>
          <p:nvPr/>
        </p:nvSpPr>
        <p:spPr>
          <a:xfrm>
            <a:off x="3429000" y="4953000"/>
            <a:ext cx="2286000" cy="1143000"/>
          </a:xfrm>
          <a:prstGeom prst="roundRect">
            <a:avLst>
              <a:gd name="adj" fmla="val 11111"/>
            </a:avLst>
          </a:prstGeom>
          <a:solidFill>
            <a:srgbClr val="FF7F50">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资本利得税</a:t>
            </a:r>
            <a:r>
              <a:rPr kumimoji="0" lang="en-US" altLang="zh-CN" sz="14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a:t>
            </a:r>
            <a:r>
              <a:rPr kumimoji="0" lang="zh-CN" altLang="en-US" sz="14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所得税</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遗产税</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FFFAFA"/>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赠与税</a:t>
            </a:r>
          </a:p>
        </p:txBody>
      </p:sp>
      <p:sp>
        <p:nvSpPr>
          <p:cNvPr id="13" name="AutoShape 13">
            <a:extLst>
              <a:ext uri="{FF2B5EF4-FFF2-40B4-BE49-F238E27FC236}">
                <a16:creationId xmlns:a16="http://schemas.microsoft.com/office/drawing/2014/main" id="{B04229C3-9678-BBC7-3348-5DF98E106412}"/>
              </a:ext>
            </a:extLst>
          </p:cNvPr>
          <p:cNvSpPr/>
          <p:nvPr/>
        </p:nvSpPr>
        <p:spPr>
          <a:xfrm>
            <a:off x="6096000" y="1270000"/>
            <a:ext cx="2540000" cy="5080000"/>
          </a:xfrm>
          <a:prstGeom prst="roundRect">
            <a:avLst>
              <a:gd name="adj" fmla="val 6000"/>
            </a:avLst>
          </a:prstGeom>
          <a:solidFill>
            <a:srgbClr val="228B22">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AutoShape 14">
            <a:extLst>
              <a:ext uri="{FF2B5EF4-FFF2-40B4-BE49-F238E27FC236}">
                <a16:creationId xmlns:a16="http://schemas.microsoft.com/office/drawing/2014/main" id="{7D06D1FF-E401-5A02-6851-42E278AD8AAB}"/>
              </a:ext>
            </a:extLst>
          </p:cNvPr>
          <p:cNvSpPr/>
          <p:nvPr/>
        </p:nvSpPr>
        <p:spPr>
          <a:xfrm>
            <a:off x="6223000" y="1397000"/>
            <a:ext cx="2286000" cy="889000"/>
          </a:xfrm>
          <a:prstGeom prst="roundRect">
            <a:avLst>
              <a:gd name="adj" fmla="val 14285"/>
            </a:avLst>
          </a:prstGeom>
          <a:solidFill>
            <a:srgbClr val="90EE90">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143C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被保险人</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1E501E"/>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Insured Person</a:t>
            </a:r>
          </a:p>
        </p:txBody>
      </p:sp>
      <p:sp>
        <p:nvSpPr>
          <p:cNvPr id="15" name="AutoShape 15">
            <a:extLst>
              <a:ext uri="{FF2B5EF4-FFF2-40B4-BE49-F238E27FC236}">
                <a16:creationId xmlns:a16="http://schemas.microsoft.com/office/drawing/2014/main" id="{94FA7F5E-803C-CCB9-D736-8EA3CF6C3795}"/>
              </a:ext>
            </a:extLst>
          </p:cNvPr>
          <p:cNvSpPr/>
          <p:nvPr/>
        </p:nvSpPr>
        <p:spPr>
          <a:xfrm>
            <a:off x="6223000" y="2413000"/>
            <a:ext cx="2286000" cy="1143000"/>
          </a:xfrm>
          <a:prstGeom prst="roundRect">
            <a:avLst>
              <a:gd name="adj" fmla="val 11111"/>
            </a:avLst>
          </a:prstGeom>
          <a:solidFill>
            <a:srgbClr val="98FB98">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143C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生存年金</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143C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特别生存金</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143C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满期金</a:t>
            </a:r>
            <a:r>
              <a:rPr kumimoji="0" lang="en-US" sz="1400" b="1" i="0" u="none" strike="noStrike" kern="0" cap="none" spc="0" normalizeH="0" baseline="0" noProof="0">
                <a:ln>
                  <a:noFill/>
                </a:ln>
                <a:solidFill>
                  <a:srgbClr val="143C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 </a:t>
            </a:r>
          </a:p>
        </p:txBody>
      </p:sp>
      <p:sp>
        <p:nvSpPr>
          <p:cNvPr id="16" name="AutoShape 16">
            <a:extLst>
              <a:ext uri="{FF2B5EF4-FFF2-40B4-BE49-F238E27FC236}">
                <a16:creationId xmlns:a16="http://schemas.microsoft.com/office/drawing/2014/main" id="{9BCF9D40-859A-B22A-41A4-393579AAF6A2}"/>
              </a:ext>
            </a:extLst>
          </p:cNvPr>
          <p:cNvSpPr/>
          <p:nvPr/>
        </p:nvSpPr>
        <p:spPr>
          <a:xfrm>
            <a:off x="6223000" y="3683000"/>
            <a:ext cx="2286000" cy="1143000"/>
          </a:xfrm>
          <a:prstGeom prst="roundRect">
            <a:avLst>
              <a:gd name="adj" fmla="val 11111"/>
            </a:avLst>
          </a:prstGeom>
          <a:solidFill>
            <a:srgbClr val="98FB98">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285A28"/>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指定受益人的权利</a:t>
            </a:r>
          </a:p>
        </p:txBody>
      </p:sp>
      <p:sp>
        <p:nvSpPr>
          <p:cNvPr id="17" name="AutoShape 17">
            <a:extLst>
              <a:ext uri="{FF2B5EF4-FFF2-40B4-BE49-F238E27FC236}">
                <a16:creationId xmlns:a16="http://schemas.microsoft.com/office/drawing/2014/main" id="{7003292B-67E4-C2BF-C174-32E67FB6D013}"/>
              </a:ext>
            </a:extLst>
          </p:cNvPr>
          <p:cNvSpPr/>
          <p:nvPr/>
        </p:nvSpPr>
        <p:spPr>
          <a:xfrm>
            <a:off x="6223000" y="4953000"/>
            <a:ext cx="2286000" cy="1143000"/>
          </a:xfrm>
          <a:prstGeom prst="roundRect">
            <a:avLst>
              <a:gd name="adj" fmla="val 11111"/>
            </a:avLst>
          </a:prstGeom>
          <a:solidFill>
            <a:srgbClr val="98FB98">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285A28"/>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所得税</a:t>
            </a:r>
          </a:p>
        </p:txBody>
      </p:sp>
      <p:sp>
        <p:nvSpPr>
          <p:cNvPr id="18" name="AutoShape 18">
            <a:extLst>
              <a:ext uri="{FF2B5EF4-FFF2-40B4-BE49-F238E27FC236}">
                <a16:creationId xmlns:a16="http://schemas.microsoft.com/office/drawing/2014/main" id="{0D23B72A-6DD1-2E76-79E8-086C93F7AAD2}"/>
              </a:ext>
            </a:extLst>
          </p:cNvPr>
          <p:cNvSpPr/>
          <p:nvPr/>
        </p:nvSpPr>
        <p:spPr>
          <a:xfrm>
            <a:off x="8890000" y="1270000"/>
            <a:ext cx="2540000" cy="5080000"/>
          </a:xfrm>
          <a:prstGeom prst="roundRect">
            <a:avLst>
              <a:gd name="adj" fmla="val 6000"/>
            </a:avLst>
          </a:prstGeom>
          <a:solidFill>
            <a:srgbClr val="EEE8AA">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AutoShape 19">
            <a:extLst>
              <a:ext uri="{FF2B5EF4-FFF2-40B4-BE49-F238E27FC236}">
                <a16:creationId xmlns:a16="http://schemas.microsoft.com/office/drawing/2014/main" id="{CBEEFAB0-A584-191A-57C0-DB5B28785163}"/>
              </a:ext>
            </a:extLst>
          </p:cNvPr>
          <p:cNvSpPr/>
          <p:nvPr/>
        </p:nvSpPr>
        <p:spPr>
          <a:xfrm>
            <a:off x="9017000" y="1397000"/>
            <a:ext cx="2286000" cy="889000"/>
          </a:xfrm>
          <a:prstGeom prst="roundRect">
            <a:avLst>
              <a:gd name="adj" fmla="val 14285"/>
            </a:avLst>
          </a:prstGeom>
          <a:solidFill>
            <a:srgbClr val="FFFFE0">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505000"/>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受益人</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464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Beneficiary</a:t>
            </a:r>
          </a:p>
        </p:txBody>
      </p:sp>
      <p:sp>
        <p:nvSpPr>
          <p:cNvPr id="20" name="AutoShape 20">
            <a:extLst>
              <a:ext uri="{FF2B5EF4-FFF2-40B4-BE49-F238E27FC236}">
                <a16:creationId xmlns:a16="http://schemas.microsoft.com/office/drawing/2014/main" id="{0461835C-C64A-9279-90BB-182B4A3A5CFA}"/>
              </a:ext>
            </a:extLst>
          </p:cNvPr>
          <p:cNvSpPr/>
          <p:nvPr/>
        </p:nvSpPr>
        <p:spPr>
          <a:xfrm>
            <a:off x="9017000" y="2413000"/>
            <a:ext cx="2286000" cy="1143000"/>
          </a:xfrm>
          <a:prstGeom prst="roundRect">
            <a:avLst>
              <a:gd name="adj" fmla="val 11111"/>
            </a:avLst>
          </a:prstGeom>
          <a:solidFill>
            <a:srgbClr val="FFFFF0">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身故受益金</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altLang="zh-CN"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a:t>
            </a:r>
            <a:r>
              <a:rPr kumimoji="0" lang="zh-CN" altLang="en-US"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保费</a:t>
            </a:r>
            <a:r>
              <a:rPr kumimoji="0" lang="en-US" altLang="zh-CN"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a:t>
            </a:r>
          </a:p>
        </p:txBody>
      </p:sp>
      <p:sp>
        <p:nvSpPr>
          <p:cNvPr id="21" name="AutoShape 21">
            <a:extLst>
              <a:ext uri="{FF2B5EF4-FFF2-40B4-BE49-F238E27FC236}">
                <a16:creationId xmlns:a16="http://schemas.microsoft.com/office/drawing/2014/main" id="{8F455D55-6A0E-5DB6-405C-B43DC2A4D684}"/>
              </a:ext>
            </a:extLst>
          </p:cNvPr>
          <p:cNvSpPr/>
          <p:nvPr/>
        </p:nvSpPr>
        <p:spPr>
          <a:xfrm>
            <a:off x="9017000" y="3683000"/>
            <a:ext cx="2286000" cy="1143000"/>
          </a:xfrm>
          <a:prstGeom prst="roundRect">
            <a:avLst>
              <a:gd name="adj" fmla="val 11111"/>
            </a:avLst>
          </a:prstGeom>
          <a:solidFill>
            <a:srgbClr val="FFFFF0">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放弃受益的权利</a:t>
            </a:r>
          </a:p>
        </p:txBody>
      </p:sp>
      <p:sp>
        <p:nvSpPr>
          <p:cNvPr id="22" name="AutoShape 22">
            <a:extLst>
              <a:ext uri="{FF2B5EF4-FFF2-40B4-BE49-F238E27FC236}">
                <a16:creationId xmlns:a16="http://schemas.microsoft.com/office/drawing/2014/main" id="{451CB2CC-8CBB-04CA-03CE-A07529EBBF39}"/>
              </a:ext>
            </a:extLst>
          </p:cNvPr>
          <p:cNvSpPr/>
          <p:nvPr/>
        </p:nvSpPr>
        <p:spPr>
          <a:xfrm>
            <a:off x="9017000" y="4953000"/>
            <a:ext cx="2286000" cy="1143000"/>
          </a:xfrm>
          <a:prstGeom prst="roundRect">
            <a:avLst>
              <a:gd name="adj" fmla="val 11111"/>
            </a:avLst>
          </a:prstGeom>
          <a:solidFill>
            <a:srgbClr val="FFFFF0">
              <a:alpha val="100000"/>
            </a:srgbClr>
          </a:solidFill>
          <a:ln w="25400" cap="flat" cmpd="sng">
            <a:noFill/>
            <a:prstDash val="solid"/>
            <a:round/>
          </a:ln>
        </p:spPr>
        <p:txBody>
          <a:bodyPr vert="horz" wrap="square" lIns="127000" tIns="0" rIns="12700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遗产税</a:t>
            </a: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400" b="1" i="0" u="none" strike="noStrike" kern="0" cap="none" spc="0" normalizeH="0" baseline="0" noProof="0">
                <a:ln>
                  <a:noFill/>
                </a:ln>
                <a:solidFill>
                  <a:srgbClr val="505014"/>
                </a:solidFill>
                <a:effectLst/>
                <a:uLnTx/>
                <a:uFillTx/>
                <a:latin typeface="Noto Sans SC" panose="020B0500000000000000" charset="-122"/>
                <a:ea typeface="Noto Sans SC" panose="020B0500000000000000" charset="-122"/>
                <a:cs typeface="Noto Sans SC" panose="020B0500000000000000" charset="-122"/>
                <a:sym typeface="Noto Sans SC" panose="020B0500000000000000" charset="-122"/>
              </a:rPr>
              <a:t>所得税</a:t>
            </a:r>
          </a:p>
        </p:txBody>
      </p:sp>
      <p:sp>
        <p:nvSpPr>
          <p:cNvPr id="23" name="文本框 22">
            <a:extLst>
              <a:ext uri="{FF2B5EF4-FFF2-40B4-BE49-F238E27FC236}">
                <a16:creationId xmlns:a16="http://schemas.microsoft.com/office/drawing/2014/main" id="{F0B39B73-1657-49A3-97B6-8EEDCEAA4478}"/>
              </a:ext>
            </a:extLst>
          </p:cNvPr>
          <p:cNvSpPr txBox="1"/>
          <p:nvPr/>
        </p:nvSpPr>
        <p:spPr>
          <a:xfrm>
            <a:off x="508000" y="381000"/>
            <a:ext cx="10160000" cy="584775"/>
          </a:xfrm>
          <a:prstGeom prst="rect">
            <a:avLst/>
          </a:prstGeom>
          <a:noFill/>
        </p:spPr>
        <p:txBody>
          <a:bodyPr vert="horz"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3200" b="1" i="0" u="none" strike="noStrike" kern="0" cap="none" spc="0" normalizeH="0" baseline="0" noProof="0" dirty="0">
                <a:ln>
                  <a:noFill/>
                </a:ln>
                <a:solidFill>
                  <a:srgbClr val="000000"/>
                </a:solidFill>
                <a:effectLst/>
                <a:uLnTx/>
                <a:uFillTx/>
                <a:latin typeface="微软雅黑" panose="020B0503020204020204" charset="-122"/>
                <a:cs typeface="Arial"/>
                <a:sym typeface="Arial"/>
              </a:rPr>
              <a:t>年金险</a:t>
            </a:r>
            <a:r>
              <a:rPr kumimoji="0" lang="en-US" altLang="zh-CN" sz="3200" b="1" i="0" u="none" strike="noStrike" kern="0" cap="none" spc="0" normalizeH="0" baseline="0" noProof="0" dirty="0">
                <a:ln>
                  <a:noFill/>
                </a:ln>
                <a:solidFill>
                  <a:srgbClr val="000000"/>
                </a:solidFill>
                <a:effectLst/>
                <a:uLnTx/>
                <a:uFillTx/>
                <a:latin typeface="微软雅黑" panose="020B0503020204020204" charset="-122"/>
                <a:cs typeface="Arial"/>
                <a:sym typeface="Arial"/>
              </a:rPr>
              <a:t>/</a:t>
            </a:r>
            <a:r>
              <a:rPr kumimoji="0" lang="zh-CN" altLang="en-US" sz="3200" b="1" i="0" u="none" strike="noStrike" kern="0" cap="none" spc="0" normalizeH="0" baseline="0" noProof="0" dirty="0">
                <a:ln>
                  <a:noFill/>
                </a:ln>
                <a:solidFill>
                  <a:srgbClr val="000000"/>
                </a:solidFill>
                <a:effectLst/>
                <a:uLnTx/>
                <a:uFillTx/>
                <a:latin typeface="微软雅黑" panose="020B0503020204020204" charset="-122"/>
                <a:cs typeface="Arial"/>
                <a:sym typeface="Arial"/>
              </a:rPr>
              <a:t>终身寿架构解剖图谱</a:t>
            </a:r>
          </a:p>
        </p:txBody>
      </p:sp>
    </p:spTree>
    <p:extLst>
      <p:ext uri="{BB962C8B-B14F-4D97-AF65-F5344CB8AC3E}">
        <p14:creationId xmlns:p14="http://schemas.microsoft.com/office/powerpoint/2010/main" val="994304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964710" cy="2190997"/>
          </a:xfrm>
          <a:prstGeom prst="rect">
            <a:avLst/>
          </a:prstGeom>
          <a:blipFill>
            <a:blip r:embed="rId3">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sp>
        <p:nvSpPr>
          <p:cNvPr id="6" name="矩形 5"/>
          <p:cNvSpPr/>
          <p:nvPr/>
        </p:nvSpPr>
        <p:spPr>
          <a:xfrm>
            <a:off x="0" y="2333501"/>
            <a:ext cx="3964710" cy="2190997"/>
          </a:xfrm>
          <a:prstGeom prst="rect">
            <a:avLst/>
          </a:prstGeom>
          <a:blipFill>
            <a:blip r:embed="rId4">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sp>
        <p:nvSpPr>
          <p:cNvPr id="7" name="矩形 6"/>
          <p:cNvSpPr/>
          <p:nvPr/>
        </p:nvSpPr>
        <p:spPr>
          <a:xfrm>
            <a:off x="0" y="4667003"/>
            <a:ext cx="3964710" cy="2190997"/>
          </a:xfrm>
          <a:prstGeom prst="rect">
            <a:avLst/>
          </a:prstGeom>
          <a:blipFill>
            <a:blip r:embed="rId5">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sp>
        <p:nvSpPr>
          <p:cNvPr id="9" name="矩形 8"/>
          <p:cNvSpPr/>
          <p:nvPr/>
        </p:nvSpPr>
        <p:spPr>
          <a:xfrm>
            <a:off x="4113646" y="0"/>
            <a:ext cx="3964710" cy="2190997"/>
          </a:xfrm>
          <a:prstGeom prst="rect">
            <a:avLst/>
          </a:prstGeom>
          <a:blipFill>
            <a:blip r:embed="rId6"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rebuchet MS" panose="020B0603020202020204" charset="0"/>
              <a:cs typeface="微软雅黑" panose="020B0503020204020204" charset="-122"/>
            </a:endParaRPr>
          </a:p>
        </p:txBody>
      </p:sp>
      <p:sp>
        <p:nvSpPr>
          <p:cNvPr id="11" name="矩形 10"/>
          <p:cNvSpPr/>
          <p:nvPr/>
        </p:nvSpPr>
        <p:spPr>
          <a:xfrm>
            <a:off x="4113644" y="4667003"/>
            <a:ext cx="3964710" cy="2190997"/>
          </a:xfrm>
          <a:prstGeom prst="rect">
            <a:avLst/>
          </a:prstGeom>
          <a:blipFill>
            <a:blip r:embed="rId7">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sp>
        <p:nvSpPr>
          <p:cNvPr id="13" name="矩形 12"/>
          <p:cNvSpPr/>
          <p:nvPr/>
        </p:nvSpPr>
        <p:spPr>
          <a:xfrm>
            <a:off x="8227290" y="0"/>
            <a:ext cx="3964710" cy="2190997"/>
          </a:xfrm>
          <a:prstGeom prst="rect">
            <a:avLst/>
          </a:prstGeom>
          <a:blipFill>
            <a:blip r:embed="rId8">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sp>
        <p:nvSpPr>
          <p:cNvPr id="14" name="矩形 13"/>
          <p:cNvSpPr/>
          <p:nvPr/>
        </p:nvSpPr>
        <p:spPr>
          <a:xfrm>
            <a:off x="8227290" y="2333501"/>
            <a:ext cx="3964710" cy="2190997"/>
          </a:xfrm>
          <a:prstGeom prst="rect">
            <a:avLst/>
          </a:prstGeom>
          <a:blipFill>
            <a:blip r:embed="rId9">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sp>
        <p:nvSpPr>
          <p:cNvPr id="15" name="矩形 14"/>
          <p:cNvSpPr/>
          <p:nvPr/>
        </p:nvSpPr>
        <p:spPr>
          <a:xfrm>
            <a:off x="8227290" y="4667003"/>
            <a:ext cx="3964710" cy="2190997"/>
          </a:xfrm>
          <a:prstGeom prst="rect">
            <a:avLst/>
          </a:prstGeom>
          <a:blipFill>
            <a:blip r:embed="rId10">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微软雅黑" panose="020B0503020204020204" charset="-122"/>
            </a:endParaRPr>
          </a:p>
        </p:txBody>
      </p:sp>
      <p:grpSp>
        <p:nvGrpSpPr>
          <p:cNvPr id="42" name="组合 41"/>
          <p:cNvGrpSpPr/>
          <p:nvPr/>
        </p:nvGrpSpPr>
        <p:grpSpPr>
          <a:xfrm>
            <a:off x="4039178" y="0"/>
            <a:ext cx="4113645" cy="6858000"/>
            <a:chOff x="4039178" y="0"/>
            <a:chExt cx="4113645" cy="6858000"/>
          </a:xfrm>
        </p:grpSpPr>
        <p:cxnSp>
          <p:nvCxnSpPr>
            <p:cNvPr id="27" name="直接连接符 26"/>
            <p:cNvCxnSpPr/>
            <p:nvPr/>
          </p:nvCxnSpPr>
          <p:spPr>
            <a:xfrm>
              <a:off x="4039178" y="0"/>
              <a:ext cx="0" cy="6858000"/>
            </a:xfrm>
            <a:prstGeom prst="line">
              <a:avLst/>
            </a:prstGeom>
            <a:ln>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152823" y="0"/>
              <a:ext cx="0" cy="6858000"/>
            </a:xfrm>
            <a:prstGeom prst="line">
              <a:avLst/>
            </a:prstGeom>
            <a:ln>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0" y="2262249"/>
            <a:ext cx="12192000" cy="2333501"/>
            <a:chOff x="0" y="2262249"/>
            <a:chExt cx="12192000" cy="2333501"/>
          </a:xfrm>
        </p:grpSpPr>
        <p:cxnSp>
          <p:nvCxnSpPr>
            <p:cNvPr id="29" name="直接连接符 28"/>
            <p:cNvCxnSpPr/>
            <p:nvPr/>
          </p:nvCxnSpPr>
          <p:spPr>
            <a:xfrm flipH="1">
              <a:off x="0" y="2262249"/>
              <a:ext cx="12192000" cy="0"/>
            </a:xfrm>
            <a:prstGeom prst="line">
              <a:avLst/>
            </a:prstGeom>
            <a:ln>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0" y="4595750"/>
              <a:ext cx="12192000" cy="0"/>
            </a:xfrm>
            <a:prstGeom prst="line">
              <a:avLst/>
            </a:prstGeom>
            <a:ln>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4113530" y="2333625"/>
            <a:ext cx="3964940" cy="2190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rebuchet MS" panose="020B0603020202020204" charset="0"/>
              <a:cs typeface="微软雅黑" panose="020B0503020204020204" charset="-122"/>
            </a:endParaRPr>
          </a:p>
        </p:txBody>
      </p:sp>
      <p:sp>
        <p:nvSpPr>
          <p:cNvPr id="3" name="文本框 2"/>
          <p:cNvSpPr txBox="1"/>
          <p:nvPr/>
        </p:nvSpPr>
        <p:spPr>
          <a:xfrm>
            <a:off x="3833495" y="2783840"/>
            <a:ext cx="4506595" cy="1370965"/>
          </a:xfrm>
          <a:prstGeom prst="rect">
            <a:avLst/>
          </a:prstGeom>
          <a:noFill/>
        </p:spPr>
        <p:txBody>
          <a:bodyPr wrap="square" rtlCol="0" anchor="t">
            <a:spAutoFit/>
          </a:bodyPr>
          <a:lstStyle/>
          <a:p>
            <a:pPr algn="ctr">
              <a:lnSpc>
                <a:spcPct val="130000"/>
              </a:lnSpc>
            </a:pPr>
            <a:r>
              <a:rPr lang="zh-CN" altLang="en-US" sz="3200" b="1">
                <a:solidFill>
                  <a:schemeClr val="bg1"/>
                </a:solidFill>
                <a:latin typeface="微软雅黑" panose="020B0503020204020204" charset="-122"/>
                <a:ea typeface="微软雅黑" panose="020B0503020204020204" charset="-122"/>
                <a:cs typeface="微软雅黑" panose="020B0503020204020204" charset="-122"/>
                <a:sym typeface="+mn-ea"/>
              </a:rPr>
              <a:t>日日行，不怕千万里</a:t>
            </a:r>
            <a:endParaRPr lang="zh-CN" altLang="en-US" sz="3200" b="1">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30000"/>
              </a:lnSpc>
            </a:pPr>
            <a:r>
              <a:rPr lang="zh-CN" altLang="en-US" sz="3200" b="1">
                <a:solidFill>
                  <a:schemeClr val="bg1"/>
                </a:solidFill>
                <a:latin typeface="微软雅黑" panose="020B0503020204020204" charset="-122"/>
                <a:ea typeface="微软雅黑" panose="020B0503020204020204" charset="-122"/>
                <a:cs typeface="微软雅黑" panose="020B0503020204020204" charset="-122"/>
                <a:sym typeface="+mn-ea"/>
              </a:rPr>
              <a:t>常常做，不怕千万事</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par>
                                <p:cTn id="8" presetID="22" presetClass="entr" presetSubtype="1"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up)">
                                      <p:cBhvr>
                                        <p:cTn id="10" dur="500"/>
                                        <p:tgtEl>
                                          <p:spTgt spid="4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10" presetClass="entr" presetSubtype="0" fill="hold" grpId="0" nodeType="withEffect">
                                  <p:stCondLst>
                                    <p:cond delay="25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75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grpId="0" nodeType="withEffect">
                                  <p:stCondLst>
                                    <p:cond delay="12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15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grpId="0" nodeType="withEffect">
                                  <p:stCondLst>
                                    <p:cond delay="175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 grpId="0" bldLvl="0" animBg="1"/>
      <p:bldP spid="7" grpId="0" bldLvl="0" animBg="1"/>
      <p:bldP spid="9" grpId="0" bldLvl="0" animBg="1"/>
      <p:bldP spid="11" grpId="0" bldLvl="0" animBg="1"/>
      <p:bldP spid="13" grpId="0" bldLvl="0" animBg="1"/>
      <p:bldP spid="14" grpId="0" bldLvl="0" animBg="1"/>
      <p:bldP spid="15"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A4NzIyN2MxYTlmMzQ1NGE2MjU5NWRkMjhlOGMxYTAifQ=="/>
  <p:tag name="KSO_WPP_MARK_KEY" val="54caae47-8840-408c-b374-b387b6a980f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mT_8rM5Qt2fPlNZet.cQQ"/>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1496cd7b23ffc6f407513bb00a03a095686c091"/>
  <p:tag name="KSO_WM_NEWLAYOUT_GROUP_ID" val="layout_51"/>
  <p:tag name="KSO_WM_NEWLAYOUT_ID" val="slide_05fa846ee28ead8f"/>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2e555a8211e0a70715811fb08cba765430bf"/>
  <p:tag name="KSO_WM_NEWLAYOUT_GROUP_ID" val="layout_27"/>
  <p:tag name="KSO_WM_NEWLAYOUT_ID" val="slide_bbec08b93f7bcfad"/>
</p:tagLst>
</file>

<file path=ppt/tags/tag18.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2.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6.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6ae73fa466d56794a67a21ccb97e9f11af3edf0"/>
  <p:tag name="KSO_WM_NEWLAYOUT_GROUP_ID" val="layout_6"/>
  <p:tag name="KSO_WM_NEWLAYOUT_ID" val="slide_acc7948a249ecb22"/>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3e8837e3d59073bac0f28192ae72b6782cd16f7"/>
  <p:tag name="KSO_WM_NEWLAYOUT_GROUP_ID" val="layout_10012"/>
  <p:tag name="KSO_WM_NEWLAYOUT_ID" val="slide_ed19c0db6ed585c4"/>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dfebbe0c9ba4595aa0a8850bb0f609058569d00"/>
  <p:tag name="KSO_WM_NEWLAYOUT_GROUP_ID" val="layout_51"/>
  <p:tag name="KSO_WM_NEWLAYOUT_ID" val="slide_090884a5b4d69dad"/>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bf72210363a9d86689c98dab992758c32a169a3"/>
  <p:tag name="KSO_WM_NEWLAYOUT_GROUP_ID" val="layout_3"/>
  <p:tag name="KSO_WM_NEWLAYOUT_ID" val="slide_0576b72b971413eb"/>
</p:tagLst>
</file>

<file path=ppt/tags/tag131.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32.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3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36.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3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40.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2e555a8211e0a70715811fb08cba765430bf"/>
  <p:tag name="KSO_WM_NEWLAYOUT_GROUP_ID" val="layout_27"/>
  <p:tag name="KSO_WM_NEWLAYOUT_ID" val="slide_bbec08b93f7bcfad"/>
</p:tagLst>
</file>

<file path=ppt/tags/tag147.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5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5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6ae73fa466d56794a67a21ccb97e9f11af3edf0"/>
  <p:tag name="KSO_WM_NEWLAYOUT_GROUP_ID" val="layout_6"/>
  <p:tag name="KSO_WM_NEWLAYOUT_ID" val="slide_acc7948a249ecb22"/>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6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6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7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9a7d854af8d9277bf20531524796b8d3614ffbe"/>
  <p:tag name="KSO_WM_NEWLAYOUT_GROUP_ID" val="layout_26"/>
  <p:tag name="KSO_WM_NEWLAYOUT_ID" val="slide_33b65c8d547e38d4"/>
</p:tagLst>
</file>

<file path=ppt/tags/tag17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8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8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8ee102ac0a008b10b579265c85a7c14b5034a9d"/>
  <p:tag name="KSO_WM_NEWLAYOUT_GROUP_ID" val="layout_35"/>
  <p:tag name="KSO_WM_NEWLAYOUT_ID" val="slide_1dc9fdfc3607bc18"/>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dba61fbfb3b83a4ac1a33eb91ff4d2b9c9d22ff"/>
  <p:tag name="KSO_WM_NEWLAYOUT_GROUP_ID" val="layout_30"/>
  <p:tag name="KSO_WM_NEWLAYOUT_ID" val="slide_97e71a9c1fd50a82"/>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0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1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1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c6998a87b09ddcd0efca3915fccdab4503d9eef"/>
  <p:tag name="KSO_WM_NEWLAYOUT_GROUP_ID" val="layout_63"/>
  <p:tag name="KSO_WM_NEWLAYOUT_ID" val="slide_5f00fb856a8539b3"/>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c435db7b5df22c4c2c095780bec6f4392ae0732"/>
  <p:tag name="KSO_WM_NEWLAYOUT_GROUP_ID" val="layout_2"/>
  <p:tag name="KSO_WM_NEWLAYOUT_ID" val="slide_dbd12360534da726"/>
</p:tagLst>
</file>

<file path=ppt/tags/tag23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35.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3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f0017f4b0397376f7211552af588a4f63bd94a1"/>
  <p:tag name="KSO_WM_NEWLAYOUT_GROUP_ID" val="layout_10004"/>
  <p:tag name="KSO_WM_NEWLAYOUT_ID" val="slide_beef67bf6e805dfe"/>
</p:tagLst>
</file>

<file path=ppt/tags/tag24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5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5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25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LAYOUTZORDER" val="4"/>
  <p:tag name="KSO_WM_UNIT_ID" val="_11*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255.xml><?xml version="1.0" encoding="utf-8"?>
<p:tagLst xmlns:a="http://schemas.openxmlformats.org/drawingml/2006/main" xmlns:r="http://schemas.openxmlformats.org/officeDocument/2006/relationships" xmlns:p="http://schemas.openxmlformats.org/presentationml/2006/main">
  <p:tag name="LAYOUTZORDER" val="5"/>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256.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257.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258.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259.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261.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7d8f0711cbe6d59a6e42d7c8b83628d727581b4f"/>
  <p:tag name="KSO_WM_NEWLAYOUT_ID" val="4680"/>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c84dcf6aeb0cd117a13d514be9381e7bb4a3f15"/>
  <p:tag name="KSO_WM_NEWLAYOUT_GROUP_ID" val="layout_54"/>
  <p:tag name="KSO_WM_NEWLAYOUT_ID" val="slide_226c7520426f12ed"/>
</p:tagLst>
</file>

<file path=ppt/tags/tag26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6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268.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7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7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
  <p:tag name="KSO_WM_UNIT_TYPE" val="l_h_i"/>
</p:tagLst>
</file>

<file path=ppt/tags/tag273.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7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7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2"/>
  <p:tag name="KSO_WM_UNIT_TYPE" val="l_h_i"/>
</p:tagLst>
</file>

<file path=ppt/tags/tag278.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1989bfb5536215e88f93a350fd7971a5af50b23"/>
  <p:tag name="KSO_WM_NEWLAYOUT_GROUP_ID" val="layout_32"/>
  <p:tag name="KSO_WM_NEWLAYOUT_ID" val="slide_1ccc07a2ed62f55d"/>
</p:tagLst>
</file>

<file path=ppt/tags/tag28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86.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287.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90.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91.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292.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9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96.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2"/>
  <p:tag name="KSO_WM_UNIT_TYPE" val="l_h_i"/>
</p:tagLst>
</file>

<file path=ppt/tags/tag297.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42fb4a8f285ce23f1d488c2b279f4eb8f574e7c"/>
  <p:tag name="KSO_WM_NEWLAYOUT_GROUP_ID" val="layout_10007"/>
  <p:tag name="KSO_WM_NEWLAYOUT_ID" val="slide_3769a8e1402e790d"/>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3b80820dd0ef1a36c9461f4f34e1b4090270d1e"/>
  <p:tag name="KSO_WM_NEWLAYOUT_GROUP_ID" val="layout_57"/>
  <p:tag name="KSO_WM_NEWLAYOUT_ID" val="slide_7243b866f52d7461"/>
</p:tagLst>
</file>

<file path=ppt/tags/tag314.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1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22.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478135e1307770826ca0de47a915bc102da4963"/>
  <p:tag name="KSO_WM_NEWLAYOUT_GROUP_ID" val="layout_59"/>
  <p:tag name="KSO_WM_NEWLAYOUT_ID" val="slide_bb541080977a002b"/>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3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3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3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6ad8352e170063951bec9de0ee81d054b574596"/>
  <p:tag name="KSO_WM_NEWLAYOUT_GROUP_ID" val="layout_2"/>
  <p:tag name="KSO_WM_NEWLAYOUT_ID" val="slide_601b8a6f8f27b735"/>
</p:tagLst>
</file>

<file path=ppt/tags/tag34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4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5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35ce9b9f10032f70cd8caf205fffd1a60cb4dd4"/>
  <p:tag name="KSO_WM_NEWLAYOUT_GROUP_ID" val="layout_42"/>
  <p:tag name="KSO_WM_NEWLAYOUT_ID" val="slide_2e1b237cf4e68534"/>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6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6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6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9d7877cb1630d62c04ee6b73ef578cccd6e3970"/>
  <p:tag name="KSO_WM_NEWLAYOUT_GROUP_ID" val="layout_10012"/>
  <p:tag name="KSO_WM_NEWLAYOUT_ID" val="slide_ed19c0db6ed585c4"/>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7e01c310f801fcd0d13c7f12501d63e1d9d3e87"/>
  <p:tag name="KSO_WM_NEWLAYOUT_GROUP_ID" val="layout_51"/>
  <p:tag name="KSO_WM_NEWLAYOUT_ID" val="slide_05fa846ee28ead8f"/>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3e5afc0b9b2ab2eff991220472bcf198b81c9bb"/>
  <p:tag name="KSO_WM_NEWLAYOUT_GROUP_ID" val="layout_10003"/>
  <p:tag name="KSO_WM_NEWLAYOUT_ID" val="slide_10cd397e0139f3d8"/>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9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0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0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6be6f0961cf899aa192addf8b8e3456393e022a"/>
  <p:tag name="KSO_WM_NEWLAYOUT_GROUP_ID" val="layout_10009"/>
  <p:tag name="KSO_WM_NEWLAYOUT_ID" val="slide_2536ba00920a4d07"/>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60942a430c4f239786624b60adebc38e904397"/>
  <p:tag name="KSO_WM_NEWLAYOUT_GROUP_ID" val="layout_10013"/>
  <p:tag name="KSO_WM_NEWLAYOUT_ID" val="slide_8b398fc64e4c05a5"/>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da60d20ffc3d4785bf27c852303239235d5633"/>
  <p:tag name="KSO_WM_NEWLAYOUT_GROUP_ID" val="layout_34"/>
  <p:tag name="KSO_WM_NEWLAYOUT_ID" val="slide_0fcf97e704f98e41"/>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cbb264ce526daa165952b56db4f651db038562b"/>
  <p:tag name="KSO_WM_NEWLAYOUT_GROUP_ID" val="layout_6"/>
  <p:tag name="KSO_WM_NEWLAYOUT_ID" val="slide_20c7e24892b2d060"/>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4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5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5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19553590c0c343952cadde207c93456de574519"/>
  <p:tag name="KSO_WM_NEWLAYOUT_GROUP_ID" val="layout_26"/>
  <p:tag name="KSO_WM_NEWLAYOUT_ID" val="slide_5c773a159522ecff"/>
</p:tagLst>
</file>

<file path=ppt/tags/tag46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6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6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4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bfa0a53ac986af74ec5a8c958ec7d1474ce07da"/>
  <p:tag name="KSO_WM_NEWLAYOUT_GROUP_ID" val="layout_30"/>
  <p:tag name="KSO_WM_NEWLAYOUT_ID" val="slide_5503ebf2133f2dbc"/>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7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8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8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86.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2"/>
  <p:tag name="KSO_WM_UNIT_ID" val="_10*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487.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4"/>
  <p:tag name="KSO_WM_UNIT_ID" val="_10*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488.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LAYOUTZORDER" val="5"/>
  <p:tag name="KSO_WM_UNIT_ID" val="_10*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489.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LAYOUTZORDER" val="6"/>
  <p:tag name="KSO_WM_UNIT_ID" val="_10*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490.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2"/>
  <p:tag name="KSO_WM_BEAUTIFY_FLAG" val="#wm#"/>
  <p:tag name="KSO_WM_TAG_VERSION" val="3.0"/>
  <p:tag name="LAYOUTZORDER" val="7"/>
  <p:tag name="KSO_WM_UNIT_ID" val="_10*f*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491.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LAYOUTZORDER" val="8"/>
  <p:tag name="KSO_WM_UNIT_ID" val="_10*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492.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c0723879d88aa95b33e45232b5ce69fc22735cee"/>
  <p:tag name="KSO_WM_NEWLAYOUT_ID" val="4675"/>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493.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4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49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8aed6c3f2b4f6f54855170fd65be81a957db2aba"/>
  <p:tag name="KSO_WM_NEWLAYOUT_GROUP_ID" val="layout_1-5"/>
  <p:tag name="KSO_WM_NEWLAYOUT_ID" val="slide_16e3c7e9f5c87664"/>
</p:tagLst>
</file>

<file path=ppt/tags/tag4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50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5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50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5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0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50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e18a3eaaf889fd33575e45f0bc7c77a6b9d18f6f"/>
  <p:tag name="KSO_WM_NEWLAYOUT_GROUP_ID" val="layout_1-5"/>
  <p:tag name="KSO_WM_NEWLAYOUT_ID" val="slide_cea45c27deb23863"/>
</p:tagLst>
</file>

<file path=ppt/tags/tag5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511.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5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514.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5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517.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5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52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5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52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525.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52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LAYOUTZORDER" val="4"/>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527.xml><?xml version="1.0" encoding="utf-8"?>
<p:tagLst xmlns:a="http://schemas.openxmlformats.org/drawingml/2006/main" xmlns:r="http://schemas.openxmlformats.org/officeDocument/2006/relationships" xmlns:p="http://schemas.openxmlformats.org/presentationml/2006/main">
  <p:tag name="LAYOUTZORDER" val="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139"/>
</p:tagLst>
</file>

<file path=ppt/tags/tag528.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29.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30.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31.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32.xml><?xml version="1.0" encoding="utf-8"?>
<p:tagLst xmlns:a="http://schemas.openxmlformats.org/drawingml/2006/main" xmlns:r="http://schemas.openxmlformats.org/officeDocument/2006/relationships" xmlns:p="http://schemas.openxmlformats.org/presentationml/2006/main">
  <p:tag name="KSO_WM_UNIT_TYPE" val="f"/>
  <p:tag name="KSO_WM_BEAUTIFY_FLAG" val="#wm#"/>
  <p:tag name="KSO_WM_FIGMA_FLAG" val="#fgm#"/>
  <p:tag name="KSO_WM_UNIT_INDEX" val="1"/>
  <p:tag name="KSO_WM_UNIT_SUBTYPE" val="c"/>
  <p:tag name="KSO_WM_UNIT_TEXT_TYPE" val="1"/>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33.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0244655a29edc70742155243e4b1f01a33a33218"/>
  <p:tag name="KSO_WM_NEWLAYOUT_ID" val="4668"/>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34.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139"/>
  <p:tag name="KSO_WM_TEMPLATE_CATEGORY" val="custom"/>
</p:tagLst>
</file>

<file path=ppt/tags/tag5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8f0e281c9b25cce5ed7064220b1a95309527c46"/>
  <p:tag name="KSO_WM_NEWLAYOUT_GROUP_ID" val="layout_59"/>
  <p:tag name="KSO_WM_NEWLAYOUT_ID" val="slide_20c1f52a92422207"/>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54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5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4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4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e169d82b3659cce00fda68827ad251186a0623e"/>
  <p:tag name="KSO_WM_NEWLAYOUT_GROUP_ID" val="layout_57"/>
  <p:tag name="KSO_WM_NEWLAYOUT_ID" val="slide_138b38c969135e9e"/>
</p:tagLst>
</file>

<file path=ppt/tags/tag553.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57.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61.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56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cf9c8b9e2854c17f3a8d1bf37585eeed77313c8"/>
  <p:tag name="KSO_WM_NEWLAYOUT_GROUP_ID" val="layout_26"/>
  <p:tag name="KSO_WM_NEWLAYOUT_ID" val="slide_351695b9d561403a"/>
</p:tagLst>
</file>

<file path=ppt/tags/tag56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7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2.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5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6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3.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7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4.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7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5.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7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8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8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82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2b28d0a41542cd26f1219fb9df29ec5367eaf17"/>
  <p:tag name="KSO_WM_NEWLAYOUT_GROUP_ID" val="layout_10013"/>
  <p:tag name="KSO_WM_NEWLAYOUT_ID" val="slide_303cabdc9a7e79c6"/>
</p:tagLst>
</file>

<file path=ppt/tags/tag82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8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8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8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8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8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8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8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35.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8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8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8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89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1496cd7b23ffc6f407513bb00a03a095686c091"/>
  <p:tag name="KSO_WM_NEWLAYOUT_GROUP_ID" val="layout_51"/>
  <p:tag name="KSO_WM_NEWLAYOUT_ID" val="slide_05fa846ee28ead8f"/>
</p:tagLst>
</file>

<file path=ppt/tags/tag89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8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8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8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8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9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9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9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0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071b7ddd9398fd930e0bbe84ff6b3475e679fbe"/>
  <p:tag name="KSO_WM_NEWLAYOUT_GROUP_ID" val="layout_2"/>
  <p:tag name="KSO_WM_NEWLAYOUT_ID" val="slide_dbd12360534da726"/>
</p:tagLst>
</file>

<file path=ppt/tags/tag90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9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9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910.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9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9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9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91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9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9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9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9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9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9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92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471d7333f0a022a30e1fada7ece1ab4fbb33076"/>
  <p:tag name="KSO_WM_NEWLAYOUT_GROUP_ID" val="layout_35"/>
  <p:tag name="KSO_WM_NEWLAYOUT_ID" val="slide_90cdd96762bb354a"/>
</p:tagLst>
</file>

<file path=ppt/tags/tag9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9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9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9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9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9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9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9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9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9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9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9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9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9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93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dfebbe0c9ba4595aa0a8850bb0f609058569d00"/>
  <p:tag name="KSO_WM_NEWLAYOUT_GROUP_ID" val="layout_51"/>
  <p:tag name="KSO_WM_NEWLAYOUT_ID" val="slide_090884a5b4d69dad"/>
</p:tagLst>
</file>

<file path=ppt/tags/tag93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9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9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9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9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9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9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9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9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50.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9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0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dfebbe0c9ba4595aa0a8850bb0f609058569d00"/>
  <p:tag name="KSO_WM_NEWLAYOUT_GROUP_ID" val="layout_51"/>
  <p:tag name="KSO_WM_NEWLAYOUT_ID" val="slide_090884a5b4d69dad"/>
</p:tagLst>
</file>

<file path=ppt/tags/tag101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0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2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bf72210363a9d86689c98dab992758c32a169a3"/>
  <p:tag name="KSO_WM_NEWLAYOUT_GROUP_ID" val="layout_3"/>
  <p:tag name="KSO_WM_NEWLAYOUT_ID" val="slide_0576b72b971413eb"/>
</p:tagLst>
</file>

<file path=ppt/tags/tag1021.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022.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0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2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026.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0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2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030.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0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3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2e555a8211e0a70715811fb08cba765430bf"/>
  <p:tag name="KSO_WM_NEWLAYOUT_GROUP_ID" val="layout_27"/>
  <p:tag name="KSO_WM_NEWLAYOUT_ID" val="slide_bbec08b93f7bcfad"/>
</p:tagLst>
</file>

<file path=ppt/tags/tag1037.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0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0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4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0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0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4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0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0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5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6ae73fa466d56794a67a21ccb97e9f11af3edf0"/>
  <p:tag name="KSO_WM_NEWLAYOUT_GROUP_ID" val="layout_6"/>
  <p:tag name="KSO_WM_NEWLAYOUT_ID" val="slide_acc7948a249ecb22"/>
</p:tagLst>
</file>

<file path=ppt/tags/tag105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05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0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5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0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6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0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6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9a7d854af8d9277bf20531524796b8d3614ffbe"/>
  <p:tag name="KSO_WM_NEWLAYOUT_GROUP_ID" val="layout_26"/>
  <p:tag name="KSO_WM_NEWLAYOUT_ID" val="slide_33b65c8d547e38d4"/>
</p:tagLst>
</file>

<file path=ppt/tags/tag106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0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0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7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0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0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7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0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0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8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8ee102ac0a008b10b579265c85a7c14b5034a9d"/>
  <p:tag name="KSO_WM_NEWLAYOUT_GROUP_ID" val="layout_35"/>
  <p:tag name="KSO_WM_NEWLAYOUT_ID" val="slide_1dc9fdfc3607bc18"/>
</p:tagLst>
</file>

<file path=ppt/tags/tag10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0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0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0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0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09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dba61fbfb3b83a4ac1a33eb91ff4d2b9c9d22ff"/>
  <p:tag name="KSO_WM_NEWLAYOUT_GROUP_ID" val="layout_30"/>
  <p:tag name="KSO_WM_NEWLAYOUT_ID" val="slide_97e71a9c1fd50a82"/>
</p:tagLst>
</file>

<file path=ppt/tags/tag109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09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0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0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1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0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1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0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c6998a87b09ddcd0efca3915fccdab4503d9eef"/>
  <p:tag name="KSO_WM_NEWLAYOUT_GROUP_ID" val="layout_63"/>
  <p:tag name="KSO_WM_NEWLAYOUT_ID" val="slide_5f00fb856a8539b3"/>
</p:tagLst>
</file>

<file path=ppt/tags/tag111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1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2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c435db7b5df22c4c2c095780bec6f4392ae0732"/>
  <p:tag name="KSO_WM_NEWLAYOUT_GROUP_ID" val="layout_2"/>
  <p:tag name="KSO_WM_NEWLAYOUT_ID" val="slide_dbd12360534da726"/>
</p:tagLst>
</file>

<file path=ppt/tags/tag112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1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1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25.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1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1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2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1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1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5139"/>
  <p:tag name="KSO_WM_TEMPLATE_CATEGORY" val="custom"/>
</p:tagLst>
</file>

<file path=ppt/tags/tag113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f0017f4b0397376f7211552af588a4f63bd94a1"/>
  <p:tag name="KSO_WM_NEWLAYOUT_GROUP_ID" val="layout_10004"/>
  <p:tag name="KSO_WM_NEWLAYOUT_ID" val="slide_beef67bf6e805dfe"/>
</p:tagLst>
</file>

<file path=ppt/tags/tag113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1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4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1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14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3e8837e3d59073bac0f28192ae72b6782cd16f7"/>
  <p:tag name="KSO_WM_NEWLAYOUT_GROUP_ID" val="layout_10012"/>
  <p:tag name="KSO_WM_NEWLAYOUT_ID" val="slide_ed19c0db6ed585c4"/>
</p:tagLst>
</file>

<file path=ppt/tags/tag114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1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5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712c7d06b1d45a9b3c8e8c5a022aa8623dd9862"/>
  <p:tag name="KSO_WM_NEWLAYOUT_GROUP_ID" val="layout_27"/>
  <p:tag name="KSO_WM_NEWLAYOUT_ID" val="slide_32796d7565842e22"/>
</p:tagLst>
</file>

<file path=ppt/tags/tag1158.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1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1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62.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1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1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66.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1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1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70.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11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11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1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17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6132"/>
  <p:tag name="KSO_WM_TEMPLATE_CATEGORY" val="custom"/>
</p:tagLst>
</file>

<file path=ppt/tags/tag117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6132"/>
  <p:tag name="KSO_WM_TEMPLATE_CATEGORY" val="custom"/>
</p:tagLst>
</file>

<file path=ppt/tags/tag117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6132"/>
  <p:tag name="KSO_WM_TEMPLATE_CATEGORY" val="custom"/>
</p:tagLst>
</file>

<file path=ppt/tags/tag117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6d91f46c5574f76da8a6bb16748f1f6037503c5"/>
  <p:tag name="KSO_WM_NEWLAYOUT_GROUP_ID" val="layout_34"/>
  <p:tag name="KSO_WM_NEWLAYOUT_ID" val="slide_4ae229a2f1c7f65e"/>
</p:tagLst>
</file>

<file path=ppt/tags/tag11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1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1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1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11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1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190.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191.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192.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193.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194.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195.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196.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197.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198.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199.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0.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1.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2.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3.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4.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5.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6.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7.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8.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09.xml><?xml version="1.0" encoding="utf-8"?>
<p:tagLst xmlns:a="http://schemas.openxmlformats.org/drawingml/2006/main" xmlns:r="http://schemas.openxmlformats.org/officeDocument/2006/relationships" xmlns:p="http://schemas.openxmlformats.org/presentationml/2006/main">
  <p:tag name="KSO_WM_DIAGRAM_VIRTUALLY_FRAME" val="{&quot;height&quot;:513.8,&quot;left&quot;:27.94999652229667,&quot;top&quot;:8.204330708661427,&quot;width&quot;:1054.6000034777032}"/>
</p:tagLst>
</file>

<file path=ppt/tags/tag1210.xml><?xml version="1.0" encoding="utf-8"?>
<p:tagLst xmlns:a="http://schemas.openxmlformats.org/drawingml/2006/main" xmlns:r="http://schemas.openxmlformats.org/officeDocument/2006/relationships" xmlns:p="http://schemas.openxmlformats.org/presentationml/2006/main">
  <p:tag name="TABLE_ENDDRAG_ORIGIN_RECT" val="694*332"/>
  <p:tag name="TABLE_ENDDRAG_RECT" val="114*98*694*332"/>
</p:tagLst>
</file>

<file path=ppt/tags/tag1211.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212.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213.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214.xml><?xml version="1.0" encoding="utf-8"?>
<p:tagLst xmlns:a="http://schemas.openxmlformats.org/drawingml/2006/main" xmlns:r="http://schemas.openxmlformats.org/officeDocument/2006/relationships" xmlns:p="http://schemas.openxmlformats.org/presentationml/2006/main">
  <p:tag name="KSO_WM_DIAGRAM_VIRTUALLY_FRAME" val="{&quot;height&quot;:256.7662204724409,&quot;left&quot;:386.7884251968504,&quot;top&quot;:233.95,&quot;width&quot;:576.1615748031496}"/>
</p:tagLst>
</file>

<file path=ppt/tags/tag12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0413"/>
</p:tagLst>
</file>

<file path=ppt/tags/tag121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9762"/>
  <p:tag name="KSO_WM_TEMPLATE_SLIDE_ID" val="slide_138b38c969135e9e"/>
</p:tagLst>
</file>

<file path=ppt/tags/tag121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e169d82b3659cce00fda68827ad251186a0623e"/>
  <p:tag name="KSO_WM_NEWLAYOUT_GROUP_ID" val="layout_57"/>
  <p:tag name="KSO_WM_NEWLAYOUT_ID" val="slide_138b38c969135e9e"/>
  <p:tag name="KSO_WM_UNIT_PRESET_TEXT" val="单击此处添加标题"/>
</p:tagLst>
</file>

<file path=ppt/tags/tag121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12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添加项标题"/>
</p:tagLst>
</file>

<file path=ppt/tags/tag12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221.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12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添加项标题"/>
</p:tagLst>
</file>

<file path=ppt/tags/tag12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224.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12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添加项标题"/>
</p:tagLst>
</file>

<file path=ppt/tags/tag12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122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3731"/>
  <p:tag name="KSO_WM_TEMPLATE_SLIDE_ID" val="slide_20c1f52a92422207"/>
</p:tagLst>
</file>

<file path=ppt/tags/tag122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8f0e281c9b25cce5ed7064220b1a95309527c46"/>
  <p:tag name="KSO_WM_NEWLAYOUT_GROUP_ID" val="layout_59"/>
  <p:tag name="KSO_WM_NEWLAYOUT_ID" val="slide_20c1f52a92422207"/>
  <p:tag name="KSO_WM_UNIT_PRESET_TEXT" val="单击此处添加标题"/>
</p:tagLst>
</file>

<file path=ppt/tags/tag122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 name="MH_PIC_SOURCE_TYPE" val="generate_slide_ai*{&quot;id&quot;:&quot;WPSDBGQZQB2025092443&quot;,&quot;product_name&quot;:&quot;365wps-copilotchat-web&quot;,&quot;intention_code&quot;:&quot;365wps_cc_create_ppt&quot;}*gallery_special_0_ai_v2.1.6_ONLINE*34306138303232376139336261356237-slide-17"/>
</p:tagLst>
</file>

<file path=ppt/tags/tag123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12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12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23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12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12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23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12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12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123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040"/>
  <p:tag name="KSO_WM_TEMPLATE_SLIDE_ID" val="slide_351695b9d561403a"/>
</p:tagLst>
</file>

<file path=ppt/tags/tag124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b3226e1477536515c309dc04a193335647e9a4a"/>
  <p:tag name="KSO_WM_NEWLAYOUT_GROUP_ID" val="layout_26"/>
  <p:tag name="KSO_WM_NEWLAYOUT_ID" val="slide_351695b9d561403a"/>
  <p:tag name="KSO_WM_UNIT_PRESET_TEXT" val="单击此处添加标题"/>
</p:tagLst>
</file>

<file path=ppt/tags/tag124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12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VCG41N1251183894&quot;,&quot;product_name&quot;:&quot;365wps-copilotchat-web&quot;,&quot;intention_code&quot;:&quot;365wps_cc_create_ppt&quot;}*gallery_gallery_ai_v2.1.6_ONLINE*3939393663333764343461363336306232356666366531666637623062376433-slide-9"/>
</p:tagLst>
</file>

<file path=ppt/tags/tag12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12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24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12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VCG41N1283372387&quot;,&quot;product_name&quot;:&quot;365wps-copilotchat-web&quot;,&quot;intention_code&quot;:&quot;365wps_cc_create_ppt&quot;}*gallery_gallery_ai_v2.1.6_ONLINE*3939393663333764343461363336306232356666366531666637623062376433-slide-9"/>
</p:tagLst>
</file>

<file path=ppt/tags/tag12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12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0.xml><?xml version="1.0" encoding="utf-8"?>
<p:tagLst xmlns:a="http://schemas.openxmlformats.org/drawingml/2006/main" xmlns:r="http://schemas.openxmlformats.org/officeDocument/2006/relationships" xmlns:p="http://schemas.openxmlformats.org/presentationml/2006/main">
  <p:tag name="KSO_WM_UNIT_TABLE_BEAUTIFY" val="smartTable{23734cc8-573c-412d-9b6f-ab1a0a8fc221}"/>
  <p:tag name="TABLE_RECT" val="51.4*77*234.35*357.8"/>
  <p:tag name="TABLE_EMPHASIZE_COLOR" val="6579300"/>
  <p:tag name="TABLE_ONEKEY_SKIN_IDX" val="0"/>
  <p:tag name="TABLE_SKINIDX" val="-1"/>
  <p:tag name="TABLE_COLORIDX" val="l"/>
  <p:tag name="KSO_WM_BEAUTIFY_FLAG" val=""/>
</p:tagLst>
</file>

<file path=ppt/tags/tag1251.xml><?xml version="1.0" encoding="utf-8"?>
<p:tagLst xmlns:a="http://schemas.openxmlformats.org/drawingml/2006/main" xmlns:r="http://schemas.openxmlformats.org/officeDocument/2006/relationships" xmlns:p="http://schemas.openxmlformats.org/presentationml/2006/main">
  <p:tag name="KSO_WM_UNIT_TABLE_BEAUTIFY" val="smartTable{23734cc8-573c-412d-9b6f-ab1a0a8fc221}"/>
  <p:tag name="TABLE_RECT" val="51.4*77*234.35*357.8"/>
  <p:tag name="TABLE_EMPHASIZE_COLOR" val="6579300"/>
  <p:tag name="TABLE_ONEKEY_SKIN_IDX" val="0"/>
  <p:tag name="TABLE_SKINIDX" val="-1"/>
  <p:tag name="TABLE_COLORIDX" val="l"/>
  <p:tag name="KSO_WM_BEAUTIFY_FLAG" val=""/>
</p:tagLst>
</file>

<file path=ppt/tags/tag1252.xml><?xml version="1.0" encoding="utf-8"?>
<p:tagLst xmlns:a="http://schemas.openxmlformats.org/drawingml/2006/main" xmlns:r="http://schemas.openxmlformats.org/officeDocument/2006/relationships" xmlns:p="http://schemas.openxmlformats.org/presentationml/2006/main">
  <p:tag name="KSO_WM_UNIT_TABLE_BEAUTIFY" val="smartTable{23734cc8-573c-412d-9b6f-ab1a0a8fc221}"/>
  <p:tag name="TABLE_RECT" val="51.4*77*234.35*357.8"/>
  <p:tag name="TABLE_EMPHASIZE_COLOR" val="6579300"/>
  <p:tag name="TABLE_ONEKEY_SKIN_IDX" val="0"/>
  <p:tag name="TABLE_SKINIDX" val="-1"/>
  <p:tag name="TABLE_COLORIDX" val="l"/>
  <p:tag name="KSO_WM_BEAUTIFY_FLAG" val=""/>
</p:tagLst>
</file>

<file path=ppt/tags/tag1253.xml><?xml version="1.0" encoding="utf-8"?>
<p:tagLst xmlns:a="http://schemas.openxmlformats.org/drawingml/2006/main" xmlns:r="http://schemas.openxmlformats.org/officeDocument/2006/relationships" xmlns:p="http://schemas.openxmlformats.org/presentationml/2006/main">
  <p:tag name="KSO_WM_UNIT_TABLE_BEAUTIFY" val="smartTable{87c75fe7-c4c2-4a23-90fa-bc790ba24e15}"/>
  <p:tag name="TABLE_ENDDRAG_ORIGIN_RECT" val="626*216"/>
  <p:tag name="TABLE_ENDDRAG_RECT" val="215*115*626*216"/>
</p:tagLst>
</file>

<file path=ppt/tags/tag125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040"/>
  <p:tag name="KSO_WM_TEMPLATE_SLIDE_ID" val="slide_351695b9d561403a"/>
</p:tagLst>
</file>

<file path=ppt/tags/tag125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b3226e1477536515c309dc04a193335647e9a4a"/>
  <p:tag name="KSO_WM_NEWLAYOUT_GROUP_ID" val="layout_26"/>
  <p:tag name="KSO_WM_NEWLAYOUT_ID" val="slide_351695b9d561403a"/>
  <p:tag name="KSO_WM_UNIT_PRESET_TEXT" val="单击此处添加标题"/>
</p:tagLst>
</file>

<file path=ppt/tags/tag125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12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VCG41N1251183894&quot;,&quot;product_name&quot;:&quot;365wps-copilotchat-web&quot;,&quot;intention_code&quot;:&quot;365wps_cc_create_ppt&quot;}*gallery_gallery_ai_v2.1.6_ONLINE*3939393663333764343461363336306232356666366531666637623062376433-slide-9"/>
</p:tagLst>
</file>

<file path=ppt/tags/tag12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12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26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12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VCG41N1283372387&quot;,&quot;product_name&quot;:&quot;365wps-copilotchat-web&quot;,&quot;intention_code&quot;:&quot;365wps_cc_create_ppt&quot;}*gallery_gallery_ai_v2.1.6_ONLINE*3939393663333764343461363336306232356666366531666637623062376433-slide-9"/>
</p:tagLst>
</file>

<file path=ppt/tags/tag12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12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2323</Words>
  <Application>Microsoft Office PowerPoint</Application>
  <PresentationFormat>宽屏</PresentationFormat>
  <Paragraphs>419</Paragraphs>
  <Slides>35</Slides>
  <Notes>14</Notes>
  <HiddenSlides>0</HiddenSlides>
  <MMClips>0</MMClips>
  <ScaleCrop>false</ScaleCrop>
  <HeadingPairs>
    <vt:vector size="6" baseType="variant">
      <vt:variant>
        <vt:lpstr>已用的字体</vt:lpstr>
      </vt:variant>
      <vt:variant>
        <vt:i4>18</vt:i4>
      </vt:variant>
      <vt:variant>
        <vt:lpstr>主题</vt:lpstr>
      </vt:variant>
      <vt:variant>
        <vt:i4>9</vt:i4>
      </vt:variant>
      <vt:variant>
        <vt:lpstr>幻灯片标题</vt:lpstr>
      </vt:variant>
      <vt:variant>
        <vt:i4>35</vt:i4>
      </vt:variant>
    </vt:vector>
  </HeadingPairs>
  <TitlesOfParts>
    <vt:vector size="62" baseType="lpstr">
      <vt:lpstr>MiSans Medium</vt:lpstr>
      <vt:lpstr>MiSans Normal</vt:lpstr>
      <vt:lpstr>Noto Sans SC</vt:lpstr>
      <vt:lpstr>等线</vt:lpstr>
      <vt:lpstr>汉仪旗黑-55简</vt:lpstr>
      <vt:lpstr>楷体</vt:lpstr>
      <vt:lpstr>思源黑体 CN Normal</vt:lpstr>
      <vt:lpstr>思源黑体 Regular</vt:lpstr>
      <vt:lpstr>宋体</vt:lpstr>
      <vt:lpstr>微软雅黑</vt:lpstr>
      <vt:lpstr>Agency FB</vt:lpstr>
      <vt:lpstr>Arial</vt:lpstr>
      <vt:lpstr>Calibri</vt:lpstr>
      <vt:lpstr>Segoe Print</vt:lpstr>
      <vt:lpstr>Times New Roman</vt:lpstr>
      <vt:lpstr>Trebuchet MS</vt:lpstr>
      <vt:lpstr>Verdana</vt:lpstr>
      <vt:lpstr>Wingdings</vt:lpstr>
      <vt:lpstr>Office 主题​​</vt:lpstr>
      <vt:lpstr>自定义设计方案</vt:lpstr>
      <vt:lpstr>1_自定义设计方案</vt:lpstr>
      <vt:lpstr>自定义设计方案</vt:lpstr>
      <vt:lpstr>2_自定义设计方案</vt:lpstr>
      <vt:lpstr>3_自定义设计方案</vt:lpstr>
      <vt:lpstr>4_自定义设计方案</vt:lpstr>
      <vt:lpstr>5_自定义设计方案</vt:lpstr>
      <vt:lpstr>WPS</vt:lpstr>
      <vt:lpstr>PowerPoint 演示文稿</vt:lpstr>
      <vt:lpstr>PowerPoint 演示文稿</vt:lpstr>
      <vt:lpstr>存款规模产能提升=  （厅堂营销机会+存量客户营销机会+外拓机会）*营销成交率*营销主动性</vt:lpstr>
      <vt:lpstr>PowerPoint 演示文稿</vt:lpstr>
      <vt:lpstr>PowerPoint 演示文稿</vt:lpstr>
      <vt:lpstr>PowerPoint 演示文稿</vt:lpstr>
      <vt:lpstr>PowerPoint 演示文稿</vt:lpstr>
      <vt:lpstr>PowerPoint 演示文稿</vt:lpstr>
      <vt:lpstr>了解客户的金融产品分布和他行产品到期情况</vt:lpstr>
      <vt:lpstr>PowerPoint 演示文稿</vt:lpstr>
      <vt:lpstr>PowerPoint 演示文稿</vt:lpstr>
      <vt:lpstr>PowerPoint 演示文稿</vt:lpstr>
      <vt:lpstr>PowerPoint 演示文稿</vt:lpstr>
      <vt:lpstr>PowerPoint 演示文稿</vt:lpstr>
      <vt:lpstr>PowerPoint 演示文稿</vt:lpstr>
      <vt:lpstr>行业资金运用规模突破36万亿</vt:lpstr>
      <vt:lpstr>产品与需求匹配</vt:lpstr>
      <vt:lpstr>保险营销策略：三大核心出单平台</vt:lpstr>
      <vt:lpstr>PowerPoint 演示文稿</vt:lpstr>
      <vt:lpstr>PowerPoint 演示文稿</vt:lpstr>
      <vt:lpstr>大客户KYC两大实操技能</vt:lpstr>
      <vt:lpstr>PowerPoint 演示文稿</vt:lpstr>
      <vt:lpstr>PowerPoint 演示文稿</vt:lpstr>
      <vt:lpstr>资产负债表</vt:lpstr>
      <vt:lpstr>大客户KYC两大实操技能</vt:lpstr>
      <vt:lpstr>PowerPoint 演示文稿</vt:lpstr>
      <vt:lpstr>PowerPoint 演示文稿</vt:lpstr>
      <vt:lpstr>反客为主：专业介绍资产配置四步曲并引导深度KYC</vt:lpstr>
      <vt:lpstr>PowerPoint 演示文稿</vt:lpstr>
      <vt:lpstr>深度KYC-9大类共52项信息维度汇总表</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fang</dc:creator>
  <cp:lastModifiedBy>3744484@qq.com</cp:lastModifiedBy>
  <cp:revision>257</cp:revision>
  <dcterms:created xsi:type="dcterms:W3CDTF">2022-02-28T14:04:00Z</dcterms:created>
  <dcterms:modified xsi:type="dcterms:W3CDTF">2026-06-09T12:01:07Z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2837EEBA14A947D2A2F2C34E1F2C10B6</vt:lpwstr>
  </property>
  <property fmtid="{D5CDD505-2E9C-101B-9397-08002B2CF9AE}" pid="3" name="KSOProductBuildVer">
    <vt:lpwstr>2052-12.1.0.25225</vt:lpwstr>
  </property>
</Properties>
</file>